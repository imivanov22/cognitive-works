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0"/>
  </p:notesMasterIdLst>
  <p:sldIdLst>
    <p:sldId id="279" r:id="rId2"/>
    <p:sldId id="258" r:id="rId3"/>
    <p:sldId id="284" r:id="rId4"/>
    <p:sldId id="285" r:id="rId5"/>
    <p:sldId id="281" r:id="rId6"/>
    <p:sldId id="286" r:id="rId7"/>
    <p:sldId id="268" r:id="rId8"/>
    <p:sldId id="280" r:id="rId9"/>
  </p:sldIdLst>
  <p:sldSz cx="9144000" cy="5143500" type="screen16x9"/>
  <p:notesSz cx="6858000" cy="9144000"/>
  <p:embeddedFontLst>
    <p:embeddedFont>
      <p:font typeface="Anaheim" panose="020B0604020202020204" charset="0"/>
      <p:regular r:id="rId11"/>
      <p:bold r:id="rId12"/>
    </p:embeddedFont>
    <p:embeddedFont>
      <p:font typeface="Noto Sans" panose="020B0502040504020204" pitchFamily="34" charset="0"/>
      <p:regular r:id="rId13"/>
      <p:bold r:id="rId14"/>
      <p:italic r:id="rId15"/>
      <p:boldItalic r:id="rId16"/>
    </p:embeddedFont>
    <p:embeddedFont>
      <p:font typeface="Playfair Display" panose="000005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466164-646C-56E9-124A-5EB92CEB189D}" v="2" dt="2026-02-21T20:59:25.170"/>
  </p1510:revLst>
</p1510:revInfo>
</file>

<file path=ppt/tableStyles.xml><?xml version="1.0" encoding="utf-8"?>
<a:tblStyleLst xmlns:a="http://schemas.openxmlformats.org/drawingml/2006/main" def="{68F0F40D-F8F1-415F-A6CF-03A1F74C573E}">
  <a:tblStyle styleId="{68F0F40D-F8F1-415F-A6CF-03A1F74C573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4ED13E5D-E54B-4FBA-8BBC-BA2FD4218BF5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44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userId="S::urn:spo:tenantanon#5e6cfd4b-12d3-4ba4-8ea9-19db195abda4::" providerId="AD" clId="Web-{4D466164-646C-56E9-124A-5EB92CEB189D}"/>
    <pc:docChg chg="modSld">
      <pc:chgData name="Guest User" userId="S::urn:spo:tenantanon#5e6cfd4b-12d3-4ba4-8ea9-19db195abda4::" providerId="AD" clId="Web-{4D466164-646C-56E9-124A-5EB92CEB189D}" dt="2026-02-21T20:59:25.170" v="1" actId="20577"/>
      <pc:docMkLst>
        <pc:docMk/>
      </pc:docMkLst>
      <pc:sldChg chg="modSp">
        <pc:chgData name="Guest User" userId="S::urn:spo:tenantanon#5e6cfd4b-12d3-4ba4-8ea9-19db195abda4::" providerId="AD" clId="Web-{4D466164-646C-56E9-124A-5EB92CEB189D}" dt="2026-02-21T20:59:25.170" v="1" actId="20577"/>
        <pc:sldMkLst>
          <pc:docMk/>
          <pc:sldMk cId="3889520266" sldId="281"/>
        </pc:sldMkLst>
        <pc:spChg chg="mod">
          <ac:chgData name="Guest User" userId="S::urn:spo:tenantanon#5e6cfd4b-12d3-4ba4-8ea9-19db195abda4::" providerId="AD" clId="Web-{4D466164-646C-56E9-124A-5EB92CEB189D}" dt="2026-02-21T20:59:25.170" v="1" actId="20577"/>
          <ac:spMkLst>
            <pc:docMk/>
            <pc:sldMk cId="3889520266" sldId="281"/>
            <ac:spMk id="99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g20c42fbaa5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3" name="Google Shape;723;g20c42fbaa5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77470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3" name="Google Shape;803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6">
          <a:extLst>
            <a:ext uri="{FF2B5EF4-FFF2-40B4-BE49-F238E27FC236}">
              <a16:creationId xmlns:a16="http://schemas.microsoft.com/office/drawing/2014/main" id="{5CE6739F-6F77-F362-6045-160ABF789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g184d99d1a72_0_15:notes">
            <a:extLst>
              <a:ext uri="{FF2B5EF4-FFF2-40B4-BE49-F238E27FC236}">
                <a16:creationId xmlns:a16="http://schemas.microsoft.com/office/drawing/2014/main" id="{32FA07A5-6212-AD41-3F47-E062A03D37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8" name="Google Shape;988;g184d99d1a72_0_15:notes">
            <a:extLst>
              <a:ext uri="{FF2B5EF4-FFF2-40B4-BE49-F238E27FC236}">
                <a16:creationId xmlns:a16="http://schemas.microsoft.com/office/drawing/2014/main" id="{E88B6477-4D3A-DD4B-0C11-31E93B5BE4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57604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6">
          <a:extLst>
            <a:ext uri="{FF2B5EF4-FFF2-40B4-BE49-F238E27FC236}">
              <a16:creationId xmlns:a16="http://schemas.microsoft.com/office/drawing/2014/main" id="{E3D13B89-DFAB-BB65-9743-38EC38802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g184d99d1a72_0_15:notes">
            <a:extLst>
              <a:ext uri="{FF2B5EF4-FFF2-40B4-BE49-F238E27FC236}">
                <a16:creationId xmlns:a16="http://schemas.microsoft.com/office/drawing/2014/main" id="{E9985A69-1211-BC36-5122-369C0A3E24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8" name="Google Shape;988;g184d99d1a72_0_15:notes">
            <a:extLst>
              <a:ext uri="{FF2B5EF4-FFF2-40B4-BE49-F238E27FC236}">
                <a16:creationId xmlns:a16="http://schemas.microsoft.com/office/drawing/2014/main" id="{AF84297B-2212-BBD4-521D-84C19386F3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9405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8" name="Google Shape;988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7502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4">
          <a:extLst>
            <a:ext uri="{FF2B5EF4-FFF2-40B4-BE49-F238E27FC236}">
              <a16:creationId xmlns:a16="http://schemas.microsoft.com/office/drawing/2014/main" id="{38AB082D-7F78-CEF7-81ED-2D6C5CE65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g54dda1946d_4_2701:notes">
            <a:extLst>
              <a:ext uri="{FF2B5EF4-FFF2-40B4-BE49-F238E27FC236}">
                <a16:creationId xmlns:a16="http://schemas.microsoft.com/office/drawing/2014/main" id="{24C19ECA-0369-1D23-71C0-1405601B6C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6" name="Google Shape;1206;g54dda1946d_4_2701:notes">
            <a:extLst>
              <a:ext uri="{FF2B5EF4-FFF2-40B4-BE49-F238E27FC236}">
                <a16:creationId xmlns:a16="http://schemas.microsoft.com/office/drawing/2014/main" id="{0FFB8024-3103-46DE-63B5-4D95C1695B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76862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g54dda1946d_4_27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6" name="Google Shape;1206;g54dda1946d_4_27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3" name="Google Shape;803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24984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572300" y="714725"/>
            <a:ext cx="6009900" cy="313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572306" y="3850654"/>
            <a:ext cx="6009900" cy="45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44" name="Google Shape;144;p8"/>
          <p:cNvSpPr/>
          <p:nvPr/>
        </p:nvSpPr>
        <p:spPr>
          <a:xfrm rot="-5400000" flipH="1">
            <a:off x="3963839" y="3904952"/>
            <a:ext cx="1040040" cy="2438144"/>
          </a:xfrm>
          <a:custGeom>
            <a:avLst/>
            <a:gdLst/>
            <a:ahLst/>
            <a:cxnLst/>
            <a:rect l="l" t="t" r="r" b="b"/>
            <a:pathLst>
              <a:path w="13643" h="31983" extrusionOk="0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8"/>
          <p:cNvSpPr/>
          <p:nvPr/>
        </p:nvSpPr>
        <p:spPr>
          <a:xfrm rot="-5400000" flipH="1">
            <a:off x="4080509" y="4388606"/>
            <a:ext cx="806711" cy="1891155"/>
          </a:xfrm>
          <a:custGeom>
            <a:avLst/>
            <a:gdLst/>
            <a:ahLst/>
            <a:cxnLst/>
            <a:rect l="l" t="t" r="r" b="b"/>
            <a:pathLst>
              <a:path w="13643" h="31983" extrusionOk="0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8"/>
          <p:cNvSpPr/>
          <p:nvPr/>
        </p:nvSpPr>
        <p:spPr>
          <a:xfrm rot="-3599996">
            <a:off x="8195665" y="-500536"/>
            <a:ext cx="1037767" cy="1974178"/>
          </a:xfrm>
          <a:custGeom>
            <a:avLst/>
            <a:gdLst/>
            <a:ahLst/>
            <a:cxnLst/>
            <a:rect l="l" t="t" r="r" b="b"/>
            <a:pathLst>
              <a:path w="8276" h="15743" extrusionOk="0">
                <a:moveTo>
                  <a:pt x="8151" y="0"/>
                </a:moveTo>
                <a:cubicBezTo>
                  <a:pt x="7741" y="149"/>
                  <a:pt x="7344" y="336"/>
                  <a:pt x="6971" y="584"/>
                </a:cubicBezTo>
                <a:cubicBezTo>
                  <a:pt x="4486" y="2187"/>
                  <a:pt x="5082" y="4610"/>
                  <a:pt x="5530" y="7082"/>
                </a:cubicBezTo>
                <a:cubicBezTo>
                  <a:pt x="5642" y="7679"/>
                  <a:pt x="5666" y="8300"/>
                  <a:pt x="5368" y="8834"/>
                </a:cubicBezTo>
                <a:cubicBezTo>
                  <a:pt x="5115" y="9270"/>
                  <a:pt x="4607" y="9344"/>
                  <a:pt x="4082" y="9344"/>
                </a:cubicBezTo>
                <a:cubicBezTo>
                  <a:pt x="3812" y="9344"/>
                  <a:pt x="3537" y="9325"/>
                  <a:pt x="3290" y="9325"/>
                </a:cubicBezTo>
                <a:cubicBezTo>
                  <a:pt x="3167" y="9325"/>
                  <a:pt x="3051" y="9330"/>
                  <a:pt x="2945" y="9344"/>
                </a:cubicBezTo>
                <a:cubicBezTo>
                  <a:pt x="1753" y="9518"/>
                  <a:pt x="957" y="10798"/>
                  <a:pt x="585" y="11816"/>
                </a:cubicBezTo>
                <a:cubicBezTo>
                  <a:pt x="162" y="12984"/>
                  <a:pt x="1" y="14289"/>
                  <a:pt x="162" y="15544"/>
                </a:cubicBezTo>
                <a:lnTo>
                  <a:pt x="945" y="15743"/>
                </a:lnTo>
                <a:cubicBezTo>
                  <a:pt x="796" y="14364"/>
                  <a:pt x="1082" y="12885"/>
                  <a:pt x="1628" y="11680"/>
                </a:cubicBezTo>
                <a:cubicBezTo>
                  <a:pt x="1939" y="10984"/>
                  <a:pt x="2573" y="10363"/>
                  <a:pt x="3355" y="10263"/>
                </a:cubicBezTo>
                <a:cubicBezTo>
                  <a:pt x="3429" y="10254"/>
                  <a:pt x="3502" y="10250"/>
                  <a:pt x="3576" y="10250"/>
                </a:cubicBezTo>
                <a:cubicBezTo>
                  <a:pt x="3902" y="10250"/>
                  <a:pt x="4229" y="10324"/>
                  <a:pt x="4555" y="10324"/>
                </a:cubicBezTo>
                <a:cubicBezTo>
                  <a:pt x="4652" y="10324"/>
                  <a:pt x="4749" y="10318"/>
                  <a:pt x="4846" y="10301"/>
                </a:cubicBezTo>
                <a:cubicBezTo>
                  <a:pt x="5753" y="10164"/>
                  <a:pt x="6325" y="9505"/>
                  <a:pt x="6611" y="8673"/>
                </a:cubicBezTo>
                <a:cubicBezTo>
                  <a:pt x="7257" y="6747"/>
                  <a:pt x="5555" y="4622"/>
                  <a:pt x="6487" y="2746"/>
                </a:cubicBezTo>
                <a:cubicBezTo>
                  <a:pt x="6834" y="2063"/>
                  <a:pt x="7530" y="1541"/>
                  <a:pt x="8276" y="1230"/>
                </a:cubicBezTo>
                <a:cubicBezTo>
                  <a:pt x="8226" y="820"/>
                  <a:pt x="8189" y="410"/>
                  <a:pt x="81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8"/>
          <p:cNvSpPr/>
          <p:nvPr/>
        </p:nvSpPr>
        <p:spPr>
          <a:xfrm rot="-3599996">
            <a:off x="8207197" y="7729"/>
            <a:ext cx="386467" cy="735473"/>
          </a:xfrm>
          <a:custGeom>
            <a:avLst/>
            <a:gdLst/>
            <a:ahLst/>
            <a:cxnLst/>
            <a:rect l="l" t="t" r="r" b="b"/>
            <a:pathLst>
              <a:path w="3082" h="5865" extrusionOk="0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8" name="Google Shape;148;p8"/>
          <p:cNvGrpSpPr/>
          <p:nvPr/>
        </p:nvGrpSpPr>
        <p:grpSpPr>
          <a:xfrm flipH="1">
            <a:off x="1376040" y="4688718"/>
            <a:ext cx="296937" cy="438796"/>
            <a:chOff x="5446181" y="2529085"/>
            <a:chExt cx="138174" cy="204177"/>
          </a:xfrm>
        </p:grpSpPr>
        <p:sp>
          <p:nvSpPr>
            <p:cNvPr id="149" name="Google Shape;149;p8"/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8"/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" name="Google Shape;151;p8"/>
          <p:cNvGrpSpPr/>
          <p:nvPr/>
        </p:nvGrpSpPr>
        <p:grpSpPr>
          <a:xfrm flipH="1">
            <a:off x="1832977" y="4672717"/>
            <a:ext cx="183518" cy="270629"/>
            <a:chOff x="5738779" y="2391033"/>
            <a:chExt cx="85397" cy="125927"/>
          </a:xfrm>
        </p:grpSpPr>
        <p:sp>
          <p:nvSpPr>
            <p:cNvPr id="152" name="Google Shape;152;p8"/>
            <p:cNvSpPr/>
            <p:nvPr/>
          </p:nvSpPr>
          <p:spPr>
            <a:xfrm>
              <a:off x="5738779" y="2448117"/>
              <a:ext cx="85397" cy="17165"/>
            </a:xfrm>
            <a:custGeom>
              <a:avLst/>
              <a:gdLst/>
              <a:ahLst/>
              <a:cxnLst/>
              <a:rect l="l" t="t" r="r" b="b"/>
              <a:pathLst>
                <a:path w="2796" h="562" extrusionOk="0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8"/>
            <p:cNvSpPr/>
            <p:nvPr/>
          </p:nvSpPr>
          <p:spPr>
            <a:xfrm>
              <a:off x="5768375" y="2391033"/>
              <a:ext cx="27336" cy="125927"/>
            </a:xfrm>
            <a:custGeom>
              <a:avLst/>
              <a:gdLst/>
              <a:ahLst/>
              <a:cxnLst/>
              <a:rect l="l" t="t" r="r" b="b"/>
              <a:pathLst>
                <a:path w="895" h="4123" extrusionOk="0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4" name="Google Shape;154;p8"/>
          <p:cNvSpPr/>
          <p:nvPr/>
        </p:nvSpPr>
        <p:spPr>
          <a:xfrm flipH="1">
            <a:off x="103371" y="3182476"/>
            <a:ext cx="124847" cy="97144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8"/>
          <p:cNvSpPr/>
          <p:nvPr/>
        </p:nvSpPr>
        <p:spPr>
          <a:xfrm flipH="1">
            <a:off x="2147830" y="4877063"/>
            <a:ext cx="80803" cy="62093"/>
          </a:xfrm>
          <a:custGeom>
            <a:avLst/>
            <a:gdLst/>
            <a:ahLst/>
            <a:cxnLst/>
            <a:rect l="l" t="t" r="r" b="b"/>
            <a:pathLst>
              <a:path w="1231" h="946" extrusionOk="0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6" name="Google Shape;156;p8"/>
          <p:cNvGrpSpPr/>
          <p:nvPr/>
        </p:nvGrpSpPr>
        <p:grpSpPr>
          <a:xfrm flipH="1">
            <a:off x="798266" y="4212"/>
            <a:ext cx="235200" cy="347570"/>
            <a:chOff x="5446181" y="2529085"/>
            <a:chExt cx="138174" cy="204177"/>
          </a:xfrm>
        </p:grpSpPr>
        <p:sp>
          <p:nvSpPr>
            <p:cNvPr id="157" name="Google Shape;157;p8"/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8"/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9" name="Google Shape;159;p8"/>
          <p:cNvGrpSpPr/>
          <p:nvPr/>
        </p:nvGrpSpPr>
        <p:grpSpPr>
          <a:xfrm flipH="1">
            <a:off x="228227" y="267156"/>
            <a:ext cx="296937" cy="438796"/>
            <a:chOff x="5446181" y="2529085"/>
            <a:chExt cx="138174" cy="204177"/>
          </a:xfrm>
        </p:grpSpPr>
        <p:sp>
          <p:nvSpPr>
            <p:cNvPr id="160" name="Google Shape;160;p8"/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8"/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2" name="Google Shape;162;p8"/>
          <p:cNvSpPr/>
          <p:nvPr/>
        </p:nvSpPr>
        <p:spPr>
          <a:xfrm flipH="1">
            <a:off x="650808" y="4759464"/>
            <a:ext cx="124847" cy="97143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8"/>
          <p:cNvSpPr/>
          <p:nvPr/>
        </p:nvSpPr>
        <p:spPr>
          <a:xfrm flipH="1">
            <a:off x="525168" y="1100913"/>
            <a:ext cx="80803" cy="62093"/>
          </a:xfrm>
          <a:custGeom>
            <a:avLst/>
            <a:gdLst/>
            <a:ahLst/>
            <a:cxnLst/>
            <a:rect l="l" t="t" r="r" b="b"/>
            <a:pathLst>
              <a:path w="1231" h="946" extrusionOk="0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4" name="Google Shape;164;p8"/>
          <p:cNvGrpSpPr/>
          <p:nvPr/>
        </p:nvGrpSpPr>
        <p:grpSpPr>
          <a:xfrm flipH="1">
            <a:off x="284940" y="3279617"/>
            <a:ext cx="183518" cy="270629"/>
            <a:chOff x="5738779" y="2391033"/>
            <a:chExt cx="85397" cy="125927"/>
          </a:xfrm>
        </p:grpSpPr>
        <p:sp>
          <p:nvSpPr>
            <p:cNvPr id="165" name="Google Shape;165;p8"/>
            <p:cNvSpPr/>
            <p:nvPr/>
          </p:nvSpPr>
          <p:spPr>
            <a:xfrm>
              <a:off x="5738779" y="2448117"/>
              <a:ext cx="85397" cy="17165"/>
            </a:xfrm>
            <a:custGeom>
              <a:avLst/>
              <a:gdLst/>
              <a:ahLst/>
              <a:cxnLst/>
              <a:rect l="l" t="t" r="r" b="b"/>
              <a:pathLst>
                <a:path w="2796" h="562" extrusionOk="0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8"/>
            <p:cNvSpPr/>
            <p:nvPr/>
          </p:nvSpPr>
          <p:spPr>
            <a:xfrm>
              <a:off x="5768375" y="2391033"/>
              <a:ext cx="27336" cy="125927"/>
            </a:xfrm>
            <a:custGeom>
              <a:avLst/>
              <a:gdLst/>
              <a:ahLst/>
              <a:cxnLst/>
              <a:rect l="l" t="t" r="r" b="b"/>
              <a:pathLst>
                <a:path w="895" h="4123" extrusionOk="0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7" name="Google Shape;167;p8"/>
          <p:cNvSpPr/>
          <p:nvPr/>
        </p:nvSpPr>
        <p:spPr>
          <a:xfrm flipH="1">
            <a:off x="525171" y="129414"/>
            <a:ext cx="124847" cy="97144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8" name="Google Shape;168;p8"/>
          <p:cNvGrpSpPr/>
          <p:nvPr/>
        </p:nvGrpSpPr>
        <p:grpSpPr>
          <a:xfrm rot="1260549">
            <a:off x="2702991" y="4672900"/>
            <a:ext cx="508807" cy="470748"/>
            <a:chOff x="9444725" y="1971600"/>
            <a:chExt cx="877000" cy="811400"/>
          </a:xfrm>
        </p:grpSpPr>
        <p:sp>
          <p:nvSpPr>
            <p:cNvPr id="169" name="Google Shape;169;p8"/>
            <p:cNvSpPr/>
            <p:nvPr/>
          </p:nvSpPr>
          <p:spPr>
            <a:xfrm>
              <a:off x="9444725" y="1971600"/>
              <a:ext cx="877000" cy="811400"/>
            </a:xfrm>
            <a:custGeom>
              <a:avLst/>
              <a:gdLst/>
              <a:ahLst/>
              <a:cxnLst/>
              <a:rect l="l" t="t" r="r" b="b"/>
              <a:pathLst>
                <a:path w="35080" h="32456" extrusionOk="0">
                  <a:moveTo>
                    <a:pt x="25222" y="4075"/>
                  </a:moveTo>
                  <a:cubicBezTo>
                    <a:pt x="25449" y="4075"/>
                    <a:pt x="25663" y="4208"/>
                    <a:pt x="25878" y="4352"/>
                  </a:cubicBezTo>
                  <a:cubicBezTo>
                    <a:pt x="26114" y="4524"/>
                    <a:pt x="26333" y="4728"/>
                    <a:pt x="26552" y="4947"/>
                  </a:cubicBezTo>
                  <a:cubicBezTo>
                    <a:pt x="26694" y="5104"/>
                    <a:pt x="26850" y="5292"/>
                    <a:pt x="26772" y="5543"/>
                  </a:cubicBezTo>
                  <a:cubicBezTo>
                    <a:pt x="26711" y="5788"/>
                    <a:pt x="26186" y="6108"/>
                    <a:pt x="25898" y="6108"/>
                  </a:cubicBezTo>
                  <a:cubicBezTo>
                    <a:pt x="25892" y="6108"/>
                    <a:pt x="25885" y="6108"/>
                    <a:pt x="25878" y="6107"/>
                  </a:cubicBezTo>
                  <a:cubicBezTo>
                    <a:pt x="25628" y="6060"/>
                    <a:pt x="25314" y="6029"/>
                    <a:pt x="25189" y="5809"/>
                  </a:cubicBezTo>
                  <a:cubicBezTo>
                    <a:pt x="24844" y="5277"/>
                    <a:pt x="24342" y="5104"/>
                    <a:pt x="23778" y="4979"/>
                  </a:cubicBezTo>
                  <a:cubicBezTo>
                    <a:pt x="23715" y="4963"/>
                    <a:pt x="23637" y="4932"/>
                    <a:pt x="23590" y="4869"/>
                  </a:cubicBezTo>
                  <a:cubicBezTo>
                    <a:pt x="23543" y="4822"/>
                    <a:pt x="23480" y="4759"/>
                    <a:pt x="23496" y="4697"/>
                  </a:cubicBezTo>
                  <a:cubicBezTo>
                    <a:pt x="23496" y="4650"/>
                    <a:pt x="23590" y="4571"/>
                    <a:pt x="23637" y="4571"/>
                  </a:cubicBezTo>
                  <a:cubicBezTo>
                    <a:pt x="23756" y="4581"/>
                    <a:pt x="23880" y="4591"/>
                    <a:pt x="24001" y="4591"/>
                  </a:cubicBezTo>
                  <a:cubicBezTo>
                    <a:pt x="24264" y="4591"/>
                    <a:pt x="24516" y="4545"/>
                    <a:pt x="24687" y="4352"/>
                  </a:cubicBezTo>
                  <a:cubicBezTo>
                    <a:pt x="24875" y="4150"/>
                    <a:pt x="25052" y="4075"/>
                    <a:pt x="25222" y="4075"/>
                  </a:cubicBezTo>
                  <a:close/>
                  <a:moveTo>
                    <a:pt x="31553" y="7189"/>
                  </a:moveTo>
                  <a:cubicBezTo>
                    <a:pt x="32085" y="7408"/>
                    <a:pt x="32634" y="7628"/>
                    <a:pt x="33167" y="7847"/>
                  </a:cubicBezTo>
                  <a:cubicBezTo>
                    <a:pt x="33418" y="7957"/>
                    <a:pt x="33433" y="8239"/>
                    <a:pt x="33230" y="8396"/>
                  </a:cubicBezTo>
                  <a:cubicBezTo>
                    <a:pt x="33089" y="8505"/>
                    <a:pt x="32916" y="8600"/>
                    <a:pt x="32759" y="8678"/>
                  </a:cubicBezTo>
                  <a:cubicBezTo>
                    <a:pt x="32701" y="8705"/>
                    <a:pt x="32645" y="8718"/>
                    <a:pt x="32592" y="8718"/>
                  </a:cubicBezTo>
                  <a:cubicBezTo>
                    <a:pt x="32462" y="8718"/>
                    <a:pt x="32352" y="8639"/>
                    <a:pt x="32274" y="8505"/>
                  </a:cubicBezTo>
                  <a:cubicBezTo>
                    <a:pt x="32038" y="8098"/>
                    <a:pt x="31897" y="7628"/>
                    <a:pt x="31553" y="7189"/>
                  </a:cubicBezTo>
                  <a:close/>
                  <a:moveTo>
                    <a:pt x="4201" y="7565"/>
                  </a:moveTo>
                  <a:lnTo>
                    <a:pt x="4201" y="7565"/>
                  </a:lnTo>
                  <a:cubicBezTo>
                    <a:pt x="4326" y="7816"/>
                    <a:pt x="4185" y="7973"/>
                    <a:pt x="4122" y="8129"/>
                  </a:cubicBezTo>
                  <a:cubicBezTo>
                    <a:pt x="3757" y="9206"/>
                    <a:pt x="3363" y="9587"/>
                    <a:pt x="2776" y="9587"/>
                  </a:cubicBezTo>
                  <a:cubicBezTo>
                    <a:pt x="2406" y="9587"/>
                    <a:pt x="1959" y="9435"/>
                    <a:pt x="1395" y="9211"/>
                  </a:cubicBezTo>
                  <a:cubicBezTo>
                    <a:pt x="1097" y="9101"/>
                    <a:pt x="1082" y="8772"/>
                    <a:pt x="1348" y="8600"/>
                  </a:cubicBezTo>
                  <a:cubicBezTo>
                    <a:pt x="1834" y="8317"/>
                    <a:pt x="2320" y="8051"/>
                    <a:pt x="2822" y="7784"/>
                  </a:cubicBezTo>
                  <a:cubicBezTo>
                    <a:pt x="3260" y="7549"/>
                    <a:pt x="3762" y="7722"/>
                    <a:pt x="4201" y="7565"/>
                  </a:cubicBezTo>
                  <a:close/>
                  <a:moveTo>
                    <a:pt x="30232" y="7486"/>
                  </a:moveTo>
                  <a:cubicBezTo>
                    <a:pt x="30520" y="7486"/>
                    <a:pt x="31710" y="8588"/>
                    <a:pt x="31741" y="8866"/>
                  </a:cubicBezTo>
                  <a:cubicBezTo>
                    <a:pt x="31756" y="8976"/>
                    <a:pt x="31709" y="9117"/>
                    <a:pt x="31647" y="9164"/>
                  </a:cubicBezTo>
                  <a:cubicBezTo>
                    <a:pt x="31333" y="9383"/>
                    <a:pt x="31035" y="9587"/>
                    <a:pt x="30690" y="9744"/>
                  </a:cubicBezTo>
                  <a:cubicBezTo>
                    <a:pt x="30111" y="9995"/>
                    <a:pt x="29515" y="10198"/>
                    <a:pt x="28919" y="10418"/>
                  </a:cubicBezTo>
                  <a:cubicBezTo>
                    <a:pt x="28433" y="10606"/>
                    <a:pt x="27932" y="10731"/>
                    <a:pt x="27399" y="10747"/>
                  </a:cubicBezTo>
                  <a:cubicBezTo>
                    <a:pt x="26960" y="10763"/>
                    <a:pt x="26521" y="10841"/>
                    <a:pt x="26192" y="10951"/>
                  </a:cubicBezTo>
                  <a:cubicBezTo>
                    <a:pt x="25894" y="10904"/>
                    <a:pt x="25847" y="10778"/>
                    <a:pt x="25847" y="10622"/>
                  </a:cubicBezTo>
                  <a:cubicBezTo>
                    <a:pt x="25847" y="10386"/>
                    <a:pt x="25941" y="10183"/>
                    <a:pt x="26082" y="10010"/>
                  </a:cubicBezTo>
                  <a:cubicBezTo>
                    <a:pt x="26835" y="9007"/>
                    <a:pt x="27728" y="8176"/>
                    <a:pt x="28935" y="7753"/>
                  </a:cubicBezTo>
                  <a:cubicBezTo>
                    <a:pt x="29342" y="7612"/>
                    <a:pt x="29797" y="7549"/>
                    <a:pt x="30220" y="7487"/>
                  </a:cubicBezTo>
                  <a:cubicBezTo>
                    <a:pt x="30224" y="7486"/>
                    <a:pt x="30228" y="7486"/>
                    <a:pt x="30232" y="7486"/>
                  </a:cubicBezTo>
                  <a:close/>
                  <a:moveTo>
                    <a:pt x="34016" y="8888"/>
                  </a:moveTo>
                  <a:cubicBezTo>
                    <a:pt x="34140" y="8888"/>
                    <a:pt x="34202" y="8982"/>
                    <a:pt x="34202" y="9179"/>
                  </a:cubicBezTo>
                  <a:cubicBezTo>
                    <a:pt x="34217" y="9399"/>
                    <a:pt x="34202" y="9618"/>
                    <a:pt x="34202" y="9853"/>
                  </a:cubicBezTo>
                  <a:cubicBezTo>
                    <a:pt x="34202" y="10402"/>
                    <a:pt x="34186" y="10966"/>
                    <a:pt x="33998" y="11499"/>
                  </a:cubicBezTo>
                  <a:cubicBezTo>
                    <a:pt x="33966" y="11594"/>
                    <a:pt x="33856" y="11654"/>
                    <a:pt x="33754" y="11654"/>
                  </a:cubicBezTo>
                  <a:cubicBezTo>
                    <a:pt x="33705" y="11654"/>
                    <a:pt x="33657" y="11640"/>
                    <a:pt x="33622" y="11609"/>
                  </a:cubicBezTo>
                  <a:cubicBezTo>
                    <a:pt x="33214" y="11264"/>
                    <a:pt x="32901" y="10857"/>
                    <a:pt x="32979" y="10277"/>
                  </a:cubicBezTo>
                  <a:cubicBezTo>
                    <a:pt x="32995" y="10089"/>
                    <a:pt x="33042" y="9900"/>
                    <a:pt x="33010" y="9728"/>
                  </a:cubicBezTo>
                  <a:cubicBezTo>
                    <a:pt x="32948" y="9446"/>
                    <a:pt x="33042" y="9305"/>
                    <a:pt x="33277" y="9211"/>
                  </a:cubicBezTo>
                  <a:cubicBezTo>
                    <a:pt x="33449" y="9132"/>
                    <a:pt x="33606" y="9038"/>
                    <a:pt x="33778" y="8960"/>
                  </a:cubicBezTo>
                  <a:cubicBezTo>
                    <a:pt x="33873" y="8912"/>
                    <a:pt x="33953" y="8888"/>
                    <a:pt x="34016" y="8888"/>
                  </a:cubicBezTo>
                  <a:close/>
                  <a:moveTo>
                    <a:pt x="11974" y="7367"/>
                  </a:moveTo>
                  <a:cubicBezTo>
                    <a:pt x="12260" y="7367"/>
                    <a:pt x="12526" y="7528"/>
                    <a:pt x="12696" y="7784"/>
                  </a:cubicBezTo>
                  <a:cubicBezTo>
                    <a:pt x="12916" y="8129"/>
                    <a:pt x="13041" y="8521"/>
                    <a:pt x="13339" y="8835"/>
                  </a:cubicBezTo>
                  <a:cubicBezTo>
                    <a:pt x="13417" y="8929"/>
                    <a:pt x="13417" y="9117"/>
                    <a:pt x="13402" y="9258"/>
                  </a:cubicBezTo>
                  <a:cubicBezTo>
                    <a:pt x="13323" y="10073"/>
                    <a:pt x="13668" y="10700"/>
                    <a:pt x="14217" y="11248"/>
                  </a:cubicBezTo>
                  <a:cubicBezTo>
                    <a:pt x="14295" y="11327"/>
                    <a:pt x="14373" y="11405"/>
                    <a:pt x="14436" y="11499"/>
                  </a:cubicBezTo>
                  <a:cubicBezTo>
                    <a:pt x="14468" y="11562"/>
                    <a:pt x="14468" y="11656"/>
                    <a:pt x="14436" y="11703"/>
                  </a:cubicBezTo>
                  <a:cubicBezTo>
                    <a:pt x="14421" y="11766"/>
                    <a:pt x="14342" y="11828"/>
                    <a:pt x="14279" y="11828"/>
                  </a:cubicBezTo>
                  <a:cubicBezTo>
                    <a:pt x="14013" y="11828"/>
                    <a:pt x="13762" y="11813"/>
                    <a:pt x="13496" y="11781"/>
                  </a:cubicBezTo>
                  <a:cubicBezTo>
                    <a:pt x="12364" y="11595"/>
                    <a:pt x="11219" y="11448"/>
                    <a:pt x="10050" y="11448"/>
                  </a:cubicBezTo>
                  <a:cubicBezTo>
                    <a:pt x="9939" y="11448"/>
                    <a:pt x="9829" y="11450"/>
                    <a:pt x="9718" y="11452"/>
                  </a:cubicBezTo>
                  <a:cubicBezTo>
                    <a:pt x="9681" y="11454"/>
                    <a:pt x="9643" y="11455"/>
                    <a:pt x="9605" y="11455"/>
                  </a:cubicBezTo>
                  <a:cubicBezTo>
                    <a:pt x="9279" y="11455"/>
                    <a:pt x="8944" y="11397"/>
                    <a:pt x="8621" y="11327"/>
                  </a:cubicBezTo>
                  <a:cubicBezTo>
                    <a:pt x="7822" y="11123"/>
                    <a:pt x="7038" y="10888"/>
                    <a:pt x="6254" y="10669"/>
                  </a:cubicBezTo>
                  <a:cubicBezTo>
                    <a:pt x="6040" y="10607"/>
                    <a:pt x="5840" y="10516"/>
                    <a:pt x="5685" y="10351"/>
                  </a:cubicBezTo>
                  <a:lnTo>
                    <a:pt x="5685" y="10351"/>
                  </a:lnTo>
                  <a:cubicBezTo>
                    <a:pt x="5882" y="10203"/>
                    <a:pt x="6105" y="10081"/>
                    <a:pt x="6286" y="9916"/>
                  </a:cubicBezTo>
                  <a:cubicBezTo>
                    <a:pt x="6615" y="9603"/>
                    <a:pt x="6991" y="9399"/>
                    <a:pt x="7414" y="9227"/>
                  </a:cubicBezTo>
                  <a:cubicBezTo>
                    <a:pt x="7838" y="9041"/>
                    <a:pt x="8261" y="8943"/>
                    <a:pt x="8693" y="8943"/>
                  </a:cubicBezTo>
                  <a:cubicBezTo>
                    <a:pt x="8917" y="8943"/>
                    <a:pt x="9143" y="8969"/>
                    <a:pt x="9373" y="9023"/>
                  </a:cubicBezTo>
                  <a:cubicBezTo>
                    <a:pt x="9475" y="9048"/>
                    <a:pt x="9572" y="9059"/>
                    <a:pt x="9666" y="9059"/>
                  </a:cubicBezTo>
                  <a:cubicBezTo>
                    <a:pt x="9862" y="9059"/>
                    <a:pt x="10045" y="9013"/>
                    <a:pt x="10235" y="8960"/>
                  </a:cubicBezTo>
                  <a:cubicBezTo>
                    <a:pt x="10612" y="8866"/>
                    <a:pt x="10862" y="8678"/>
                    <a:pt x="10878" y="8286"/>
                  </a:cubicBezTo>
                  <a:cubicBezTo>
                    <a:pt x="10878" y="7706"/>
                    <a:pt x="11301" y="7549"/>
                    <a:pt x="11725" y="7408"/>
                  </a:cubicBezTo>
                  <a:cubicBezTo>
                    <a:pt x="11808" y="7380"/>
                    <a:pt x="11892" y="7367"/>
                    <a:pt x="11974" y="7367"/>
                  </a:cubicBezTo>
                  <a:close/>
                  <a:moveTo>
                    <a:pt x="17601" y="766"/>
                  </a:moveTo>
                  <a:cubicBezTo>
                    <a:pt x="18204" y="766"/>
                    <a:pt x="18761" y="1061"/>
                    <a:pt x="19311" y="1421"/>
                  </a:cubicBezTo>
                  <a:cubicBezTo>
                    <a:pt x="20095" y="1922"/>
                    <a:pt x="20957" y="2298"/>
                    <a:pt x="21584" y="3019"/>
                  </a:cubicBezTo>
                  <a:cubicBezTo>
                    <a:pt x="21838" y="3301"/>
                    <a:pt x="22161" y="3422"/>
                    <a:pt x="22523" y="3422"/>
                  </a:cubicBezTo>
                  <a:cubicBezTo>
                    <a:pt x="22585" y="3422"/>
                    <a:pt x="22648" y="3418"/>
                    <a:pt x="22712" y="3411"/>
                  </a:cubicBezTo>
                  <a:cubicBezTo>
                    <a:pt x="22776" y="3407"/>
                    <a:pt x="22839" y="3405"/>
                    <a:pt x="22902" y="3405"/>
                  </a:cubicBezTo>
                  <a:cubicBezTo>
                    <a:pt x="23289" y="3405"/>
                    <a:pt x="23663" y="3489"/>
                    <a:pt x="24013" y="3678"/>
                  </a:cubicBezTo>
                  <a:cubicBezTo>
                    <a:pt x="24060" y="3693"/>
                    <a:pt x="24107" y="3803"/>
                    <a:pt x="24107" y="3866"/>
                  </a:cubicBezTo>
                  <a:cubicBezTo>
                    <a:pt x="24092" y="3913"/>
                    <a:pt x="24029" y="3991"/>
                    <a:pt x="23966" y="4007"/>
                  </a:cubicBezTo>
                  <a:cubicBezTo>
                    <a:pt x="23921" y="4009"/>
                    <a:pt x="23875" y="4010"/>
                    <a:pt x="23828" y="4010"/>
                  </a:cubicBezTo>
                  <a:cubicBezTo>
                    <a:pt x="23710" y="4010"/>
                    <a:pt x="23588" y="4005"/>
                    <a:pt x="23468" y="4005"/>
                  </a:cubicBezTo>
                  <a:cubicBezTo>
                    <a:pt x="23339" y="4005"/>
                    <a:pt x="23211" y="4011"/>
                    <a:pt x="23088" y="4038"/>
                  </a:cubicBezTo>
                  <a:cubicBezTo>
                    <a:pt x="22603" y="4117"/>
                    <a:pt x="22461" y="4603"/>
                    <a:pt x="22759" y="4979"/>
                  </a:cubicBezTo>
                  <a:cubicBezTo>
                    <a:pt x="22994" y="5292"/>
                    <a:pt x="23324" y="5465"/>
                    <a:pt x="23700" y="5543"/>
                  </a:cubicBezTo>
                  <a:cubicBezTo>
                    <a:pt x="23998" y="5621"/>
                    <a:pt x="24264" y="5700"/>
                    <a:pt x="24468" y="5966"/>
                  </a:cubicBezTo>
                  <a:cubicBezTo>
                    <a:pt x="24781" y="6374"/>
                    <a:pt x="25283" y="6468"/>
                    <a:pt x="25753" y="6578"/>
                  </a:cubicBezTo>
                  <a:cubicBezTo>
                    <a:pt x="25863" y="6605"/>
                    <a:pt x="25971" y="6618"/>
                    <a:pt x="26076" y="6618"/>
                  </a:cubicBezTo>
                  <a:cubicBezTo>
                    <a:pt x="26450" y="6618"/>
                    <a:pt x="26792" y="6451"/>
                    <a:pt x="27085" y="6170"/>
                  </a:cubicBezTo>
                  <a:cubicBezTo>
                    <a:pt x="27177" y="6088"/>
                    <a:pt x="27279" y="6048"/>
                    <a:pt x="27383" y="6048"/>
                  </a:cubicBezTo>
                  <a:cubicBezTo>
                    <a:pt x="27456" y="6048"/>
                    <a:pt x="27531" y="6068"/>
                    <a:pt x="27603" y="6107"/>
                  </a:cubicBezTo>
                  <a:cubicBezTo>
                    <a:pt x="28057" y="6389"/>
                    <a:pt x="28527" y="6593"/>
                    <a:pt x="29123" y="6719"/>
                  </a:cubicBezTo>
                  <a:cubicBezTo>
                    <a:pt x="28841" y="7220"/>
                    <a:pt x="28449" y="7424"/>
                    <a:pt x="28057" y="7581"/>
                  </a:cubicBezTo>
                  <a:cubicBezTo>
                    <a:pt x="26788" y="8067"/>
                    <a:pt x="26035" y="9085"/>
                    <a:pt x="25283" y="10120"/>
                  </a:cubicBezTo>
                  <a:cubicBezTo>
                    <a:pt x="25079" y="10402"/>
                    <a:pt x="24954" y="10684"/>
                    <a:pt x="25220" y="11029"/>
                  </a:cubicBezTo>
                  <a:cubicBezTo>
                    <a:pt x="25346" y="11201"/>
                    <a:pt x="25126" y="11280"/>
                    <a:pt x="25001" y="11327"/>
                  </a:cubicBezTo>
                  <a:cubicBezTo>
                    <a:pt x="24944" y="11352"/>
                    <a:pt x="24885" y="11369"/>
                    <a:pt x="24830" y="11369"/>
                  </a:cubicBezTo>
                  <a:cubicBezTo>
                    <a:pt x="24747" y="11369"/>
                    <a:pt x="24672" y="11330"/>
                    <a:pt x="24624" y="11217"/>
                  </a:cubicBezTo>
                  <a:cubicBezTo>
                    <a:pt x="24593" y="11154"/>
                    <a:pt x="24577" y="11076"/>
                    <a:pt x="24562" y="11013"/>
                  </a:cubicBezTo>
                  <a:cubicBezTo>
                    <a:pt x="24452" y="9979"/>
                    <a:pt x="23919" y="9195"/>
                    <a:pt x="23135" y="8553"/>
                  </a:cubicBezTo>
                  <a:cubicBezTo>
                    <a:pt x="22900" y="8349"/>
                    <a:pt x="22712" y="8161"/>
                    <a:pt x="22791" y="7800"/>
                  </a:cubicBezTo>
                  <a:cubicBezTo>
                    <a:pt x="22869" y="7518"/>
                    <a:pt x="22681" y="7283"/>
                    <a:pt x="22461" y="7126"/>
                  </a:cubicBezTo>
                  <a:cubicBezTo>
                    <a:pt x="22164" y="6922"/>
                    <a:pt x="21834" y="6719"/>
                    <a:pt x="21521" y="6531"/>
                  </a:cubicBezTo>
                  <a:cubicBezTo>
                    <a:pt x="21051" y="6248"/>
                    <a:pt x="20596" y="5904"/>
                    <a:pt x="20643" y="5324"/>
                  </a:cubicBezTo>
                  <a:cubicBezTo>
                    <a:pt x="20690" y="4634"/>
                    <a:pt x="20236" y="4367"/>
                    <a:pt x="19781" y="4179"/>
                  </a:cubicBezTo>
                  <a:cubicBezTo>
                    <a:pt x="19541" y="4081"/>
                    <a:pt x="19297" y="4031"/>
                    <a:pt x="19054" y="4031"/>
                  </a:cubicBezTo>
                  <a:cubicBezTo>
                    <a:pt x="18678" y="4031"/>
                    <a:pt x="18306" y="4151"/>
                    <a:pt x="17963" y="4399"/>
                  </a:cubicBezTo>
                  <a:cubicBezTo>
                    <a:pt x="17900" y="4446"/>
                    <a:pt x="17853" y="4509"/>
                    <a:pt x="17822" y="4571"/>
                  </a:cubicBezTo>
                  <a:cubicBezTo>
                    <a:pt x="17790" y="4665"/>
                    <a:pt x="17743" y="4791"/>
                    <a:pt x="17775" y="4885"/>
                  </a:cubicBezTo>
                  <a:cubicBezTo>
                    <a:pt x="17794" y="4952"/>
                    <a:pt x="17861" y="4984"/>
                    <a:pt x="17931" y="4984"/>
                  </a:cubicBezTo>
                  <a:cubicBezTo>
                    <a:pt x="17975" y="4984"/>
                    <a:pt x="18021" y="4972"/>
                    <a:pt x="18057" y="4947"/>
                  </a:cubicBezTo>
                  <a:cubicBezTo>
                    <a:pt x="18402" y="4681"/>
                    <a:pt x="18794" y="4618"/>
                    <a:pt x="19217" y="4618"/>
                  </a:cubicBezTo>
                  <a:cubicBezTo>
                    <a:pt x="19656" y="4634"/>
                    <a:pt x="19985" y="4853"/>
                    <a:pt x="19985" y="5277"/>
                  </a:cubicBezTo>
                  <a:cubicBezTo>
                    <a:pt x="20001" y="6107"/>
                    <a:pt x="20549" y="6531"/>
                    <a:pt x="21129" y="6969"/>
                  </a:cubicBezTo>
                  <a:cubicBezTo>
                    <a:pt x="21427" y="7189"/>
                    <a:pt x="21740" y="7393"/>
                    <a:pt x="22038" y="7612"/>
                  </a:cubicBezTo>
                  <a:cubicBezTo>
                    <a:pt x="22117" y="7690"/>
                    <a:pt x="22132" y="7816"/>
                    <a:pt x="22070" y="7910"/>
                  </a:cubicBezTo>
                  <a:cubicBezTo>
                    <a:pt x="22031" y="7949"/>
                    <a:pt x="21960" y="7977"/>
                    <a:pt x="21902" y="7977"/>
                  </a:cubicBezTo>
                  <a:cubicBezTo>
                    <a:pt x="21889" y="7977"/>
                    <a:pt x="21877" y="7975"/>
                    <a:pt x="21866" y="7973"/>
                  </a:cubicBezTo>
                  <a:cubicBezTo>
                    <a:pt x="21683" y="7928"/>
                    <a:pt x="21509" y="7908"/>
                    <a:pt x="21341" y="7908"/>
                  </a:cubicBezTo>
                  <a:cubicBezTo>
                    <a:pt x="20443" y="7908"/>
                    <a:pt x="19735" y="8480"/>
                    <a:pt x="18982" y="8929"/>
                  </a:cubicBezTo>
                  <a:cubicBezTo>
                    <a:pt x="18888" y="8976"/>
                    <a:pt x="18841" y="9101"/>
                    <a:pt x="18919" y="9211"/>
                  </a:cubicBezTo>
                  <a:cubicBezTo>
                    <a:pt x="18960" y="9261"/>
                    <a:pt x="19015" y="9280"/>
                    <a:pt x="19073" y="9280"/>
                  </a:cubicBezTo>
                  <a:cubicBezTo>
                    <a:pt x="19126" y="9280"/>
                    <a:pt x="19181" y="9264"/>
                    <a:pt x="19233" y="9242"/>
                  </a:cubicBezTo>
                  <a:cubicBezTo>
                    <a:pt x="19562" y="9070"/>
                    <a:pt x="19891" y="8882"/>
                    <a:pt x="20220" y="8725"/>
                  </a:cubicBezTo>
                  <a:cubicBezTo>
                    <a:pt x="20522" y="8570"/>
                    <a:pt x="20823" y="8500"/>
                    <a:pt x="21126" y="8500"/>
                  </a:cubicBezTo>
                  <a:cubicBezTo>
                    <a:pt x="21438" y="8500"/>
                    <a:pt x="21752" y="8574"/>
                    <a:pt x="22070" y="8709"/>
                  </a:cubicBezTo>
                  <a:cubicBezTo>
                    <a:pt x="23198" y="9195"/>
                    <a:pt x="23778" y="10089"/>
                    <a:pt x="23919" y="11296"/>
                  </a:cubicBezTo>
                  <a:cubicBezTo>
                    <a:pt x="23935" y="11452"/>
                    <a:pt x="23856" y="11578"/>
                    <a:pt x="23700" y="11640"/>
                  </a:cubicBezTo>
                  <a:cubicBezTo>
                    <a:pt x="23621" y="11656"/>
                    <a:pt x="23559" y="11687"/>
                    <a:pt x="23480" y="11703"/>
                  </a:cubicBezTo>
                  <a:cubicBezTo>
                    <a:pt x="22367" y="11844"/>
                    <a:pt x="21255" y="12001"/>
                    <a:pt x="20142" y="12126"/>
                  </a:cubicBezTo>
                  <a:cubicBezTo>
                    <a:pt x="19546" y="12189"/>
                    <a:pt x="18950" y="12205"/>
                    <a:pt x="18355" y="12267"/>
                  </a:cubicBezTo>
                  <a:cubicBezTo>
                    <a:pt x="18222" y="12282"/>
                    <a:pt x="18089" y="12288"/>
                    <a:pt x="17957" y="12288"/>
                  </a:cubicBezTo>
                  <a:cubicBezTo>
                    <a:pt x="17232" y="12288"/>
                    <a:pt x="16516" y="12098"/>
                    <a:pt x="15800" y="12032"/>
                  </a:cubicBezTo>
                  <a:cubicBezTo>
                    <a:pt x="15298" y="12001"/>
                    <a:pt x="15000" y="11781"/>
                    <a:pt x="15157" y="11092"/>
                  </a:cubicBezTo>
                  <a:cubicBezTo>
                    <a:pt x="15204" y="10841"/>
                    <a:pt x="15236" y="10700"/>
                    <a:pt x="14875" y="10700"/>
                  </a:cubicBezTo>
                  <a:cubicBezTo>
                    <a:pt x="14326" y="10684"/>
                    <a:pt x="14123" y="10245"/>
                    <a:pt x="14029" y="9791"/>
                  </a:cubicBezTo>
                  <a:cubicBezTo>
                    <a:pt x="13966" y="9587"/>
                    <a:pt x="14044" y="9352"/>
                    <a:pt x="14013" y="9132"/>
                  </a:cubicBezTo>
                  <a:cubicBezTo>
                    <a:pt x="13997" y="8944"/>
                    <a:pt x="13982" y="8709"/>
                    <a:pt x="13856" y="8615"/>
                  </a:cubicBezTo>
                  <a:cubicBezTo>
                    <a:pt x="13417" y="8255"/>
                    <a:pt x="13308" y="7737"/>
                    <a:pt x="13088" y="7267"/>
                  </a:cubicBezTo>
                  <a:cubicBezTo>
                    <a:pt x="12916" y="6938"/>
                    <a:pt x="12665" y="6797"/>
                    <a:pt x="12273" y="6781"/>
                  </a:cubicBezTo>
                  <a:cubicBezTo>
                    <a:pt x="12237" y="6779"/>
                    <a:pt x="12201" y="6778"/>
                    <a:pt x="12166" y="6778"/>
                  </a:cubicBezTo>
                  <a:cubicBezTo>
                    <a:pt x="11497" y="6778"/>
                    <a:pt x="10975" y="7188"/>
                    <a:pt x="10424" y="7471"/>
                  </a:cubicBezTo>
                  <a:cubicBezTo>
                    <a:pt x="10235" y="7565"/>
                    <a:pt x="10251" y="7784"/>
                    <a:pt x="10188" y="7957"/>
                  </a:cubicBezTo>
                  <a:cubicBezTo>
                    <a:pt x="10056" y="8307"/>
                    <a:pt x="9970" y="8424"/>
                    <a:pt x="9715" y="8424"/>
                  </a:cubicBezTo>
                  <a:cubicBezTo>
                    <a:pt x="9639" y="8424"/>
                    <a:pt x="9548" y="8414"/>
                    <a:pt x="9436" y="8396"/>
                  </a:cubicBezTo>
                  <a:cubicBezTo>
                    <a:pt x="9169" y="8358"/>
                    <a:pt x="8897" y="8296"/>
                    <a:pt x="8629" y="8296"/>
                  </a:cubicBezTo>
                  <a:cubicBezTo>
                    <a:pt x="8456" y="8296"/>
                    <a:pt x="8285" y="8322"/>
                    <a:pt x="8119" y="8396"/>
                  </a:cubicBezTo>
                  <a:cubicBezTo>
                    <a:pt x="7304" y="8756"/>
                    <a:pt x="6395" y="8897"/>
                    <a:pt x="5737" y="9571"/>
                  </a:cubicBezTo>
                  <a:cubicBezTo>
                    <a:pt x="5454" y="9855"/>
                    <a:pt x="5525" y="10067"/>
                    <a:pt x="5641" y="10330"/>
                  </a:cubicBezTo>
                  <a:lnTo>
                    <a:pt x="5641" y="10330"/>
                  </a:lnTo>
                  <a:cubicBezTo>
                    <a:pt x="5150" y="10193"/>
                    <a:pt x="4645" y="10081"/>
                    <a:pt x="4201" y="9759"/>
                  </a:cubicBezTo>
                  <a:cubicBezTo>
                    <a:pt x="4467" y="9148"/>
                    <a:pt x="4687" y="8537"/>
                    <a:pt x="4969" y="7988"/>
                  </a:cubicBezTo>
                  <a:cubicBezTo>
                    <a:pt x="5486" y="7016"/>
                    <a:pt x="6301" y="6342"/>
                    <a:pt x="7320" y="6013"/>
                  </a:cubicBezTo>
                  <a:cubicBezTo>
                    <a:pt x="8135" y="5747"/>
                    <a:pt x="8825" y="5355"/>
                    <a:pt x="9373" y="4712"/>
                  </a:cubicBezTo>
                  <a:cubicBezTo>
                    <a:pt x="9859" y="4164"/>
                    <a:pt x="10455" y="3913"/>
                    <a:pt x="11192" y="3756"/>
                  </a:cubicBezTo>
                  <a:cubicBezTo>
                    <a:pt x="12163" y="3537"/>
                    <a:pt x="13120" y="3145"/>
                    <a:pt x="13841" y="2392"/>
                  </a:cubicBezTo>
                  <a:cubicBezTo>
                    <a:pt x="14624" y="1577"/>
                    <a:pt x="15549" y="1060"/>
                    <a:pt x="16693" y="997"/>
                  </a:cubicBezTo>
                  <a:cubicBezTo>
                    <a:pt x="17009" y="834"/>
                    <a:pt x="17311" y="766"/>
                    <a:pt x="17601" y="766"/>
                  </a:cubicBezTo>
                  <a:close/>
                  <a:moveTo>
                    <a:pt x="28606" y="17722"/>
                  </a:moveTo>
                  <a:cubicBezTo>
                    <a:pt x="28605" y="17728"/>
                    <a:pt x="28604" y="17734"/>
                    <a:pt x="28603" y="17740"/>
                  </a:cubicBezTo>
                  <a:lnTo>
                    <a:pt x="28603" y="17740"/>
                  </a:lnTo>
                  <a:cubicBezTo>
                    <a:pt x="28614" y="17739"/>
                    <a:pt x="28625" y="17738"/>
                    <a:pt x="28637" y="17738"/>
                  </a:cubicBezTo>
                  <a:lnTo>
                    <a:pt x="28606" y="17722"/>
                  </a:lnTo>
                  <a:close/>
                  <a:moveTo>
                    <a:pt x="1019" y="9973"/>
                  </a:moveTo>
                  <a:cubicBezTo>
                    <a:pt x="1104" y="9973"/>
                    <a:pt x="1203" y="9986"/>
                    <a:pt x="1317" y="10010"/>
                  </a:cubicBezTo>
                  <a:cubicBezTo>
                    <a:pt x="1787" y="10120"/>
                    <a:pt x="2273" y="10230"/>
                    <a:pt x="2743" y="10339"/>
                  </a:cubicBezTo>
                  <a:cubicBezTo>
                    <a:pt x="2900" y="10386"/>
                    <a:pt x="3010" y="10527"/>
                    <a:pt x="2963" y="10684"/>
                  </a:cubicBezTo>
                  <a:cubicBezTo>
                    <a:pt x="2774" y="11343"/>
                    <a:pt x="2759" y="12111"/>
                    <a:pt x="2069" y="12549"/>
                  </a:cubicBezTo>
                  <a:cubicBezTo>
                    <a:pt x="1975" y="12596"/>
                    <a:pt x="1897" y="12691"/>
                    <a:pt x="1818" y="12785"/>
                  </a:cubicBezTo>
                  <a:cubicBezTo>
                    <a:pt x="1630" y="13020"/>
                    <a:pt x="1615" y="13427"/>
                    <a:pt x="1803" y="13459"/>
                  </a:cubicBezTo>
                  <a:cubicBezTo>
                    <a:pt x="1841" y="13468"/>
                    <a:pt x="1877" y="13473"/>
                    <a:pt x="1912" y="13473"/>
                  </a:cubicBezTo>
                  <a:cubicBezTo>
                    <a:pt x="2105" y="13473"/>
                    <a:pt x="2245" y="13334"/>
                    <a:pt x="2351" y="13161"/>
                  </a:cubicBezTo>
                  <a:cubicBezTo>
                    <a:pt x="2602" y="12753"/>
                    <a:pt x="2837" y="12314"/>
                    <a:pt x="3072" y="11891"/>
                  </a:cubicBezTo>
                  <a:cubicBezTo>
                    <a:pt x="3119" y="11797"/>
                    <a:pt x="3135" y="11687"/>
                    <a:pt x="3182" y="11578"/>
                  </a:cubicBezTo>
                  <a:cubicBezTo>
                    <a:pt x="3460" y="11011"/>
                    <a:pt x="3856" y="10688"/>
                    <a:pt x="4348" y="10688"/>
                  </a:cubicBezTo>
                  <a:cubicBezTo>
                    <a:pt x="4550" y="10688"/>
                    <a:pt x="4768" y="10743"/>
                    <a:pt x="5000" y="10857"/>
                  </a:cubicBezTo>
                  <a:cubicBezTo>
                    <a:pt x="5815" y="11248"/>
                    <a:pt x="6693" y="11437"/>
                    <a:pt x="7539" y="11719"/>
                  </a:cubicBezTo>
                  <a:cubicBezTo>
                    <a:pt x="8506" y="12050"/>
                    <a:pt x="9495" y="12258"/>
                    <a:pt x="10506" y="12258"/>
                  </a:cubicBezTo>
                  <a:cubicBezTo>
                    <a:pt x="10692" y="12258"/>
                    <a:pt x="10879" y="12251"/>
                    <a:pt x="11066" y="12236"/>
                  </a:cubicBezTo>
                  <a:cubicBezTo>
                    <a:pt x="11151" y="12229"/>
                    <a:pt x="11236" y="12226"/>
                    <a:pt x="11321" y="12226"/>
                  </a:cubicBezTo>
                  <a:cubicBezTo>
                    <a:pt x="11612" y="12226"/>
                    <a:pt x="11903" y="12262"/>
                    <a:pt x="12195" y="12299"/>
                  </a:cubicBezTo>
                  <a:cubicBezTo>
                    <a:pt x="13261" y="12424"/>
                    <a:pt x="14342" y="12565"/>
                    <a:pt x="15439" y="12706"/>
                  </a:cubicBezTo>
                  <a:cubicBezTo>
                    <a:pt x="15721" y="13380"/>
                    <a:pt x="15878" y="14054"/>
                    <a:pt x="16051" y="14728"/>
                  </a:cubicBezTo>
                  <a:cubicBezTo>
                    <a:pt x="16066" y="14807"/>
                    <a:pt x="16223" y="14885"/>
                    <a:pt x="16301" y="14901"/>
                  </a:cubicBezTo>
                  <a:cubicBezTo>
                    <a:pt x="16427" y="14901"/>
                    <a:pt x="16490" y="14775"/>
                    <a:pt x="16490" y="14665"/>
                  </a:cubicBezTo>
                  <a:cubicBezTo>
                    <a:pt x="16552" y="14054"/>
                    <a:pt x="16474" y="13474"/>
                    <a:pt x="15941" y="12957"/>
                  </a:cubicBezTo>
                  <a:cubicBezTo>
                    <a:pt x="16224" y="12810"/>
                    <a:pt x="16466" y="12736"/>
                    <a:pt x="16697" y="12736"/>
                  </a:cubicBezTo>
                  <a:cubicBezTo>
                    <a:pt x="16786" y="12736"/>
                    <a:pt x="16873" y="12747"/>
                    <a:pt x="16960" y="12769"/>
                  </a:cubicBezTo>
                  <a:cubicBezTo>
                    <a:pt x="17201" y="12832"/>
                    <a:pt x="17442" y="12852"/>
                    <a:pt x="17684" y="12852"/>
                  </a:cubicBezTo>
                  <a:cubicBezTo>
                    <a:pt x="18038" y="12852"/>
                    <a:pt x="18392" y="12810"/>
                    <a:pt x="18747" y="12800"/>
                  </a:cubicBezTo>
                  <a:cubicBezTo>
                    <a:pt x="19091" y="12785"/>
                    <a:pt x="19421" y="12785"/>
                    <a:pt x="19765" y="12769"/>
                  </a:cubicBezTo>
                  <a:cubicBezTo>
                    <a:pt x="19885" y="12769"/>
                    <a:pt x="20004" y="12771"/>
                    <a:pt x="20123" y="12771"/>
                  </a:cubicBezTo>
                  <a:cubicBezTo>
                    <a:pt x="20302" y="12771"/>
                    <a:pt x="20480" y="12766"/>
                    <a:pt x="20659" y="12738"/>
                  </a:cubicBezTo>
                  <a:cubicBezTo>
                    <a:pt x="22101" y="12534"/>
                    <a:pt x="23574" y="12424"/>
                    <a:pt x="24969" y="12048"/>
                  </a:cubicBezTo>
                  <a:cubicBezTo>
                    <a:pt x="26051" y="11750"/>
                    <a:pt x="27117" y="11484"/>
                    <a:pt x="28214" y="11264"/>
                  </a:cubicBezTo>
                  <a:cubicBezTo>
                    <a:pt x="29154" y="11092"/>
                    <a:pt x="30095" y="10778"/>
                    <a:pt x="30957" y="10308"/>
                  </a:cubicBezTo>
                  <a:cubicBezTo>
                    <a:pt x="31051" y="10245"/>
                    <a:pt x="31161" y="10183"/>
                    <a:pt x="31255" y="10167"/>
                  </a:cubicBezTo>
                  <a:cubicBezTo>
                    <a:pt x="31577" y="10081"/>
                    <a:pt x="31809" y="9988"/>
                    <a:pt x="31986" y="9988"/>
                  </a:cubicBezTo>
                  <a:cubicBezTo>
                    <a:pt x="32231" y="9988"/>
                    <a:pt x="32372" y="10167"/>
                    <a:pt x="32509" y="10794"/>
                  </a:cubicBezTo>
                  <a:cubicBezTo>
                    <a:pt x="32587" y="11170"/>
                    <a:pt x="32744" y="11484"/>
                    <a:pt x="33010" y="11781"/>
                  </a:cubicBezTo>
                  <a:cubicBezTo>
                    <a:pt x="33731" y="12596"/>
                    <a:pt x="33747" y="13537"/>
                    <a:pt x="33402" y="14509"/>
                  </a:cubicBezTo>
                  <a:cubicBezTo>
                    <a:pt x="32932" y="15810"/>
                    <a:pt x="32430" y="17095"/>
                    <a:pt x="32101" y="18443"/>
                  </a:cubicBezTo>
                  <a:cubicBezTo>
                    <a:pt x="31835" y="19540"/>
                    <a:pt x="31364" y="20575"/>
                    <a:pt x="30675" y="21484"/>
                  </a:cubicBezTo>
                  <a:cubicBezTo>
                    <a:pt x="30495" y="21716"/>
                    <a:pt x="30197" y="21853"/>
                    <a:pt x="29921" y="21853"/>
                  </a:cubicBezTo>
                  <a:cubicBezTo>
                    <a:pt x="29692" y="21853"/>
                    <a:pt x="29479" y="21759"/>
                    <a:pt x="29358" y="21547"/>
                  </a:cubicBezTo>
                  <a:cubicBezTo>
                    <a:pt x="29029" y="20982"/>
                    <a:pt x="28277" y="20700"/>
                    <a:pt x="28292" y="19901"/>
                  </a:cubicBezTo>
                  <a:cubicBezTo>
                    <a:pt x="28292" y="19666"/>
                    <a:pt x="28041" y="19446"/>
                    <a:pt x="27900" y="19227"/>
                  </a:cubicBezTo>
                  <a:cubicBezTo>
                    <a:pt x="27759" y="19007"/>
                    <a:pt x="27822" y="18804"/>
                    <a:pt x="27947" y="18600"/>
                  </a:cubicBezTo>
                  <a:cubicBezTo>
                    <a:pt x="28133" y="18291"/>
                    <a:pt x="28531" y="18134"/>
                    <a:pt x="28603" y="17740"/>
                  </a:cubicBezTo>
                  <a:lnTo>
                    <a:pt x="28603" y="17740"/>
                  </a:lnTo>
                  <a:cubicBezTo>
                    <a:pt x="28234" y="17772"/>
                    <a:pt x="28049" y="18073"/>
                    <a:pt x="27791" y="18271"/>
                  </a:cubicBezTo>
                  <a:cubicBezTo>
                    <a:pt x="27630" y="18393"/>
                    <a:pt x="27476" y="18465"/>
                    <a:pt x="27313" y="18465"/>
                  </a:cubicBezTo>
                  <a:cubicBezTo>
                    <a:pt x="27205" y="18465"/>
                    <a:pt x="27094" y="18433"/>
                    <a:pt x="26976" y="18365"/>
                  </a:cubicBezTo>
                  <a:cubicBezTo>
                    <a:pt x="26850" y="18286"/>
                    <a:pt x="26725" y="18192"/>
                    <a:pt x="26584" y="18114"/>
                  </a:cubicBezTo>
                  <a:cubicBezTo>
                    <a:pt x="26488" y="18047"/>
                    <a:pt x="26388" y="18016"/>
                    <a:pt x="26288" y="18016"/>
                  </a:cubicBezTo>
                  <a:cubicBezTo>
                    <a:pt x="26176" y="18016"/>
                    <a:pt x="26064" y="18055"/>
                    <a:pt x="25957" y="18130"/>
                  </a:cubicBezTo>
                  <a:cubicBezTo>
                    <a:pt x="25502" y="18459"/>
                    <a:pt x="25063" y="18804"/>
                    <a:pt x="24624" y="19148"/>
                  </a:cubicBezTo>
                  <a:cubicBezTo>
                    <a:pt x="24548" y="19200"/>
                    <a:pt x="24473" y="19225"/>
                    <a:pt x="24403" y="19225"/>
                  </a:cubicBezTo>
                  <a:cubicBezTo>
                    <a:pt x="24301" y="19225"/>
                    <a:pt x="24206" y="19172"/>
                    <a:pt x="24123" y="19070"/>
                  </a:cubicBezTo>
                  <a:cubicBezTo>
                    <a:pt x="23747" y="18600"/>
                    <a:pt x="23527" y="18051"/>
                    <a:pt x="23449" y="17440"/>
                  </a:cubicBezTo>
                  <a:cubicBezTo>
                    <a:pt x="23402" y="17032"/>
                    <a:pt x="23527" y="16687"/>
                    <a:pt x="23919" y="16515"/>
                  </a:cubicBezTo>
                  <a:cubicBezTo>
                    <a:pt x="24640" y="16186"/>
                    <a:pt x="25346" y="15841"/>
                    <a:pt x="26067" y="15543"/>
                  </a:cubicBezTo>
                  <a:cubicBezTo>
                    <a:pt x="26288" y="15446"/>
                    <a:pt x="26524" y="15409"/>
                    <a:pt x="26758" y="15409"/>
                  </a:cubicBezTo>
                  <a:cubicBezTo>
                    <a:pt x="26939" y="15409"/>
                    <a:pt x="27119" y="15431"/>
                    <a:pt x="27289" y="15465"/>
                  </a:cubicBezTo>
                  <a:cubicBezTo>
                    <a:pt x="27476" y="15506"/>
                    <a:pt x="27653" y="15528"/>
                    <a:pt x="27821" y="15528"/>
                  </a:cubicBezTo>
                  <a:cubicBezTo>
                    <a:pt x="28232" y="15528"/>
                    <a:pt x="28595" y="15395"/>
                    <a:pt x="28951" y="15073"/>
                  </a:cubicBezTo>
                  <a:cubicBezTo>
                    <a:pt x="29101" y="14936"/>
                    <a:pt x="29235" y="14869"/>
                    <a:pt x="29362" y="14869"/>
                  </a:cubicBezTo>
                  <a:cubicBezTo>
                    <a:pt x="29539" y="14869"/>
                    <a:pt x="29702" y="14999"/>
                    <a:pt x="29875" y="15245"/>
                  </a:cubicBezTo>
                  <a:cubicBezTo>
                    <a:pt x="29938" y="15339"/>
                    <a:pt x="29969" y="15449"/>
                    <a:pt x="30016" y="15543"/>
                  </a:cubicBezTo>
                  <a:cubicBezTo>
                    <a:pt x="30142" y="15747"/>
                    <a:pt x="30361" y="15904"/>
                    <a:pt x="30565" y="15904"/>
                  </a:cubicBezTo>
                  <a:cubicBezTo>
                    <a:pt x="30571" y="15904"/>
                    <a:pt x="30578" y="15904"/>
                    <a:pt x="30584" y="15904"/>
                  </a:cubicBezTo>
                  <a:cubicBezTo>
                    <a:pt x="30818" y="15904"/>
                    <a:pt x="30865" y="15617"/>
                    <a:pt x="30957" y="15434"/>
                  </a:cubicBezTo>
                  <a:cubicBezTo>
                    <a:pt x="31161" y="15057"/>
                    <a:pt x="31129" y="14634"/>
                    <a:pt x="31208" y="14227"/>
                  </a:cubicBezTo>
                  <a:cubicBezTo>
                    <a:pt x="31223" y="14180"/>
                    <a:pt x="31176" y="14086"/>
                    <a:pt x="31129" y="14054"/>
                  </a:cubicBezTo>
                  <a:cubicBezTo>
                    <a:pt x="31103" y="14028"/>
                    <a:pt x="31059" y="14017"/>
                    <a:pt x="31016" y="14017"/>
                  </a:cubicBezTo>
                  <a:cubicBezTo>
                    <a:pt x="30981" y="14017"/>
                    <a:pt x="30947" y="14024"/>
                    <a:pt x="30926" y="14039"/>
                  </a:cubicBezTo>
                  <a:cubicBezTo>
                    <a:pt x="30800" y="14117"/>
                    <a:pt x="30690" y="14211"/>
                    <a:pt x="30581" y="14321"/>
                  </a:cubicBezTo>
                  <a:cubicBezTo>
                    <a:pt x="30466" y="14446"/>
                    <a:pt x="30337" y="14530"/>
                    <a:pt x="30199" y="14530"/>
                  </a:cubicBezTo>
                  <a:cubicBezTo>
                    <a:pt x="30130" y="14530"/>
                    <a:pt x="30058" y="14509"/>
                    <a:pt x="29985" y="14462"/>
                  </a:cubicBezTo>
                  <a:cubicBezTo>
                    <a:pt x="29800" y="14346"/>
                    <a:pt x="29625" y="14294"/>
                    <a:pt x="29459" y="14294"/>
                  </a:cubicBezTo>
                  <a:cubicBezTo>
                    <a:pt x="29177" y="14294"/>
                    <a:pt x="28921" y="14444"/>
                    <a:pt x="28684" y="14681"/>
                  </a:cubicBezTo>
                  <a:cubicBezTo>
                    <a:pt x="28404" y="14937"/>
                    <a:pt x="28095" y="15032"/>
                    <a:pt x="27743" y="15032"/>
                  </a:cubicBezTo>
                  <a:cubicBezTo>
                    <a:pt x="27642" y="15032"/>
                    <a:pt x="27538" y="15024"/>
                    <a:pt x="27430" y="15010"/>
                  </a:cubicBezTo>
                  <a:cubicBezTo>
                    <a:pt x="27277" y="14984"/>
                    <a:pt x="27125" y="14971"/>
                    <a:pt x="26975" y="14971"/>
                  </a:cubicBezTo>
                  <a:cubicBezTo>
                    <a:pt x="26497" y="14971"/>
                    <a:pt x="26038" y="15101"/>
                    <a:pt x="25596" y="15339"/>
                  </a:cubicBezTo>
                  <a:cubicBezTo>
                    <a:pt x="25001" y="15653"/>
                    <a:pt x="24374" y="15904"/>
                    <a:pt x="23747" y="16155"/>
                  </a:cubicBezTo>
                  <a:cubicBezTo>
                    <a:pt x="23433" y="16264"/>
                    <a:pt x="23261" y="16437"/>
                    <a:pt x="23135" y="16735"/>
                  </a:cubicBezTo>
                  <a:cubicBezTo>
                    <a:pt x="22947" y="17220"/>
                    <a:pt x="22916" y="17675"/>
                    <a:pt x="23088" y="18161"/>
                  </a:cubicBezTo>
                  <a:cubicBezTo>
                    <a:pt x="23135" y="18333"/>
                    <a:pt x="23198" y="18521"/>
                    <a:pt x="23276" y="18694"/>
                  </a:cubicBezTo>
                  <a:cubicBezTo>
                    <a:pt x="23496" y="19054"/>
                    <a:pt x="23480" y="19336"/>
                    <a:pt x="23151" y="19681"/>
                  </a:cubicBezTo>
                  <a:cubicBezTo>
                    <a:pt x="22665" y="20183"/>
                    <a:pt x="22477" y="20841"/>
                    <a:pt x="22555" y="21547"/>
                  </a:cubicBezTo>
                  <a:cubicBezTo>
                    <a:pt x="22569" y="21626"/>
                    <a:pt x="22616" y="21729"/>
                    <a:pt x="22717" y="21729"/>
                  </a:cubicBezTo>
                  <a:cubicBezTo>
                    <a:pt x="22734" y="21729"/>
                    <a:pt x="22754" y="21726"/>
                    <a:pt x="22775" y="21719"/>
                  </a:cubicBezTo>
                  <a:cubicBezTo>
                    <a:pt x="22838" y="21688"/>
                    <a:pt x="22932" y="21641"/>
                    <a:pt x="22932" y="21578"/>
                  </a:cubicBezTo>
                  <a:cubicBezTo>
                    <a:pt x="22979" y="21358"/>
                    <a:pt x="22994" y="21139"/>
                    <a:pt x="23026" y="20920"/>
                  </a:cubicBezTo>
                  <a:cubicBezTo>
                    <a:pt x="23144" y="20240"/>
                    <a:pt x="23360" y="19992"/>
                    <a:pt x="24014" y="19992"/>
                  </a:cubicBezTo>
                  <a:cubicBezTo>
                    <a:pt x="24054" y="19992"/>
                    <a:pt x="24095" y="19993"/>
                    <a:pt x="24139" y="19995"/>
                  </a:cubicBezTo>
                  <a:cubicBezTo>
                    <a:pt x="24163" y="19996"/>
                    <a:pt x="24186" y="19997"/>
                    <a:pt x="24209" y="19997"/>
                  </a:cubicBezTo>
                  <a:cubicBezTo>
                    <a:pt x="24471" y="19997"/>
                    <a:pt x="24667" y="19912"/>
                    <a:pt x="24797" y="19681"/>
                  </a:cubicBezTo>
                  <a:cubicBezTo>
                    <a:pt x="25016" y="19321"/>
                    <a:pt x="25393" y="19133"/>
                    <a:pt x="25722" y="18882"/>
                  </a:cubicBezTo>
                  <a:cubicBezTo>
                    <a:pt x="25918" y="18741"/>
                    <a:pt x="26114" y="18670"/>
                    <a:pt x="26306" y="18670"/>
                  </a:cubicBezTo>
                  <a:cubicBezTo>
                    <a:pt x="26498" y="18670"/>
                    <a:pt x="26686" y="18741"/>
                    <a:pt x="26866" y="18882"/>
                  </a:cubicBezTo>
                  <a:cubicBezTo>
                    <a:pt x="27211" y="19164"/>
                    <a:pt x="27524" y="19493"/>
                    <a:pt x="27822" y="19822"/>
                  </a:cubicBezTo>
                  <a:cubicBezTo>
                    <a:pt x="27947" y="19963"/>
                    <a:pt x="27900" y="20183"/>
                    <a:pt x="27838" y="20355"/>
                  </a:cubicBezTo>
                  <a:cubicBezTo>
                    <a:pt x="27665" y="20763"/>
                    <a:pt x="27775" y="21076"/>
                    <a:pt x="28151" y="21311"/>
                  </a:cubicBezTo>
                  <a:cubicBezTo>
                    <a:pt x="28308" y="21405"/>
                    <a:pt x="28512" y="21515"/>
                    <a:pt x="28559" y="21672"/>
                  </a:cubicBezTo>
                  <a:cubicBezTo>
                    <a:pt x="28715" y="22079"/>
                    <a:pt x="29013" y="22205"/>
                    <a:pt x="29405" y="22299"/>
                  </a:cubicBezTo>
                  <a:cubicBezTo>
                    <a:pt x="29734" y="22362"/>
                    <a:pt x="29813" y="22612"/>
                    <a:pt x="29609" y="22879"/>
                  </a:cubicBezTo>
                  <a:cubicBezTo>
                    <a:pt x="29233" y="23349"/>
                    <a:pt x="28841" y="23804"/>
                    <a:pt x="28449" y="24243"/>
                  </a:cubicBezTo>
                  <a:cubicBezTo>
                    <a:pt x="26772" y="26076"/>
                    <a:pt x="26035" y="26547"/>
                    <a:pt x="23637" y="27142"/>
                  </a:cubicBezTo>
                  <a:cubicBezTo>
                    <a:pt x="22273" y="27503"/>
                    <a:pt x="20910" y="27910"/>
                    <a:pt x="19499" y="28177"/>
                  </a:cubicBezTo>
                  <a:cubicBezTo>
                    <a:pt x="18305" y="28406"/>
                    <a:pt x="17111" y="28519"/>
                    <a:pt x="15911" y="28519"/>
                  </a:cubicBezTo>
                  <a:cubicBezTo>
                    <a:pt x="15141" y="28519"/>
                    <a:pt x="14368" y="28472"/>
                    <a:pt x="13590" y="28381"/>
                  </a:cubicBezTo>
                  <a:cubicBezTo>
                    <a:pt x="12430" y="28239"/>
                    <a:pt x="11348" y="27832"/>
                    <a:pt x="10220" y="27597"/>
                  </a:cubicBezTo>
                  <a:cubicBezTo>
                    <a:pt x="9436" y="27424"/>
                    <a:pt x="8793" y="26938"/>
                    <a:pt x="8166" y="26468"/>
                  </a:cubicBezTo>
                  <a:cubicBezTo>
                    <a:pt x="7461" y="25935"/>
                    <a:pt x="6724" y="25402"/>
                    <a:pt x="6003" y="24869"/>
                  </a:cubicBezTo>
                  <a:cubicBezTo>
                    <a:pt x="5314" y="24352"/>
                    <a:pt x="4734" y="23725"/>
                    <a:pt x="4405" y="22895"/>
                  </a:cubicBezTo>
                  <a:cubicBezTo>
                    <a:pt x="4358" y="22785"/>
                    <a:pt x="4311" y="22691"/>
                    <a:pt x="4232" y="22612"/>
                  </a:cubicBezTo>
                  <a:cubicBezTo>
                    <a:pt x="3151" y="21249"/>
                    <a:pt x="2665" y="19650"/>
                    <a:pt x="2304" y="17988"/>
                  </a:cubicBezTo>
                  <a:cubicBezTo>
                    <a:pt x="2006" y="16672"/>
                    <a:pt x="1615" y="15402"/>
                    <a:pt x="1113" y="14148"/>
                  </a:cubicBezTo>
                  <a:cubicBezTo>
                    <a:pt x="658" y="12973"/>
                    <a:pt x="455" y="11766"/>
                    <a:pt x="564" y="10512"/>
                  </a:cubicBezTo>
                  <a:cubicBezTo>
                    <a:pt x="589" y="10133"/>
                    <a:pt x="718" y="9973"/>
                    <a:pt x="1019" y="9973"/>
                  </a:cubicBezTo>
                  <a:close/>
                  <a:moveTo>
                    <a:pt x="25215" y="27178"/>
                  </a:moveTo>
                  <a:cubicBezTo>
                    <a:pt x="25267" y="27178"/>
                    <a:pt x="25321" y="27186"/>
                    <a:pt x="25377" y="27205"/>
                  </a:cubicBezTo>
                  <a:cubicBezTo>
                    <a:pt x="25910" y="27346"/>
                    <a:pt x="26020" y="27534"/>
                    <a:pt x="25972" y="28192"/>
                  </a:cubicBezTo>
                  <a:cubicBezTo>
                    <a:pt x="25925" y="28710"/>
                    <a:pt x="26004" y="29415"/>
                    <a:pt x="25596" y="29807"/>
                  </a:cubicBezTo>
                  <a:cubicBezTo>
                    <a:pt x="25393" y="29995"/>
                    <a:pt x="25110" y="30105"/>
                    <a:pt x="24828" y="30183"/>
                  </a:cubicBezTo>
                  <a:cubicBezTo>
                    <a:pt x="22266" y="31049"/>
                    <a:pt x="19865" y="31700"/>
                    <a:pt x="17285" y="31700"/>
                  </a:cubicBezTo>
                  <a:cubicBezTo>
                    <a:pt x="16457" y="31700"/>
                    <a:pt x="15610" y="31633"/>
                    <a:pt x="14734" y="31484"/>
                  </a:cubicBezTo>
                  <a:cubicBezTo>
                    <a:pt x="14473" y="31442"/>
                    <a:pt x="14198" y="31442"/>
                    <a:pt x="13922" y="31442"/>
                  </a:cubicBezTo>
                  <a:lnTo>
                    <a:pt x="13922" y="31442"/>
                  </a:lnTo>
                  <a:cubicBezTo>
                    <a:pt x="13785" y="31442"/>
                    <a:pt x="13647" y="31442"/>
                    <a:pt x="13511" y="31437"/>
                  </a:cubicBezTo>
                  <a:cubicBezTo>
                    <a:pt x="12540" y="31406"/>
                    <a:pt x="11678" y="31077"/>
                    <a:pt x="10862" y="30591"/>
                  </a:cubicBezTo>
                  <a:cubicBezTo>
                    <a:pt x="10753" y="30512"/>
                    <a:pt x="10596" y="30403"/>
                    <a:pt x="10565" y="30277"/>
                  </a:cubicBezTo>
                  <a:cubicBezTo>
                    <a:pt x="10408" y="29666"/>
                    <a:pt x="10157" y="29070"/>
                    <a:pt x="10188" y="28428"/>
                  </a:cubicBezTo>
                  <a:cubicBezTo>
                    <a:pt x="10202" y="28295"/>
                    <a:pt x="10327" y="28163"/>
                    <a:pt x="10432" y="28163"/>
                  </a:cubicBezTo>
                  <a:cubicBezTo>
                    <a:pt x="10451" y="28163"/>
                    <a:pt x="10469" y="28167"/>
                    <a:pt x="10486" y="28177"/>
                  </a:cubicBezTo>
                  <a:cubicBezTo>
                    <a:pt x="11552" y="28898"/>
                    <a:pt x="12806" y="28960"/>
                    <a:pt x="14013" y="29102"/>
                  </a:cubicBezTo>
                  <a:cubicBezTo>
                    <a:pt x="14707" y="29174"/>
                    <a:pt x="15397" y="29216"/>
                    <a:pt x="16086" y="29216"/>
                  </a:cubicBezTo>
                  <a:cubicBezTo>
                    <a:pt x="16891" y="29216"/>
                    <a:pt x="17693" y="29158"/>
                    <a:pt x="18496" y="29023"/>
                  </a:cubicBezTo>
                  <a:cubicBezTo>
                    <a:pt x="20628" y="28647"/>
                    <a:pt x="22759" y="28271"/>
                    <a:pt x="24750" y="27330"/>
                  </a:cubicBezTo>
                  <a:cubicBezTo>
                    <a:pt x="24905" y="27259"/>
                    <a:pt x="25051" y="27178"/>
                    <a:pt x="25215" y="27178"/>
                  </a:cubicBezTo>
                  <a:close/>
                  <a:moveTo>
                    <a:pt x="17551" y="1"/>
                  </a:moveTo>
                  <a:cubicBezTo>
                    <a:pt x="17284" y="1"/>
                    <a:pt x="17009" y="59"/>
                    <a:pt x="16725" y="198"/>
                  </a:cubicBezTo>
                  <a:cubicBezTo>
                    <a:pt x="16380" y="355"/>
                    <a:pt x="16019" y="449"/>
                    <a:pt x="15643" y="527"/>
                  </a:cubicBezTo>
                  <a:cubicBezTo>
                    <a:pt x="14906" y="715"/>
                    <a:pt x="14232" y="1013"/>
                    <a:pt x="13747" y="1624"/>
                  </a:cubicBezTo>
                  <a:cubicBezTo>
                    <a:pt x="13621" y="1766"/>
                    <a:pt x="13449" y="1860"/>
                    <a:pt x="13292" y="1954"/>
                  </a:cubicBezTo>
                  <a:cubicBezTo>
                    <a:pt x="12508" y="2487"/>
                    <a:pt x="11630" y="2800"/>
                    <a:pt x="10753" y="3082"/>
                  </a:cubicBezTo>
                  <a:cubicBezTo>
                    <a:pt x="10126" y="3270"/>
                    <a:pt x="9514" y="3474"/>
                    <a:pt x="9091" y="3976"/>
                  </a:cubicBezTo>
                  <a:cubicBezTo>
                    <a:pt x="8652" y="4509"/>
                    <a:pt x="8072" y="4838"/>
                    <a:pt x="7477" y="5151"/>
                  </a:cubicBezTo>
                  <a:cubicBezTo>
                    <a:pt x="6724" y="5559"/>
                    <a:pt x="5956" y="5935"/>
                    <a:pt x="5251" y="6436"/>
                  </a:cubicBezTo>
                  <a:cubicBezTo>
                    <a:pt x="4765" y="6766"/>
                    <a:pt x="4154" y="7016"/>
                    <a:pt x="3590" y="7048"/>
                  </a:cubicBezTo>
                  <a:cubicBezTo>
                    <a:pt x="2555" y="7095"/>
                    <a:pt x="1740" y="7628"/>
                    <a:pt x="894" y="8067"/>
                  </a:cubicBezTo>
                  <a:cubicBezTo>
                    <a:pt x="282" y="8396"/>
                    <a:pt x="16" y="9038"/>
                    <a:pt x="16" y="9681"/>
                  </a:cubicBezTo>
                  <a:cubicBezTo>
                    <a:pt x="47" y="11437"/>
                    <a:pt x="0" y="13208"/>
                    <a:pt x="815" y="14838"/>
                  </a:cubicBezTo>
                  <a:cubicBezTo>
                    <a:pt x="894" y="15010"/>
                    <a:pt x="941" y="15198"/>
                    <a:pt x="972" y="15387"/>
                  </a:cubicBezTo>
                  <a:cubicBezTo>
                    <a:pt x="1144" y="16405"/>
                    <a:pt x="1740" y="17330"/>
                    <a:pt x="1724" y="18412"/>
                  </a:cubicBezTo>
                  <a:cubicBezTo>
                    <a:pt x="1724" y="18553"/>
                    <a:pt x="1818" y="18694"/>
                    <a:pt x="1865" y="18835"/>
                  </a:cubicBezTo>
                  <a:cubicBezTo>
                    <a:pt x="2038" y="19321"/>
                    <a:pt x="2195" y="19822"/>
                    <a:pt x="2367" y="20324"/>
                  </a:cubicBezTo>
                  <a:cubicBezTo>
                    <a:pt x="2477" y="20637"/>
                    <a:pt x="2602" y="20951"/>
                    <a:pt x="2727" y="21264"/>
                  </a:cubicBezTo>
                  <a:cubicBezTo>
                    <a:pt x="3041" y="22032"/>
                    <a:pt x="3527" y="22691"/>
                    <a:pt x="3903" y="23412"/>
                  </a:cubicBezTo>
                  <a:cubicBezTo>
                    <a:pt x="4248" y="24070"/>
                    <a:pt x="4687" y="24603"/>
                    <a:pt x="5220" y="25073"/>
                  </a:cubicBezTo>
                  <a:cubicBezTo>
                    <a:pt x="6364" y="26045"/>
                    <a:pt x="7602" y="26891"/>
                    <a:pt x="8856" y="27691"/>
                  </a:cubicBezTo>
                  <a:cubicBezTo>
                    <a:pt x="9248" y="27926"/>
                    <a:pt x="9483" y="28177"/>
                    <a:pt x="9561" y="28616"/>
                  </a:cubicBezTo>
                  <a:cubicBezTo>
                    <a:pt x="9671" y="29164"/>
                    <a:pt x="9828" y="29713"/>
                    <a:pt x="9953" y="30261"/>
                  </a:cubicBezTo>
                  <a:cubicBezTo>
                    <a:pt x="10408" y="32456"/>
                    <a:pt x="14499" y="32362"/>
                    <a:pt x="16223" y="32409"/>
                  </a:cubicBezTo>
                  <a:cubicBezTo>
                    <a:pt x="16457" y="32416"/>
                    <a:pt x="16691" y="32419"/>
                    <a:pt x="16925" y="32419"/>
                  </a:cubicBezTo>
                  <a:cubicBezTo>
                    <a:pt x="19277" y="32419"/>
                    <a:pt x="21622" y="32066"/>
                    <a:pt x="23903" y="31453"/>
                  </a:cubicBezTo>
                  <a:cubicBezTo>
                    <a:pt x="24766" y="31233"/>
                    <a:pt x="27101" y="30450"/>
                    <a:pt x="26427" y="29102"/>
                  </a:cubicBezTo>
                  <a:cubicBezTo>
                    <a:pt x="26349" y="28960"/>
                    <a:pt x="26411" y="28725"/>
                    <a:pt x="26427" y="28553"/>
                  </a:cubicBezTo>
                  <a:cubicBezTo>
                    <a:pt x="26474" y="28224"/>
                    <a:pt x="26568" y="27879"/>
                    <a:pt x="26584" y="27550"/>
                  </a:cubicBezTo>
                  <a:cubicBezTo>
                    <a:pt x="26615" y="27080"/>
                    <a:pt x="26788" y="26719"/>
                    <a:pt x="27164" y="26390"/>
                  </a:cubicBezTo>
                  <a:cubicBezTo>
                    <a:pt x="28590" y="25136"/>
                    <a:pt x="29891" y="23757"/>
                    <a:pt x="31035" y="22205"/>
                  </a:cubicBezTo>
                  <a:cubicBezTo>
                    <a:pt x="31882" y="21029"/>
                    <a:pt x="32493" y="19760"/>
                    <a:pt x="32885" y="18396"/>
                  </a:cubicBezTo>
                  <a:cubicBezTo>
                    <a:pt x="33151" y="17424"/>
                    <a:pt x="33449" y="16452"/>
                    <a:pt x="33763" y="15496"/>
                  </a:cubicBezTo>
                  <a:cubicBezTo>
                    <a:pt x="34045" y="14681"/>
                    <a:pt x="34311" y="13866"/>
                    <a:pt x="34358" y="13004"/>
                  </a:cubicBezTo>
                  <a:cubicBezTo>
                    <a:pt x="34358" y="12816"/>
                    <a:pt x="34390" y="12628"/>
                    <a:pt x="34452" y="12440"/>
                  </a:cubicBezTo>
                  <a:cubicBezTo>
                    <a:pt x="34719" y="11625"/>
                    <a:pt x="34875" y="10778"/>
                    <a:pt x="34813" y="9995"/>
                  </a:cubicBezTo>
                  <a:cubicBezTo>
                    <a:pt x="34860" y="9603"/>
                    <a:pt x="34860" y="9305"/>
                    <a:pt x="34923" y="9023"/>
                  </a:cubicBezTo>
                  <a:cubicBezTo>
                    <a:pt x="35079" y="8333"/>
                    <a:pt x="34640" y="7957"/>
                    <a:pt x="34202" y="7643"/>
                  </a:cubicBezTo>
                  <a:cubicBezTo>
                    <a:pt x="33888" y="7440"/>
                    <a:pt x="33543" y="7299"/>
                    <a:pt x="33261" y="7048"/>
                  </a:cubicBezTo>
                  <a:cubicBezTo>
                    <a:pt x="33057" y="6875"/>
                    <a:pt x="32791" y="6828"/>
                    <a:pt x="32556" y="6719"/>
                  </a:cubicBezTo>
                  <a:cubicBezTo>
                    <a:pt x="31568" y="6327"/>
                    <a:pt x="30518" y="6217"/>
                    <a:pt x="29484" y="6107"/>
                  </a:cubicBezTo>
                  <a:cubicBezTo>
                    <a:pt x="28621" y="6029"/>
                    <a:pt x="28026" y="5606"/>
                    <a:pt x="27509" y="4979"/>
                  </a:cubicBezTo>
                  <a:cubicBezTo>
                    <a:pt x="27305" y="4712"/>
                    <a:pt x="27132" y="4430"/>
                    <a:pt x="26866" y="4195"/>
                  </a:cubicBezTo>
                  <a:cubicBezTo>
                    <a:pt x="25769" y="3270"/>
                    <a:pt x="24499" y="2769"/>
                    <a:pt x="23088" y="2706"/>
                  </a:cubicBezTo>
                  <a:cubicBezTo>
                    <a:pt x="22461" y="2690"/>
                    <a:pt x="22023" y="2502"/>
                    <a:pt x="21615" y="2063"/>
                  </a:cubicBezTo>
                  <a:cubicBezTo>
                    <a:pt x="21411" y="1860"/>
                    <a:pt x="21160" y="1671"/>
                    <a:pt x="20910" y="1515"/>
                  </a:cubicBezTo>
                  <a:cubicBezTo>
                    <a:pt x="20267" y="1139"/>
                    <a:pt x="19624" y="778"/>
                    <a:pt x="18950" y="433"/>
                  </a:cubicBezTo>
                  <a:cubicBezTo>
                    <a:pt x="18496" y="191"/>
                    <a:pt x="18035" y="1"/>
                    <a:pt x="175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8"/>
            <p:cNvSpPr/>
            <p:nvPr/>
          </p:nvSpPr>
          <p:spPr>
            <a:xfrm>
              <a:off x="9885175" y="2544725"/>
              <a:ext cx="144225" cy="117075"/>
            </a:xfrm>
            <a:custGeom>
              <a:avLst/>
              <a:gdLst/>
              <a:ahLst/>
              <a:cxnLst/>
              <a:rect l="l" t="t" r="r" b="b"/>
              <a:pathLst>
                <a:path w="5769" h="4683" extrusionOk="0">
                  <a:moveTo>
                    <a:pt x="4014" y="0"/>
                  </a:moveTo>
                  <a:cubicBezTo>
                    <a:pt x="3693" y="0"/>
                    <a:pt x="3551" y="287"/>
                    <a:pt x="3386" y="549"/>
                  </a:cubicBezTo>
                  <a:cubicBezTo>
                    <a:pt x="3142" y="915"/>
                    <a:pt x="2824" y="1177"/>
                    <a:pt x="2332" y="1177"/>
                  </a:cubicBezTo>
                  <a:cubicBezTo>
                    <a:pt x="2317" y="1177"/>
                    <a:pt x="2303" y="1177"/>
                    <a:pt x="2289" y="1176"/>
                  </a:cubicBezTo>
                  <a:cubicBezTo>
                    <a:pt x="1285" y="1176"/>
                    <a:pt x="721" y="1929"/>
                    <a:pt x="63" y="2524"/>
                  </a:cubicBezTo>
                  <a:cubicBezTo>
                    <a:pt x="0" y="2571"/>
                    <a:pt x="16" y="2744"/>
                    <a:pt x="47" y="2822"/>
                  </a:cubicBezTo>
                  <a:cubicBezTo>
                    <a:pt x="75" y="2893"/>
                    <a:pt x="120" y="2919"/>
                    <a:pt x="167" y="2919"/>
                  </a:cubicBezTo>
                  <a:cubicBezTo>
                    <a:pt x="225" y="2919"/>
                    <a:pt x="286" y="2881"/>
                    <a:pt x="329" y="2838"/>
                  </a:cubicBezTo>
                  <a:cubicBezTo>
                    <a:pt x="564" y="2603"/>
                    <a:pt x="768" y="2336"/>
                    <a:pt x="1019" y="2101"/>
                  </a:cubicBezTo>
                  <a:cubicBezTo>
                    <a:pt x="1279" y="1854"/>
                    <a:pt x="1558" y="1626"/>
                    <a:pt x="1911" y="1626"/>
                  </a:cubicBezTo>
                  <a:cubicBezTo>
                    <a:pt x="2005" y="1626"/>
                    <a:pt x="2105" y="1642"/>
                    <a:pt x="2210" y="1678"/>
                  </a:cubicBezTo>
                  <a:cubicBezTo>
                    <a:pt x="2266" y="1697"/>
                    <a:pt x="2319" y="1705"/>
                    <a:pt x="2372" y="1705"/>
                  </a:cubicBezTo>
                  <a:cubicBezTo>
                    <a:pt x="2542" y="1705"/>
                    <a:pt x="2697" y="1621"/>
                    <a:pt x="2853" y="1537"/>
                  </a:cubicBezTo>
                  <a:cubicBezTo>
                    <a:pt x="3104" y="1380"/>
                    <a:pt x="3370" y="1239"/>
                    <a:pt x="3637" y="1098"/>
                  </a:cubicBezTo>
                  <a:cubicBezTo>
                    <a:pt x="3807" y="1006"/>
                    <a:pt x="3879" y="717"/>
                    <a:pt x="4100" y="717"/>
                  </a:cubicBezTo>
                  <a:cubicBezTo>
                    <a:pt x="4143" y="717"/>
                    <a:pt x="4192" y="728"/>
                    <a:pt x="4248" y="753"/>
                  </a:cubicBezTo>
                  <a:cubicBezTo>
                    <a:pt x="4530" y="879"/>
                    <a:pt x="4530" y="1176"/>
                    <a:pt x="4640" y="1412"/>
                  </a:cubicBezTo>
                  <a:cubicBezTo>
                    <a:pt x="4796" y="1694"/>
                    <a:pt x="4859" y="2039"/>
                    <a:pt x="4969" y="2352"/>
                  </a:cubicBezTo>
                  <a:cubicBezTo>
                    <a:pt x="4985" y="2509"/>
                    <a:pt x="4985" y="2681"/>
                    <a:pt x="4875" y="2791"/>
                  </a:cubicBezTo>
                  <a:cubicBezTo>
                    <a:pt x="4514" y="3104"/>
                    <a:pt x="4154" y="3434"/>
                    <a:pt x="3762" y="3716"/>
                  </a:cubicBezTo>
                  <a:cubicBezTo>
                    <a:pt x="3658" y="3792"/>
                    <a:pt x="3548" y="3831"/>
                    <a:pt x="3439" y="3831"/>
                  </a:cubicBezTo>
                  <a:cubicBezTo>
                    <a:pt x="3300" y="3831"/>
                    <a:pt x="3163" y="3768"/>
                    <a:pt x="3041" y="3637"/>
                  </a:cubicBezTo>
                  <a:cubicBezTo>
                    <a:pt x="2963" y="3559"/>
                    <a:pt x="2900" y="3481"/>
                    <a:pt x="2806" y="3402"/>
                  </a:cubicBezTo>
                  <a:cubicBezTo>
                    <a:pt x="2757" y="3364"/>
                    <a:pt x="2703" y="3313"/>
                    <a:pt x="2647" y="3313"/>
                  </a:cubicBezTo>
                  <a:cubicBezTo>
                    <a:pt x="2611" y="3313"/>
                    <a:pt x="2575" y="3332"/>
                    <a:pt x="2539" y="3387"/>
                  </a:cubicBezTo>
                  <a:cubicBezTo>
                    <a:pt x="2508" y="3434"/>
                    <a:pt x="2492" y="3543"/>
                    <a:pt x="2524" y="3590"/>
                  </a:cubicBezTo>
                  <a:cubicBezTo>
                    <a:pt x="2680" y="3888"/>
                    <a:pt x="2821" y="4186"/>
                    <a:pt x="3010" y="4468"/>
                  </a:cubicBezTo>
                  <a:cubicBezTo>
                    <a:pt x="3111" y="4612"/>
                    <a:pt x="3222" y="4683"/>
                    <a:pt x="3342" y="4683"/>
                  </a:cubicBezTo>
                  <a:cubicBezTo>
                    <a:pt x="3444" y="4683"/>
                    <a:pt x="3553" y="4632"/>
                    <a:pt x="3668" y="4531"/>
                  </a:cubicBezTo>
                  <a:cubicBezTo>
                    <a:pt x="4201" y="4029"/>
                    <a:pt x="4608" y="3355"/>
                    <a:pt x="5329" y="3073"/>
                  </a:cubicBezTo>
                  <a:cubicBezTo>
                    <a:pt x="5392" y="3057"/>
                    <a:pt x="5439" y="2979"/>
                    <a:pt x="5486" y="2916"/>
                  </a:cubicBezTo>
                  <a:cubicBezTo>
                    <a:pt x="5721" y="2665"/>
                    <a:pt x="5768" y="2415"/>
                    <a:pt x="5549" y="2117"/>
                  </a:cubicBezTo>
                  <a:cubicBezTo>
                    <a:pt x="5329" y="1788"/>
                    <a:pt x="5188" y="1459"/>
                    <a:pt x="5157" y="1082"/>
                  </a:cubicBezTo>
                  <a:cubicBezTo>
                    <a:pt x="5141" y="973"/>
                    <a:pt x="5110" y="863"/>
                    <a:pt x="5063" y="753"/>
                  </a:cubicBezTo>
                  <a:cubicBezTo>
                    <a:pt x="4890" y="361"/>
                    <a:pt x="4577" y="111"/>
                    <a:pt x="4154" y="17"/>
                  </a:cubicBezTo>
                  <a:cubicBezTo>
                    <a:pt x="4104" y="5"/>
                    <a:pt x="4057" y="0"/>
                    <a:pt x="40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8"/>
            <p:cNvSpPr/>
            <p:nvPr/>
          </p:nvSpPr>
          <p:spPr>
            <a:xfrm>
              <a:off x="9731175" y="2566075"/>
              <a:ext cx="128150" cy="106425"/>
            </a:xfrm>
            <a:custGeom>
              <a:avLst/>
              <a:gdLst/>
              <a:ahLst/>
              <a:cxnLst/>
              <a:rect l="l" t="t" r="r" b="b"/>
              <a:pathLst>
                <a:path w="5126" h="4257" extrusionOk="0">
                  <a:moveTo>
                    <a:pt x="3492" y="0"/>
                  </a:moveTo>
                  <a:cubicBezTo>
                    <a:pt x="3427" y="0"/>
                    <a:pt x="3360" y="8"/>
                    <a:pt x="3292" y="25"/>
                  </a:cubicBezTo>
                  <a:cubicBezTo>
                    <a:pt x="2853" y="134"/>
                    <a:pt x="2477" y="338"/>
                    <a:pt x="2132" y="652"/>
                  </a:cubicBezTo>
                  <a:cubicBezTo>
                    <a:pt x="1520" y="1153"/>
                    <a:pt x="1066" y="1921"/>
                    <a:pt x="157" y="2015"/>
                  </a:cubicBezTo>
                  <a:cubicBezTo>
                    <a:pt x="47" y="2031"/>
                    <a:pt x="0" y="2172"/>
                    <a:pt x="31" y="2297"/>
                  </a:cubicBezTo>
                  <a:cubicBezTo>
                    <a:pt x="63" y="2407"/>
                    <a:pt x="125" y="2501"/>
                    <a:pt x="251" y="2501"/>
                  </a:cubicBezTo>
                  <a:cubicBezTo>
                    <a:pt x="286" y="2505"/>
                    <a:pt x="323" y="2507"/>
                    <a:pt x="361" y="2507"/>
                  </a:cubicBezTo>
                  <a:cubicBezTo>
                    <a:pt x="475" y="2507"/>
                    <a:pt x="596" y="2489"/>
                    <a:pt x="690" y="2454"/>
                  </a:cubicBezTo>
                  <a:cubicBezTo>
                    <a:pt x="1035" y="2297"/>
                    <a:pt x="1317" y="2047"/>
                    <a:pt x="1567" y="1780"/>
                  </a:cubicBezTo>
                  <a:cubicBezTo>
                    <a:pt x="1818" y="1498"/>
                    <a:pt x="2069" y="1216"/>
                    <a:pt x="2351" y="965"/>
                  </a:cubicBezTo>
                  <a:cubicBezTo>
                    <a:pt x="2596" y="734"/>
                    <a:pt x="2924" y="680"/>
                    <a:pt x="3252" y="680"/>
                  </a:cubicBezTo>
                  <a:cubicBezTo>
                    <a:pt x="3302" y="680"/>
                    <a:pt x="3352" y="681"/>
                    <a:pt x="3401" y="683"/>
                  </a:cubicBezTo>
                  <a:cubicBezTo>
                    <a:pt x="3668" y="714"/>
                    <a:pt x="3684" y="996"/>
                    <a:pt x="3809" y="1169"/>
                  </a:cubicBezTo>
                  <a:cubicBezTo>
                    <a:pt x="3934" y="1357"/>
                    <a:pt x="4107" y="1514"/>
                    <a:pt x="4232" y="1702"/>
                  </a:cubicBezTo>
                  <a:cubicBezTo>
                    <a:pt x="4796" y="2517"/>
                    <a:pt x="4593" y="3112"/>
                    <a:pt x="3652" y="3410"/>
                  </a:cubicBezTo>
                  <a:cubicBezTo>
                    <a:pt x="3527" y="3442"/>
                    <a:pt x="3370" y="3442"/>
                    <a:pt x="3213" y="3473"/>
                  </a:cubicBezTo>
                  <a:cubicBezTo>
                    <a:pt x="2931" y="3536"/>
                    <a:pt x="2618" y="3583"/>
                    <a:pt x="2351" y="3692"/>
                  </a:cubicBezTo>
                  <a:cubicBezTo>
                    <a:pt x="2178" y="3759"/>
                    <a:pt x="2008" y="3799"/>
                    <a:pt x="1839" y="3799"/>
                  </a:cubicBezTo>
                  <a:cubicBezTo>
                    <a:pt x="1687" y="3799"/>
                    <a:pt x="1535" y="3766"/>
                    <a:pt x="1379" y="3692"/>
                  </a:cubicBezTo>
                  <a:cubicBezTo>
                    <a:pt x="1223" y="3630"/>
                    <a:pt x="1035" y="3598"/>
                    <a:pt x="862" y="3551"/>
                  </a:cubicBezTo>
                  <a:lnTo>
                    <a:pt x="862" y="3551"/>
                  </a:lnTo>
                  <a:cubicBezTo>
                    <a:pt x="1231" y="3964"/>
                    <a:pt x="1623" y="4256"/>
                    <a:pt x="2079" y="4256"/>
                  </a:cubicBezTo>
                  <a:cubicBezTo>
                    <a:pt x="2281" y="4256"/>
                    <a:pt x="2496" y="4199"/>
                    <a:pt x="2727" y="4069"/>
                  </a:cubicBezTo>
                  <a:cubicBezTo>
                    <a:pt x="2884" y="3975"/>
                    <a:pt x="3088" y="3943"/>
                    <a:pt x="3276" y="3943"/>
                  </a:cubicBezTo>
                  <a:cubicBezTo>
                    <a:pt x="3746" y="3943"/>
                    <a:pt x="4122" y="3692"/>
                    <a:pt x="4546" y="3551"/>
                  </a:cubicBezTo>
                  <a:cubicBezTo>
                    <a:pt x="4969" y="3410"/>
                    <a:pt x="5094" y="3081"/>
                    <a:pt x="5110" y="2674"/>
                  </a:cubicBezTo>
                  <a:cubicBezTo>
                    <a:pt x="5126" y="2329"/>
                    <a:pt x="5000" y="2000"/>
                    <a:pt x="4812" y="1733"/>
                  </a:cubicBezTo>
                  <a:cubicBezTo>
                    <a:pt x="4499" y="1310"/>
                    <a:pt x="4201" y="887"/>
                    <a:pt x="4028" y="369"/>
                  </a:cubicBezTo>
                  <a:cubicBezTo>
                    <a:pt x="3954" y="121"/>
                    <a:pt x="3741" y="0"/>
                    <a:pt x="34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8"/>
            <p:cNvSpPr/>
            <p:nvPr/>
          </p:nvSpPr>
          <p:spPr>
            <a:xfrm>
              <a:off x="9760150" y="2401650"/>
              <a:ext cx="129350" cy="62075"/>
            </a:xfrm>
            <a:custGeom>
              <a:avLst/>
              <a:gdLst/>
              <a:ahLst/>
              <a:cxnLst/>
              <a:rect l="l" t="t" r="r" b="b"/>
              <a:pathLst>
                <a:path w="5174" h="2483" extrusionOk="0">
                  <a:moveTo>
                    <a:pt x="3391" y="1"/>
                  </a:moveTo>
                  <a:cubicBezTo>
                    <a:pt x="3291" y="1"/>
                    <a:pt x="3190" y="24"/>
                    <a:pt x="3089" y="81"/>
                  </a:cubicBezTo>
                  <a:cubicBezTo>
                    <a:pt x="2913" y="178"/>
                    <a:pt x="2731" y="206"/>
                    <a:pt x="2545" y="206"/>
                  </a:cubicBezTo>
                  <a:cubicBezTo>
                    <a:pt x="2400" y="206"/>
                    <a:pt x="2252" y="189"/>
                    <a:pt x="2101" y="175"/>
                  </a:cubicBezTo>
                  <a:cubicBezTo>
                    <a:pt x="1957" y="166"/>
                    <a:pt x="1807" y="157"/>
                    <a:pt x="1654" y="157"/>
                  </a:cubicBezTo>
                  <a:cubicBezTo>
                    <a:pt x="1543" y="157"/>
                    <a:pt x="1430" y="162"/>
                    <a:pt x="1318" y="175"/>
                  </a:cubicBezTo>
                  <a:cubicBezTo>
                    <a:pt x="1192" y="191"/>
                    <a:pt x="1004" y="254"/>
                    <a:pt x="926" y="348"/>
                  </a:cubicBezTo>
                  <a:cubicBezTo>
                    <a:pt x="487" y="896"/>
                    <a:pt x="1" y="1429"/>
                    <a:pt x="32" y="2260"/>
                  </a:cubicBezTo>
                  <a:cubicBezTo>
                    <a:pt x="32" y="2258"/>
                    <a:pt x="32" y="2257"/>
                    <a:pt x="32" y="2257"/>
                  </a:cubicBezTo>
                  <a:cubicBezTo>
                    <a:pt x="33" y="2257"/>
                    <a:pt x="34" y="2295"/>
                    <a:pt x="48" y="2323"/>
                  </a:cubicBezTo>
                  <a:cubicBezTo>
                    <a:pt x="64" y="2385"/>
                    <a:pt x="111" y="2479"/>
                    <a:pt x="158" y="2479"/>
                  </a:cubicBezTo>
                  <a:cubicBezTo>
                    <a:pt x="164" y="2481"/>
                    <a:pt x="171" y="2482"/>
                    <a:pt x="178" y="2482"/>
                  </a:cubicBezTo>
                  <a:cubicBezTo>
                    <a:pt x="225" y="2482"/>
                    <a:pt x="291" y="2442"/>
                    <a:pt x="346" y="2401"/>
                  </a:cubicBezTo>
                  <a:cubicBezTo>
                    <a:pt x="487" y="2260"/>
                    <a:pt x="471" y="2056"/>
                    <a:pt x="518" y="1884"/>
                  </a:cubicBezTo>
                  <a:cubicBezTo>
                    <a:pt x="785" y="1069"/>
                    <a:pt x="1130" y="818"/>
                    <a:pt x="1992" y="786"/>
                  </a:cubicBezTo>
                  <a:cubicBezTo>
                    <a:pt x="2242" y="786"/>
                    <a:pt x="2509" y="786"/>
                    <a:pt x="2760" y="739"/>
                  </a:cubicBezTo>
                  <a:cubicBezTo>
                    <a:pt x="2941" y="714"/>
                    <a:pt x="3118" y="689"/>
                    <a:pt x="3291" y="689"/>
                  </a:cubicBezTo>
                  <a:cubicBezTo>
                    <a:pt x="3550" y="689"/>
                    <a:pt x="3800" y="746"/>
                    <a:pt x="4045" y="943"/>
                  </a:cubicBezTo>
                  <a:cubicBezTo>
                    <a:pt x="4144" y="1020"/>
                    <a:pt x="4265" y="1058"/>
                    <a:pt x="4394" y="1058"/>
                  </a:cubicBezTo>
                  <a:cubicBezTo>
                    <a:pt x="4449" y="1058"/>
                    <a:pt x="4506" y="1051"/>
                    <a:pt x="4562" y="1037"/>
                  </a:cubicBezTo>
                  <a:cubicBezTo>
                    <a:pt x="4782" y="990"/>
                    <a:pt x="5079" y="1006"/>
                    <a:pt x="5126" y="739"/>
                  </a:cubicBezTo>
                  <a:cubicBezTo>
                    <a:pt x="5173" y="410"/>
                    <a:pt x="4860" y="457"/>
                    <a:pt x="4656" y="442"/>
                  </a:cubicBezTo>
                  <a:cubicBezTo>
                    <a:pt x="4358" y="410"/>
                    <a:pt x="4108" y="238"/>
                    <a:pt x="3841" y="128"/>
                  </a:cubicBezTo>
                  <a:cubicBezTo>
                    <a:pt x="3691" y="53"/>
                    <a:pt x="3541" y="1"/>
                    <a:pt x="339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>
              <a:off x="9628100" y="2462200"/>
              <a:ext cx="61550" cy="25800"/>
            </a:xfrm>
            <a:custGeom>
              <a:avLst/>
              <a:gdLst/>
              <a:ahLst/>
              <a:cxnLst/>
              <a:rect l="l" t="t" r="r" b="b"/>
              <a:pathLst>
                <a:path w="2462" h="1032" extrusionOk="0">
                  <a:moveTo>
                    <a:pt x="262" y="1"/>
                  </a:moveTo>
                  <a:cubicBezTo>
                    <a:pt x="173" y="1"/>
                    <a:pt x="88" y="48"/>
                    <a:pt x="63" y="136"/>
                  </a:cubicBezTo>
                  <a:cubicBezTo>
                    <a:pt x="1" y="292"/>
                    <a:pt x="79" y="480"/>
                    <a:pt x="220" y="496"/>
                  </a:cubicBezTo>
                  <a:cubicBezTo>
                    <a:pt x="753" y="543"/>
                    <a:pt x="1208" y="825"/>
                    <a:pt x="1709" y="982"/>
                  </a:cubicBezTo>
                  <a:cubicBezTo>
                    <a:pt x="1814" y="1012"/>
                    <a:pt x="1919" y="1031"/>
                    <a:pt x="2022" y="1031"/>
                  </a:cubicBezTo>
                  <a:cubicBezTo>
                    <a:pt x="2134" y="1031"/>
                    <a:pt x="2245" y="1008"/>
                    <a:pt x="2352" y="951"/>
                  </a:cubicBezTo>
                  <a:cubicBezTo>
                    <a:pt x="2415" y="919"/>
                    <a:pt x="2430" y="825"/>
                    <a:pt x="2462" y="763"/>
                  </a:cubicBezTo>
                  <a:cubicBezTo>
                    <a:pt x="2430" y="716"/>
                    <a:pt x="2368" y="637"/>
                    <a:pt x="2336" y="637"/>
                  </a:cubicBezTo>
                  <a:cubicBezTo>
                    <a:pt x="2283" y="643"/>
                    <a:pt x="2232" y="646"/>
                    <a:pt x="2181" y="646"/>
                  </a:cubicBezTo>
                  <a:cubicBezTo>
                    <a:pt x="1810" y="646"/>
                    <a:pt x="1493" y="501"/>
                    <a:pt x="1176" y="308"/>
                  </a:cubicBezTo>
                  <a:cubicBezTo>
                    <a:pt x="925" y="167"/>
                    <a:pt x="628" y="104"/>
                    <a:pt x="330" y="10"/>
                  </a:cubicBezTo>
                  <a:cubicBezTo>
                    <a:pt x="307" y="4"/>
                    <a:pt x="284" y="1"/>
                    <a:pt x="2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8"/>
            <p:cNvSpPr/>
            <p:nvPr/>
          </p:nvSpPr>
          <p:spPr>
            <a:xfrm>
              <a:off x="9555600" y="2375200"/>
              <a:ext cx="39625" cy="22825"/>
            </a:xfrm>
            <a:custGeom>
              <a:avLst/>
              <a:gdLst/>
              <a:ahLst/>
              <a:cxnLst/>
              <a:rect l="l" t="t" r="r" b="b"/>
              <a:pathLst>
                <a:path w="1585" h="913" extrusionOk="0">
                  <a:moveTo>
                    <a:pt x="924" y="1"/>
                  </a:moveTo>
                  <a:cubicBezTo>
                    <a:pt x="779" y="1"/>
                    <a:pt x="632" y="32"/>
                    <a:pt x="487" y="89"/>
                  </a:cubicBezTo>
                  <a:cubicBezTo>
                    <a:pt x="142" y="230"/>
                    <a:pt x="64" y="559"/>
                    <a:pt x="1" y="904"/>
                  </a:cubicBezTo>
                  <a:cubicBezTo>
                    <a:pt x="36" y="910"/>
                    <a:pt x="69" y="913"/>
                    <a:pt x="101" y="913"/>
                  </a:cubicBezTo>
                  <a:cubicBezTo>
                    <a:pt x="390" y="913"/>
                    <a:pt x="524" y="672"/>
                    <a:pt x="722" y="559"/>
                  </a:cubicBezTo>
                  <a:cubicBezTo>
                    <a:pt x="831" y="498"/>
                    <a:pt x="940" y="484"/>
                    <a:pt x="1051" y="484"/>
                  </a:cubicBezTo>
                  <a:cubicBezTo>
                    <a:pt x="1142" y="484"/>
                    <a:pt x="1235" y="493"/>
                    <a:pt x="1329" y="493"/>
                  </a:cubicBezTo>
                  <a:cubicBezTo>
                    <a:pt x="1382" y="493"/>
                    <a:pt x="1436" y="490"/>
                    <a:pt x="1490" y="481"/>
                  </a:cubicBezTo>
                  <a:cubicBezTo>
                    <a:pt x="1521" y="465"/>
                    <a:pt x="1553" y="387"/>
                    <a:pt x="1584" y="324"/>
                  </a:cubicBezTo>
                  <a:cubicBezTo>
                    <a:pt x="1584" y="293"/>
                    <a:pt x="1568" y="246"/>
                    <a:pt x="1537" y="230"/>
                  </a:cubicBezTo>
                  <a:cubicBezTo>
                    <a:pt x="1349" y="71"/>
                    <a:pt x="1139" y="1"/>
                    <a:pt x="9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8"/>
            <p:cNvSpPr/>
            <p:nvPr/>
          </p:nvSpPr>
          <p:spPr>
            <a:xfrm>
              <a:off x="9614400" y="2396050"/>
              <a:ext cx="25475" cy="38150"/>
            </a:xfrm>
            <a:custGeom>
              <a:avLst/>
              <a:gdLst/>
              <a:ahLst/>
              <a:cxnLst/>
              <a:rect l="l" t="t" r="r" b="b"/>
              <a:pathLst>
                <a:path w="1019" h="1526" extrusionOk="0">
                  <a:moveTo>
                    <a:pt x="127" y="0"/>
                  </a:moveTo>
                  <a:cubicBezTo>
                    <a:pt x="117" y="0"/>
                    <a:pt x="110" y="2"/>
                    <a:pt x="110" y="7"/>
                  </a:cubicBezTo>
                  <a:cubicBezTo>
                    <a:pt x="63" y="54"/>
                    <a:pt x="0" y="148"/>
                    <a:pt x="16" y="180"/>
                  </a:cubicBezTo>
                  <a:cubicBezTo>
                    <a:pt x="329" y="587"/>
                    <a:pt x="361" y="1152"/>
                    <a:pt x="768" y="1512"/>
                  </a:cubicBezTo>
                  <a:cubicBezTo>
                    <a:pt x="778" y="1522"/>
                    <a:pt x="794" y="1525"/>
                    <a:pt x="813" y="1525"/>
                  </a:cubicBezTo>
                  <a:cubicBezTo>
                    <a:pt x="855" y="1525"/>
                    <a:pt x="913" y="1507"/>
                    <a:pt x="956" y="1496"/>
                  </a:cubicBezTo>
                  <a:cubicBezTo>
                    <a:pt x="972" y="1496"/>
                    <a:pt x="988" y="1434"/>
                    <a:pt x="1019" y="1371"/>
                  </a:cubicBezTo>
                  <a:cubicBezTo>
                    <a:pt x="831" y="916"/>
                    <a:pt x="737" y="415"/>
                    <a:pt x="314" y="70"/>
                  </a:cubicBezTo>
                  <a:cubicBezTo>
                    <a:pt x="282" y="39"/>
                    <a:pt x="235" y="23"/>
                    <a:pt x="204" y="7"/>
                  </a:cubicBezTo>
                  <a:cubicBezTo>
                    <a:pt x="183" y="7"/>
                    <a:pt x="148" y="0"/>
                    <a:pt x="1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8"/>
            <p:cNvSpPr/>
            <p:nvPr/>
          </p:nvSpPr>
          <p:spPr>
            <a:xfrm>
              <a:off x="10159850" y="2401375"/>
              <a:ext cx="16875" cy="13675"/>
            </a:xfrm>
            <a:custGeom>
              <a:avLst/>
              <a:gdLst/>
              <a:ahLst/>
              <a:cxnLst/>
              <a:rect l="l" t="t" r="r" b="b"/>
              <a:pathLst>
                <a:path w="675" h="547" extrusionOk="0">
                  <a:moveTo>
                    <a:pt x="543" y="0"/>
                  </a:moveTo>
                  <a:cubicBezTo>
                    <a:pt x="526" y="0"/>
                    <a:pt x="512" y="4"/>
                    <a:pt x="502" y="14"/>
                  </a:cubicBezTo>
                  <a:cubicBezTo>
                    <a:pt x="302" y="153"/>
                    <a:pt x="86" y="276"/>
                    <a:pt x="35" y="534"/>
                  </a:cubicBezTo>
                  <a:lnTo>
                    <a:pt x="35" y="534"/>
                  </a:lnTo>
                  <a:cubicBezTo>
                    <a:pt x="23" y="533"/>
                    <a:pt x="12" y="532"/>
                    <a:pt x="1" y="531"/>
                  </a:cubicBezTo>
                  <a:lnTo>
                    <a:pt x="1" y="531"/>
                  </a:lnTo>
                  <a:lnTo>
                    <a:pt x="32" y="547"/>
                  </a:lnTo>
                  <a:cubicBezTo>
                    <a:pt x="33" y="542"/>
                    <a:pt x="34" y="538"/>
                    <a:pt x="35" y="534"/>
                  </a:cubicBezTo>
                  <a:lnTo>
                    <a:pt x="35" y="534"/>
                  </a:lnTo>
                  <a:cubicBezTo>
                    <a:pt x="47" y="535"/>
                    <a:pt x="59" y="535"/>
                    <a:pt x="72" y="535"/>
                  </a:cubicBezTo>
                  <a:cubicBezTo>
                    <a:pt x="315" y="535"/>
                    <a:pt x="486" y="388"/>
                    <a:pt x="643" y="202"/>
                  </a:cubicBezTo>
                  <a:cubicBezTo>
                    <a:pt x="675" y="170"/>
                    <a:pt x="659" y="92"/>
                    <a:pt x="675" y="29"/>
                  </a:cubicBezTo>
                  <a:cubicBezTo>
                    <a:pt x="632" y="19"/>
                    <a:pt x="581" y="0"/>
                    <a:pt x="5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8"/>
            <p:cNvSpPr/>
            <p:nvPr/>
          </p:nvSpPr>
          <p:spPr>
            <a:xfrm>
              <a:off x="9794650" y="2005925"/>
              <a:ext cx="105825" cy="70675"/>
            </a:xfrm>
            <a:custGeom>
              <a:avLst/>
              <a:gdLst/>
              <a:ahLst/>
              <a:cxnLst/>
              <a:rect l="l" t="t" r="r" b="b"/>
              <a:pathLst>
                <a:path w="4233" h="2827" extrusionOk="0">
                  <a:moveTo>
                    <a:pt x="3935" y="1"/>
                  </a:moveTo>
                  <a:cubicBezTo>
                    <a:pt x="3841" y="1"/>
                    <a:pt x="3668" y="16"/>
                    <a:pt x="3637" y="79"/>
                  </a:cubicBezTo>
                  <a:cubicBezTo>
                    <a:pt x="3496" y="298"/>
                    <a:pt x="3417" y="549"/>
                    <a:pt x="3292" y="784"/>
                  </a:cubicBezTo>
                  <a:cubicBezTo>
                    <a:pt x="3041" y="1270"/>
                    <a:pt x="2618" y="1568"/>
                    <a:pt x="2148" y="1803"/>
                  </a:cubicBezTo>
                  <a:cubicBezTo>
                    <a:pt x="2029" y="1865"/>
                    <a:pt x="1912" y="1890"/>
                    <a:pt x="1795" y="1890"/>
                  </a:cubicBezTo>
                  <a:cubicBezTo>
                    <a:pt x="1558" y="1890"/>
                    <a:pt x="1324" y="1788"/>
                    <a:pt x="1082" y="1693"/>
                  </a:cubicBezTo>
                  <a:cubicBezTo>
                    <a:pt x="957" y="1634"/>
                    <a:pt x="854" y="1604"/>
                    <a:pt x="764" y="1604"/>
                  </a:cubicBezTo>
                  <a:cubicBezTo>
                    <a:pt x="596" y="1604"/>
                    <a:pt x="473" y="1708"/>
                    <a:pt x="329" y="1913"/>
                  </a:cubicBezTo>
                  <a:cubicBezTo>
                    <a:pt x="220" y="2101"/>
                    <a:pt x="110" y="2289"/>
                    <a:pt x="16" y="2493"/>
                  </a:cubicBezTo>
                  <a:cubicBezTo>
                    <a:pt x="0" y="2556"/>
                    <a:pt x="16" y="2665"/>
                    <a:pt x="47" y="2697"/>
                  </a:cubicBezTo>
                  <a:cubicBezTo>
                    <a:pt x="141" y="2759"/>
                    <a:pt x="235" y="2806"/>
                    <a:pt x="345" y="2822"/>
                  </a:cubicBezTo>
                  <a:cubicBezTo>
                    <a:pt x="356" y="2825"/>
                    <a:pt x="369" y="2826"/>
                    <a:pt x="382" y="2826"/>
                  </a:cubicBezTo>
                  <a:cubicBezTo>
                    <a:pt x="444" y="2826"/>
                    <a:pt x="523" y="2798"/>
                    <a:pt x="549" y="2759"/>
                  </a:cubicBezTo>
                  <a:cubicBezTo>
                    <a:pt x="735" y="2480"/>
                    <a:pt x="983" y="2419"/>
                    <a:pt x="1247" y="2419"/>
                  </a:cubicBezTo>
                  <a:cubicBezTo>
                    <a:pt x="1383" y="2419"/>
                    <a:pt x="1523" y="2435"/>
                    <a:pt x="1662" y="2446"/>
                  </a:cubicBezTo>
                  <a:cubicBezTo>
                    <a:pt x="1735" y="2451"/>
                    <a:pt x="1810" y="2456"/>
                    <a:pt x="1884" y="2456"/>
                  </a:cubicBezTo>
                  <a:cubicBezTo>
                    <a:pt x="2033" y="2456"/>
                    <a:pt x="2179" y="2435"/>
                    <a:pt x="2304" y="2352"/>
                  </a:cubicBezTo>
                  <a:cubicBezTo>
                    <a:pt x="3010" y="1882"/>
                    <a:pt x="3731" y="1411"/>
                    <a:pt x="4154" y="612"/>
                  </a:cubicBezTo>
                  <a:cubicBezTo>
                    <a:pt x="4201" y="518"/>
                    <a:pt x="4217" y="408"/>
                    <a:pt x="4232" y="330"/>
                  </a:cubicBezTo>
                  <a:cubicBezTo>
                    <a:pt x="4185" y="142"/>
                    <a:pt x="4091" y="16"/>
                    <a:pt x="39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8"/>
            <p:cNvSpPr/>
            <p:nvPr/>
          </p:nvSpPr>
          <p:spPr>
            <a:xfrm>
              <a:off x="9889475" y="2226100"/>
              <a:ext cx="9425" cy="8375"/>
            </a:xfrm>
            <a:custGeom>
              <a:avLst/>
              <a:gdLst/>
              <a:ahLst/>
              <a:cxnLst/>
              <a:rect l="l" t="t" r="r" b="b"/>
              <a:pathLst>
                <a:path w="377" h="335" extrusionOk="0">
                  <a:moveTo>
                    <a:pt x="221" y="0"/>
                  </a:moveTo>
                  <a:cubicBezTo>
                    <a:pt x="210" y="0"/>
                    <a:pt x="200" y="1"/>
                    <a:pt x="189" y="3"/>
                  </a:cubicBezTo>
                  <a:cubicBezTo>
                    <a:pt x="142" y="3"/>
                    <a:pt x="63" y="65"/>
                    <a:pt x="48" y="128"/>
                  </a:cubicBezTo>
                  <a:cubicBezTo>
                    <a:pt x="0" y="238"/>
                    <a:pt x="63" y="332"/>
                    <a:pt x="173" y="332"/>
                  </a:cubicBezTo>
                  <a:cubicBezTo>
                    <a:pt x="184" y="333"/>
                    <a:pt x="195" y="334"/>
                    <a:pt x="205" y="334"/>
                  </a:cubicBezTo>
                  <a:cubicBezTo>
                    <a:pt x="298" y="334"/>
                    <a:pt x="363" y="274"/>
                    <a:pt x="377" y="175"/>
                  </a:cubicBezTo>
                  <a:cubicBezTo>
                    <a:pt x="377" y="62"/>
                    <a:pt x="313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9" name="Google Shape;179;p8"/>
          <p:cNvGrpSpPr/>
          <p:nvPr/>
        </p:nvGrpSpPr>
        <p:grpSpPr>
          <a:xfrm rot="-1036576">
            <a:off x="339461" y="3772031"/>
            <a:ext cx="310350" cy="630621"/>
            <a:chOff x="7642550" y="2045675"/>
            <a:chExt cx="534925" cy="1086950"/>
          </a:xfrm>
        </p:grpSpPr>
        <p:sp>
          <p:nvSpPr>
            <p:cNvPr id="180" name="Google Shape;180;p8"/>
            <p:cNvSpPr/>
            <p:nvPr/>
          </p:nvSpPr>
          <p:spPr>
            <a:xfrm>
              <a:off x="7642550" y="2045675"/>
              <a:ext cx="534925" cy="1086950"/>
            </a:xfrm>
            <a:custGeom>
              <a:avLst/>
              <a:gdLst/>
              <a:ahLst/>
              <a:cxnLst/>
              <a:rect l="l" t="t" r="r" b="b"/>
              <a:pathLst>
                <a:path w="21397" h="43478" extrusionOk="0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8"/>
            <p:cNvSpPr/>
            <p:nvPr/>
          </p:nvSpPr>
          <p:spPr>
            <a:xfrm>
              <a:off x="7709175" y="2402375"/>
              <a:ext cx="401950" cy="33925"/>
            </a:xfrm>
            <a:custGeom>
              <a:avLst/>
              <a:gdLst/>
              <a:ahLst/>
              <a:cxnLst/>
              <a:rect l="l" t="t" r="r" b="b"/>
              <a:pathLst>
                <a:path w="16078" h="1357" extrusionOk="0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8"/>
            <p:cNvSpPr/>
            <p:nvPr/>
          </p:nvSpPr>
          <p:spPr>
            <a:xfrm>
              <a:off x="7730725" y="2596350"/>
              <a:ext cx="363200" cy="33250"/>
            </a:xfrm>
            <a:custGeom>
              <a:avLst/>
              <a:gdLst/>
              <a:ahLst/>
              <a:cxnLst/>
              <a:rect l="l" t="t" r="r" b="b"/>
              <a:pathLst>
                <a:path w="14528" h="1330" extrusionOk="0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8"/>
            <p:cNvSpPr/>
            <p:nvPr/>
          </p:nvSpPr>
          <p:spPr>
            <a:xfrm>
              <a:off x="7803225" y="2477575"/>
              <a:ext cx="191250" cy="49050"/>
            </a:xfrm>
            <a:custGeom>
              <a:avLst/>
              <a:gdLst/>
              <a:ahLst/>
              <a:cxnLst/>
              <a:rect l="l" t="t" r="r" b="b"/>
              <a:pathLst>
                <a:path w="7650" h="1962" extrusionOk="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8"/>
            <p:cNvSpPr/>
            <p:nvPr/>
          </p:nvSpPr>
          <p:spPr>
            <a:xfrm>
              <a:off x="7912300" y="2532550"/>
              <a:ext cx="113125" cy="30175"/>
            </a:xfrm>
            <a:custGeom>
              <a:avLst/>
              <a:gdLst/>
              <a:ahLst/>
              <a:cxnLst/>
              <a:rect l="l" t="t" r="r" b="b"/>
              <a:pathLst>
                <a:path w="4525" h="1207" extrusionOk="0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8"/>
            <p:cNvSpPr/>
            <p:nvPr/>
          </p:nvSpPr>
          <p:spPr>
            <a:xfrm>
              <a:off x="7777350" y="2209475"/>
              <a:ext cx="240625" cy="224800"/>
            </a:xfrm>
            <a:custGeom>
              <a:avLst/>
              <a:gdLst/>
              <a:ahLst/>
              <a:cxnLst/>
              <a:rect l="l" t="t" r="r" b="b"/>
              <a:pathLst>
                <a:path w="9625" h="8992" extrusionOk="0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8"/>
            <p:cNvSpPr/>
            <p:nvPr/>
          </p:nvSpPr>
          <p:spPr>
            <a:xfrm>
              <a:off x="7814200" y="2292100"/>
              <a:ext cx="137950" cy="140075"/>
            </a:xfrm>
            <a:custGeom>
              <a:avLst/>
              <a:gdLst/>
              <a:ahLst/>
              <a:cxnLst/>
              <a:rect l="l" t="t" r="r" b="b"/>
              <a:pathLst>
                <a:path w="5518" h="5603" extrusionOk="0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9"/>
          <p:cNvSpPr/>
          <p:nvPr/>
        </p:nvSpPr>
        <p:spPr>
          <a:xfrm rot="4500019" flipH="1">
            <a:off x="7770119" y="-1221683"/>
            <a:ext cx="1040039" cy="2438142"/>
          </a:xfrm>
          <a:custGeom>
            <a:avLst/>
            <a:gdLst/>
            <a:ahLst/>
            <a:cxnLst/>
            <a:rect l="l" t="t" r="r" b="b"/>
            <a:pathLst>
              <a:path w="13643" h="31983" extrusionOk="0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9"/>
          <p:cNvSpPr/>
          <p:nvPr/>
        </p:nvSpPr>
        <p:spPr>
          <a:xfrm rot="4499939" flipH="1">
            <a:off x="7832377" y="-1151162"/>
            <a:ext cx="806712" cy="1891157"/>
          </a:xfrm>
          <a:custGeom>
            <a:avLst/>
            <a:gdLst/>
            <a:ahLst/>
            <a:cxnLst/>
            <a:rect l="l" t="t" r="r" b="b"/>
            <a:pathLst>
              <a:path w="13643" h="31983" extrusionOk="0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9"/>
          <p:cNvSpPr/>
          <p:nvPr/>
        </p:nvSpPr>
        <p:spPr>
          <a:xfrm rot="-8100000" flipH="1">
            <a:off x="8425770" y="3390371"/>
            <a:ext cx="1037767" cy="1974146"/>
          </a:xfrm>
          <a:custGeom>
            <a:avLst/>
            <a:gdLst/>
            <a:ahLst/>
            <a:cxnLst/>
            <a:rect l="l" t="t" r="r" b="b"/>
            <a:pathLst>
              <a:path w="8276" h="15743" extrusionOk="0">
                <a:moveTo>
                  <a:pt x="8151" y="0"/>
                </a:moveTo>
                <a:cubicBezTo>
                  <a:pt x="7741" y="149"/>
                  <a:pt x="7344" y="336"/>
                  <a:pt x="6971" y="584"/>
                </a:cubicBezTo>
                <a:cubicBezTo>
                  <a:pt x="4486" y="2187"/>
                  <a:pt x="5082" y="4610"/>
                  <a:pt x="5530" y="7082"/>
                </a:cubicBezTo>
                <a:cubicBezTo>
                  <a:pt x="5642" y="7679"/>
                  <a:pt x="5666" y="8300"/>
                  <a:pt x="5368" y="8834"/>
                </a:cubicBezTo>
                <a:cubicBezTo>
                  <a:pt x="5115" y="9270"/>
                  <a:pt x="4607" y="9344"/>
                  <a:pt x="4082" y="9344"/>
                </a:cubicBezTo>
                <a:cubicBezTo>
                  <a:pt x="3812" y="9344"/>
                  <a:pt x="3537" y="9325"/>
                  <a:pt x="3290" y="9325"/>
                </a:cubicBezTo>
                <a:cubicBezTo>
                  <a:pt x="3167" y="9325"/>
                  <a:pt x="3051" y="9330"/>
                  <a:pt x="2945" y="9344"/>
                </a:cubicBezTo>
                <a:cubicBezTo>
                  <a:pt x="1753" y="9518"/>
                  <a:pt x="957" y="10798"/>
                  <a:pt x="585" y="11816"/>
                </a:cubicBezTo>
                <a:cubicBezTo>
                  <a:pt x="162" y="12984"/>
                  <a:pt x="1" y="14289"/>
                  <a:pt x="162" y="15544"/>
                </a:cubicBezTo>
                <a:lnTo>
                  <a:pt x="945" y="15743"/>
                </a:lnTo>
                <a:cubicBezTo>
                  <a:pt x="796" y="14364"/>
                  <a:pt x="1082" y="12885"/>
                  <a:pt x="1628" y="11680"/>
                </a:cubicBezTo>
                <a:cubicBezTo>
                  <a:pt x="1939" y="10984"/>
                  <a:pt x="2573" y="10363"/>
                  <a:pt x="3355" y="10263"/>
                </a:cubicBezTo>
                <a:cubicBezTo>
                  <a:pt x="3429" y="10254"/>
                  <a:pt x="3502" y="10250"/>
                  <a:pt x="3576" y="10250"/>
                </a:cubicBezTo>
                <a:cubicBezTo>
                  <a:pt x="3902" y="10250"/>
                  <a:pt x="4229" y="10324"/>
                  <a:pt x="4555" y="10324"/>
                </a:cubicBezTo>
                <a:cubicBezTo>
                  <a:pt x="4652" y="10324"/>
                  <a:pt x="4749" y="10318"/>
                  <a:pt x="4846" y="10301"/>
                </a:cubicBezTo>
                <a:cubicBezTo>
                  <a:pt x="5753" y="10164"/>
                  <a:pt x="6325" y="9505"/>
                  <a:pt x="6611" y="8673"/>
                </a:cubicBezTo>
                <a:cubicBezTo>
                  <a:pt x="7257" y="6747"/>
                  <a:pt x="5555" y="4622"/>
                  <a:pt x="6487" y="2746"/>
                </a:cubicBezTo>
                <a:cubicBezTo>
                  <a:pt x="6834" y="2063"/>
                  <a:pt x="7530" y="1541"/>
                  <a:pt x="8276" y="1230"/>
                </a:cubicBezTo>
                <a:cubicBezTo>
                  <a:pt x="8226" y="820"/>
                  <a:pt x="8189" y="410"/>
                  <a:pt x="81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9"/>
          <p:cNvSpPr/>
          <p:nvPr/>
        </p:nvSpPr>
        <p:spPr>
          <a:xfrm rot="-8100000" flipH="1">
            <a:off x="8476766" y="4198308"/>
            <a:ext cx="386467" cy="735461"/>
          </a:xfrm>
          <a:custGeom>
            <a:avLst/>
            <a:gdLst/>
            <a:ahLst/>
            <a:cxnLst/>
            <a:rect l="l" t="t" r="r" b="b"/>
            <a:pathLst>
              <a:path w="3082" h="5865" extrusionOk="0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9"/>
          <p:cNvSpPr/>
          <p:nvPr/>
        </p:nvSpPr>
        <p:spPr>
          <a:xfrm rot="10800000" flipH="1">
            <a:off x="1225028" y="4917342"/>
            <a:ext cx="124847" cy="97143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9"/>
          <p:cNvSpPr/>
          <p:nvPr/>
        </p:nvSpPr>
        <p:spPr>
          <a:xfrm rot="10800000" flipH="1">
            <a:off x="820263" y="5014481"/>
            <a:ext cx="80803" cy="62093"/>
          </a:xfrm>
          <a:custGeom>
            <a:avLst/>
            <a:gdLst/>
            <a:ahLst/>
            <a:cxnLst/>
            <a:rect l="l" t="t" r="r" b="b"/>
            <a:pathLst>
              <a:path w="1231" h="946" extrusionOk="0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6" name="Google Shape;196;p9"/>
          <p:cNvGrpSpPr/>
          <p:nvPr/>
        </p:nvGrpSpPr>
        <p:grpSpPr>
          <a:xfrm rot="10800000" flipH="1">
            <a:off x="7589905" y="4792131"/>
            <a:ext cx="235200" cy="347570"/>
            <a:chOff x="5446181" y="2529085"/>
            <a:chExt cx="138174" cy="204177"/>
          </a:xfrm>
        </p:grpSpPr>
        <p:sp>
          <p:nvSpPr>
            <p:cNvPr id="197" name="Google Shape;197;p9"/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9"/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9" name="Google Shape;199;p9"/>
          <p:cNvGrpSpPr/>
          <p:nvPr/>
        </p:nvGrpSpPr>
        <p:grpSpPr>
          <a:xfrm rot="10800000" flipH="1">
            <a:off x="30569" y="3385798"/>
            <a:ext cx="296937" cy="438796"/>
            <a:chOff x="5446181" y="2529085"/>
            <a:chExt cx="138174" cy="204177"/>
          </a:xfrm>
        </p:grpSpPr>
        <p:sp>
          <p:nvSpPr>
            <p:cNvPr id="200" name="Google Shape;200;p9"/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9"/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2" name="Google Shape;202;p9"/>
          <p:cNvSpPr/>
          <p:nvPr/>
        </p:nvSpPr>
        <p:spPr>
          <a:xfrm rot="10800000" flipH="1">
            <a:off x="414590" y="4072242"/>
            <a:ext cx="124847" cy="97143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9"/>
          <p:cNvSpPr/>
          <p:nvPr/>
        </p:nvSpPr>
        <p:spPr>
          <a:xfrm rot="10800000" flipH="1">
            <a:off x="8008825" y="4934868"/>
            <a:ext cx="80803" cy="62093"/>
          </a:xfrm>
          <a:custGeom>
            <a:avLst/>
            <a:gdLst/>
            <a:ahLst/>
            <a:cxnLst/>
            <a:rect l="l" t="t" r="r" b="b"/>
            <a:pathLst>
              <a:path w="1231" h="946" extrusionOk="0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9"/>
          <p:cNvSpPr/>
          <p:nvPr/>
        </p:nvSpPr>
        <p:spPr>
          <a:xfrm rot="10800000" flipH="1">
            <a:off x="222578" y="2926155"/>
            <a:ext cx="124847" cy="97144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" name="Google Shape;205;p9"/>
          <p:cNvGrpSpPr/>
          <p:nvPr/>
        </p:nvGrpSpPr>
        <p:grpSpPr>
          <a:xfrm rot="-1095605">
            <a:off x="30745" y="4368549"/>
            <a:ext cx="508851" cy="470788"/>
            <a:chOff x="9444725" y="1971600"/>
            <a:chExt cx="877000" cy="811400"/>
          </a:xfrm>
        </p:grpSpPr>
        <p:sp>
          <p:nvSpPr>
            <p:cNvPr id="206" name="Google Shape;206;p9"/>
            <p:cNvSpPr/>
            <p:nvPr/>
          </p:nvSpPr>
          <p:spPr>
            <a:xfrm>
              <a:off x="9444725" y="1971600"/>
              <a:ext cx="877000" cy="811400"/>
            </a:xfrm>
            <a:custGeom>
              <a:avLst/>
              <a:gdLst/>
              <a:ahLst/>
              <a:cxnLst/>
              <a:rect l="l" t="t" r="r" b="b"/>
              <a:pathLst>
                <a:path w="35080" h="32456" extrusionOk="0">
                  <a:moveTo>
                    <a:pt x="25222" y="4075"/>
                  </a:moveTo>
                  <a:cubicBezTo>
                    <a:pt x="25449" y="4075"/>
                    <a:pt x="25663" y="4208"/>
                    <a:pt x="25878" y="4352"/>
                  </a:cubicBezTo>
                  <a:cubicBezTo>
                    <a:pt x="26114" y="4524"/>
                    <a:pt x="26333" y="4728"/>
                    <a:pt x="26552" y="4947"/>
                  </a:cubicBezTo>
                  <a:cubicBezTo>
                    <a:pt x="26694" y="5104"/>
                    <a:pt x="26850" y="5292"/>
                    <a:pt x="26772" y="5543"/>
                  </a:cubicBezTo>
                  <a:cubicBezTo>
                    <a:pt x="26711" y="5788"/>
                    <a:pt x="26186" y="6108"/>
                    <a:pt x="25898" y="6108"/>
                  </a:cubicBezTo>
                  <a:cubicBezTo>
                    <a:pt x="25892" y="6108"/>
                    <a:pt x="25885" y="6108"/>
                    <a:pt x="25878" y="6107"/>
                  </a:cubicBezTo>
                  <a:cubicBezTo>
                    <a:pt x="25628" y="6060"/>
                    <a:pt x="25314" y="6029"/>
                    <a:pt x="25189" y="5809"/>
                  </a:cubicBezTo>
                  <a:cubicBezTo>
                    <a:pt x="24844" y="5277"/>
                    <a:pt x="24342" y="5104"/>
                    <a:pt x="23778" y="4979"/>
                  </a:cubicBezTo>
                  <a:cubicBezTo>
                    <a:pt x="23715" y="4963"/>
                    <a:pt x="23637" y="4932"/>
                    <a:pt x="23590" y="4869"/>
                  </a:cubicBezTo>
                  <a:cubicBezTo>
                    <a:pt x="23543" y="4822"/>
                    <a:pt x="23480" y="4759"/>
                    <a:pt x="23496" y="4697"/>
                  </a:cubicBezTo>
                  <a:cubicBezTo>
                    <a:pt x="23496" y="4650"/>
                    <a:pt x="23590" y="4571"/>
                    <a:pt x="23637" y="4571"/>
                  </a:cubicBezTo>
                  <a:cubicBezTo>
                    <a:pt x="23756" y="4581"/>
                    <a:pt x="23880" y="4591"/>
                    <a:pt x="24001" y="4591"/>
                  </a:cubicBezTo>
                  <a:cubicBezTo>
                    <a:pt x="24264" y="4591"/>
                    <a:pt x="24516" y="4545"/>
                    <a:pt x="24687" y="4352"/>
                  </a:cubicBezTo>
                  <a:cubicBezTo>
                    <a:pt x="24875" y="4150"/>
                    <a:pt x="25052" y="4075"/>
                    <a:pt x="25222" y="4075"/>
                  </a:cubicBezTo>
                  <a:close/>
                  <a:moveTo>
                    <a:pt x="31553" y="7189"/>
                  </a:moveTo>
                  <a:cubicBezTo>
                    <a:pt x="32085" y="7408"/>
                    <a:pt x="32634" y="7628"/>
                    <a:pt x="33167" y="7847"/>
                  </a:cubicBezTo>
                  <a:cubicBezTo>
                    <a:pt x="33418" y="7957"/>
                    <a:pt x="33433" y="8239"/>
                    <a:pt x="33230" y="8396"/>
                  </a:cubicBezTo>
                  <a:cubicBezTo>
                    <a:pt x="33089" y="8505"/>
                    <a:pt x="32916" y="8600"/>
                    <a:pt x="32759" y="8678"/>
                  </a:cubicBezTo>
                  <a:cubicBezTo>
                    <a:pt x="32701" y="8705"/>
                    <a:pt x="32645" y="8718"/>
                    <a:pt x="32592" y="8718"/>
                  </a:cubicBezTo>
                  <a:cubicBezTo>
                    <a:pt x="32462" y="8718"/>
                    <a:pt x="32352" y="8639"/>
                    <a:pt x="32274" y="8505"/>
                  </a:cubicBezTo>
                  <a:cubicBezTo>
                    <a:pt x="32038" y="8098"/>
                    <a:pt x="31897" y="7628"/>
                    <a:pt x="31553" y="7189"/>
                  </a:cubicBezTo>
                  <a:close/>
                  <a:moveTo>
                    <a:pt x="4201" y="7565"/>
                  </a:moveTo>
                  <a:lnTo>
                    <a:pt x="4201" y="7565"/>
                  </a:lnTo>
                  <a:cubicBezTo>
                    <a:pt x="4326" y="7816"/>
                    <a:pt x="4185" y="7973"/>
                    <a:pt x="4122" y="8129"/>
                  </a:cubicBezTo>
                  <a:cubicBezTo>
                    <a:pt x="3757" y="9206"/>
                    <a:pt x="3363" y="9587"/>
                    <a:pt x="2776" y="9587"/>
                  </a:cubicBezTo>
                  <a:cubicBezTo>
                    <a:pt x="2406" y="9587"/>
                    <a:pt x="1959" y="9435"/>
                    <a:pt x="1395" y="9211"/>
                  </a:cubicBezTo>
                  <a:cubicBezTo>
                    <a:pt x="1097" y="9101"/>
                    <a:pt x="1082" y="8772"/>
                    <a:pt x="1348" y="8600"/>
                  </a:cubicBezTo>
                  <a:cubicBezTo>
                    <a:pt x="1834" y="8317"/>
                    <a:pt x="2320" y="8051"/>
                    <a:pt x="2822" y="7784"/>
                  </a:cubicBezTo>
                  <a:cubicBezTo>
                    <a:pt x="3260" y="7549"/>
                    <a:pt x="3762" y="7722"/>
                    <a:pt x="4201" y="7565"/>
                  </a:cubicBezTo>
                  <a:close/>
                  <a:moveTo>
                    <a:pt x="30232" y="7486"/>
                  </a:moveTo>
                  <a:cubicBezTo>
                    <a:pt x="30520" y="7486"/>
                    <a:pt x="31710" y="8588"/>
                    <a:pt x="31741" y="8866"/>
                  </a:cubicBezTo>
                  <a:cubicBezTo>
                    <a:pt x="31756" y="8976"/>
                    <a:pt x="31709" y="9117"/>
                    <a:pt x="31647" y="9164"/>
                  </a:cubicBezTo>
                  <a:cubicBezTo>
                    <a:pt x="31333" y="9383"/>
                    <a:pt x="31035" y="9587"/>
                    <a:pt x="30690" y="9744"/>
                  </a:cubicBezTo>
                  <a:cubicBezTo>
                    <a:pt x="30111" y="9995"/>
                    <a:pt x="29515" y="10198"/>
                    <a:pt x="28919" y="10418"/>
                  </a:cubicBezTo>
                  <a:cubicBezTo>
                    <a:pt x="28433" y="10606"/>
                    <a:pt x="27932" y="10731"/>
                    <a:pt x="27399" y="10747"/>
                  </a:cubicBezTo>
                  <a:cubicBezTo>
                    <a:pt x="26960" y="10763"/>
                    <a:pt x="26521" y="10841"/>
                    <a:pt x="26192" y="10951"/>
                  </a:cubicBezTo>
                  <a:cubicBezTo>
                    <a:pt x="25894" y="10904"/>
                    <a:pt x="25847" y="10778"/>
                    <a:pt x="25847" y="10622"/>
                  </a:cubicBezTo>
                  <a:cubicBezTo>
                    <a:pt x="25847" y="10386"/>
                    <a:pt x="25941" y="10183"/>
                    <a:pt x="26082" y="10010"/>
                  </a:cubicBezTo>
                  <a:cubicBezTo>
                    <a:pt x="26835" y="9007"/>
                    <a:pt x="27728" y="8176"/>
                    <a:pt x="28935" y="7753"/>
                  </a:cubicBezTo>
                  <a:cubicBezTo>
                    <a:pt x="29342" y="7612"/>
                    <a:pt x="29797" y="7549"/>
                    <a:pt x="30220" y="7487"/>
                  </a:cubicBezTo>
                  <a:cubicBezTo>
                    <a:pt x="30224" y="7486"/>
                    <a:pt x="30228" y="7486"/>
                    <a:pt x="30232" y="7486"/>
                  </a:cubicBezTo>
                  <a:close/>
                  <a:moveTo>
                    <a:pt x="34016" y="8888"/>
                  </a:moveTo>
                  <a:cubicBezTo>
                    <a:pt x="34140" y="8888"/>
                    <a:pt x="34202" y="8982"/>
                    <a:pt x="34202" y="9179"/>
                  </a:cubicBezTo>
                  <a:cubicBezTo>
                    <a:pt x="34217" y="9399"/>
                    <a:pt x="34202" y="9618"/>
                    <a:pt x="34202" y="9853"/>
                  </a:cubicBezTo>
                  <a:cubicBezTo>
                    <a:pt x="34202" y="10402"/>
                    <a:pt x="34186" y="10966"/>
                    <a:pt x="33998" y="11499"/>
                  </a:cubicBezTo>
                  <a:cubicBezTo>
                    <a:pt x="33966" y="11594"/>
                    <a:pt x="33856" y="11654"/>
                    <a:pt x="33754" y="11654"/>
                  </a:cubicBezTo>
                  <a:cubicBezTo>
                    <a:pt x="33705" y="11654"/>
                    <a:pt x="33657" y="11640"/>
                    <a:pt x="33622" y="11609"/>
                  </a:cubicBezTo>
                  <a:cubicBezTo>
                    <a:pt x="33214" y="11264"/>
                    <a:pt x="32901" y="10857"/>
                    <a:pt x="32979" y="10277"/>
                  </a:cubicBezTo>
                  <a:cubicBezTo>
                    <a:pt x="32995" y="10089"/>
                    <a:pt x="33042" y="9900"/>
                    <a:pt x="33010" y="9728"/>
                  </a:cubicBezTo>
                  <a:cubicBezTo>
                    <a:pt x="32948" y="9446"/>
                    <a:pt x="33042" y="9305"/>
                    <a:pt x="33277" y="9211"/>
                  </a:cubicBezTo>
                  <a:cubicBezTo>
                    <a:pt x="33449" y="9132"/>
                    <a:pt x="33606" y="9038"/>
                    <a:pt x="33778" y="8960"/>
                  </a:cubicBezTo>
                  <a:cubicBezTo>
                    <a:pt x="33873" y="8912"/>
                    <a:pt x="33953" y="8888"/>
                    <a:pt x="34016" y="8888"/>
                  </a:cubicBezTo>
                  <a:close/>
                  <a:moveTo>
                    <a:pt x="11974" y="7367"/>
                  </a:moveTo>
                  <a:cubicBezTo>
                    <a:pt x="12260" y="7367"/>
                    <a:pt x="12526" y="7528"/>
                    <a:pt x="12696" y="7784"/>
                  </a:cubicBezTo>
                  <a:cubicBezTo>
                    <a:pt x="12916" y="8129"/>
                    <a:pt x="13041" y="8521"/>
                    <a:pt x="13339" y="8835"/>
                  </a:cubicBezTo>
                  <a:cubicBezTo>
                    <a:pt x="13417" y="8929"/>
                    <a:pt x="13417" y="9117"/>
                    <a:pt x="13402" y="9258"/>
                  </a:cubicBezTo>
                  <a:cubicBezTo>
                    <a:pt x="13323" y="10073"/>
                    <a:pt x="13668" y="10700"/>
                    <a:pt x="14217" y="11248"/>
                  </a:cubicBezTo>
                  <a:cubicBezTo>
                    <a:pt x="14295" y="11327"/>
                    <a:pt x="14373" y="11405"/>
                    <a:pt x="14436" y="11499"/>
                  </a:cubicBezTo>
                  <a:cubicBezTo>
                    <a:pt x="14468" y="11562"/>
                    <a:pt x="14468" y="11656"/>
                    <a:pt x="14436" y="11703"/>
                  </a:cubicBezTo>
                  <a:cubicBezTo>
                    <a:pt x="14421" y="11766"/>
                    <a:pt x="14342" y="11828"/>
                    <a:pt x="14279" y="11828"/>
                  </a:cubicBezTo>
                  <a:cubicBezTo>
                    <a:pt x="14013" y="11828"/>
                    <a:pt x="13762" y="11813"/>
                    <a:pt x="13496" y="11781"/>
                  </a:cubicBezTo>
                  <a:cubicBezTo>
                    <a:pt x="12364" y="11595"/>
                    <a:pt x="11219" y="11448"/>
                    <a:pt x="10050" y="11448"/>
                  </a:cubicBezTo>
                  <a:cubicBezTo>
                    <a:pt x="9939" y="11448"/>
                    <a:pt x="9829" y="11450"/>
                    <a:pt x="9718" y="11452"/>
                  </a:cubicBezTo>
                  <a:cubicBezTo>
                    <a:pt x="9681" y="11454"/>
                    <a:pt x="9643" y="11455"/>
                    <a:pt x="9605" y="11455"/>
                  </a:cubicBezTo>
                  <a:cubicBezTo>
                    <a:pt x="9279" y="11455"/>
                    <a:pt x="8944" y="11397"/>
                    <a:pt x="8621" y="11327"/>
                  </a:cubicBezTo>
                  <a:cubicBezTo>
                    <a:pt x="7822" y="11123"/>
                    <a:pt x="7038" y="10888"/>
                    <a:pt x="6254" y="10669"/>
                  </a:cubicBezTo>
                  <a:cubicBezTo>
                    <a:pt x="6040" y="10607"/>
                    <a:pt x="5840" y="10516"/>
                    <a:pt x="5685" y="10351"/>
                  </a:cubicBezTo>
                  <a:lnTo>
                    <a:pt x="5685" y="10351"/>
                  </a:lnTo>
                  <a:cubicBezTo>
                    <a:pt x="5882" y="10203"/>
                    <a:pt x="6105" y="10081"/>
                    <a:pt x="6286" y="9916"/>
                  </a:cubicBezTo>
                  <a:cubicBezTo>
                    <a:pt x="6615" y="9603"/>
                    <a:pt x="6991" y="9399"/>
                    <a:pt x="7414" y="9227"/>
                  </a:cubicBezTo>
                  <a:cubicBezTo>
                    <a:pt x="7838" y="9041"/>
                    <a:pt x="8261" y="8943"/>
                    <a:pt x="8693" y="8943"/>
                  </a:cubicBezTo>
                  <a:cubicBezTo>
                    <a:pt x="8917" y="8943"/>
                    <a:pt x="9143" y="8969"/>
                    <a:pt x="9373" y="9023"/>
                  </a:cubicBezTo>
                  <a:cubicBezTo>
                    <a:pt x="9475" y="9048"/>
                    <a:pt x="9572" y="9059"/>
                    <a:pt x="9666" y="9059"/>
                  </a:cubicBezTo>
                  <a:cubicBezTo>
                    <a:pt x="9862" y="9059"/>
                    <a:pt x="10045" y="9013"/>
                    <a:pt x="10235" y="8960"/>
                  </a:cubicBezTo>
                  <a:cubicBezTo>
                    <a:pt x="10612" y="8866"/>
                    <a:pt x="10862" y="8678"/>
                    <a:pt x="10878" y="8286"/>
                  </a:cubicBezTo>
                  <a:cubicBezTo>
                    <a:pt x="10878" y="7706"/>
                    <a:pt x="11301" y="7549"/>
                    <a:pt x="11725" y="7408"/>
                  </a:cubicBezTo>
                  <a:cubicBezTo>
                    <a:pt x="11808" y="7380"/>
                    <a:pt x="11892" y="7367"/>
                    <a:pt x="11974" y="7367"/>
                  </a:cubicBezTo>
                  <a:close/>
                  <a:moveTo>
                    <a:pt x="17601" y="766"/>
                  </a:moveTo>
                  <a:cubicBezTo>
                    <a:pt x="18204" y="766"/>
                    <a:pt x="18761" y="1061"/>
                    <a:pt x="19311" y="1421"/>
                  </a:cubicBezTo>
                  <a:cubicBezTo>
                    <a:pt x="20095" y="1922"/>
                    <a:pt x="20957" y="2298"/>
                    <a:pt x="21584" y="3019"/>
                  </a:cubicBezTo>
                  <a:cubicBezTo>
                    <a:pt x="21838" y="3301"/>
                    <a:pt x="22161" y="3422"/>
                    <a:pt x="22523" y="3422"/>
                  </a:cubicBezTo>
                  <a:cubicBezTo>
                    <a:pt x="22585" y="3422"/>
                    <a:pt x="22648" y="3418"/>
                    <a:pt x="22712" y="3411"/>
                  </a:cubicBezTo>
                  <a:cubicBezTo>
                    <a:pt x="22776" y="3407"/>
                    <a:pt x="22839" y="3405"/>
                    <a:pt x="22902" y="3405"/>
                  </a:cubicBezTo>
                  <a:cubicBezTo>
                    <a:pt x="23289" y="3405"/>
                    <a:pt x="23663" y="3489"/>
                    <a:pt x="24013" y="3678"/>
                  </a:cubicBezTo>
                  <a:cubicBezTo>
                    <a:pt x="24060" y="3693"/>
                    <a:pt x="24107" y="3803"/>
                    <a:pt x="24107" y="3866"/>
                  </a:cubicBezTo>
                  <a:cubicBezTo>
                    <a:pt x="24092" y="3913"/>
                    <a:pt x="24029" y="3991"/>
                    <a:pt x="23966" y="4007"/>
                  </a:cubicBezTo>
                  <a:cubicBezTo>
                    <a:pt x="23921" y="4009"/>
                    <a:pt x="23875" y="4010"/>
                    <a:pt x="23828" y="4010"/>
                  </a:cubicBezTo>
                  <a:cubicBezTo>
                    <a:pt x="23710" y="4010"/>
                    <a:pt x="23588" y="4005"/>
                    <a:pt x="23468" y="4005"/>
                  </a:cubicBezTo>
                  <a:cubicBezTo>
                    <a:pt x="23339" y="4005"/>
                    <a:pt x="23211" y="4011"/>
                    <a:pt x="23088" y="4038"/>
                  </a:cubicBezTo>
                  <a:cubicBezTo>
                    <a:pt x="22603" y="4117"/>
                    <a:pt x="22461" y="4603"/>
                    <a:pt x="22759" y="4979"/>
                  </a:cubicBezTo>
                  <a:cubicBezTo>
                    <a:pt x="22994" y="5292"/>
                    <a:pt x="23324" y="5465"/>
                    <a:pt x="23700" y="5543"/>
                  </a:cubicBezTo>
                  <a:cubicBezTo>
                    <a:pt x="23998" y="5621"/>
                    <a:pt x="24264" y="5700"/>
                    <a:pt x="24468" y="5966"/>
                  </a:cubicBezTo>
                  <a:cubicBezTo>
                    <a:pt x="24781" y="6374"/>
                    <a:pt x="25283" y="6468"/>
                    <a:pt x="25753" y="6578"/>
                  </a:cubicBezTo>
                  <a:cubicBezTo>
                    <a:pt x="25863" y="6605"/>
                    <a:pt x="25971" y="6618"/>
                    <a:pt x="26076" y="6618"/>
                  </a:cubicBezTo>
                  <a:cubicBezTo>
                    <a:pt x="26450" y="6618"/>
                    <a:pt x="26792" y="6451"/>
                    <a:pt x="27085" y="6170"/>
                  </a:cubicBezTo>
                  <a:cubicBezTo>
                    <a:pt x="27177" y="6088"/>
                    <a:pt x="27279" y="6048"/>
                    <a:pt x="27383" y="6048"/>
                  </a:cubicBezTo>
                  <a:cubicBezTo>
                    <a:pt x="27456" y="6048"/>
                    <a:pt x="27531" y="6068"/>
                    <a:pt x="27603" y="6107"/>
                  </a:cubicBezTo>
                  <a:cubicBezTo>
                    <a:pt x="28057" y="6389"/>
                    <a:pt x="28527" y="6593"/>
                    <a:pt x="29123" y="6719"/>
                  </a:cubicBezTo>
                  <a:cubicBezTo>
                    <a:pt x="28841" y="7220"/>
                    <a:pt x="28449" y="7424"/>
                    <a:pt x="28057" y="7581"/>
                  </a:cubicBezTo>
                  <a:cubicBezTo>
                    <a:pt x="26788" y="8067"/>
                    <a:pt x="26035" y="9085"/>
                    <a:pt x="25283" y="10120"/>
                  </a:cubicBezTo>
                  <a:cubicBezTo>
                    <a:pt x="25079" y="10402"/>
                    <a:pt x="24954" y="10684"/>
                    <a:pt x="25220" y="11029"/>
                  </a:cubicBezTo>
                  <a:cubicBezTo>
                    <a:pt x="25346" y="11201"/>
                    <a:pt x="25126" y="11280"/>
                    <a:pt x="25001" y="11327"/>
                  </a:cubicBezTo>
                  <a:cubicBezTo>
                    <a:pt x="24944" y="11352"/>
                    <a:pt x="24885" y="11369"/>
                    <a:pt x="24830" y="11369"/>
                  </a:cubicBezTo>
                  <a:cubicBezTo>
                    <a:pt x="24747" y="11369"/>
                    <a:pt x="24672" y="11330"/>
                    <a:pt x="24624" y="11217"/>
                  </a:cubicBezTo>
                  <a:cubicBezTo>
                    <a:pt x="24593" y="11154"/>
                    <a:pt x="24577" y="11076"/>
                    <a:pt x="24562" y="11013"/>
                  </a:cubicBezTo>
                  <a:cubicBezTo>
                    <a:pt x="24452" y="9979"/>
                    <a:pt x="23919" y="9195"/>
                    <a:pt x="23135" y="8553"/>
                  </a:cubicBezTo>
                  <a:cubicBezTo>
                    <a:pt x="22900" y="8349"/>
                    <a:pt x="22712" y="8161"/>
                    <a:pt x="22791" y="7800"/>
                  </a:cubicBezTo>
                  <a:cubicBezTo>
                    <a:pt x="22869" y="7518"/>
                    <a:pt x="22681" y="7283"/>
                    <a:pt x="22461" y="7126"/>
                  </a:cubicBezTo>
                  <a:cubicBezTo>
                    <a:pt x="22164" y="6922"/>
                    <a:pt x="21834" y="6719"/>
                    <a:pt x="21521" y="6531"/>
                  </a:cubicBezTo>
                  <a:cubicBezTo>
                    <a:pt x="21051" y="6248"/>
                    <a:pt x="20596" y="5904"/>
                    <a:pt x="20643" y="5324"/>
                  </a:cubicBezTo>
                  <a:cubicBezTo>
                    <a:pt x="20690" y="4634"/>
                    <a:pt x="20236" y="4367"/>
                    <a:pt x="19781" y="4179"/>
                  </a:cubicBezTo>
                  <a:cubicBezTo>
                    <a:pt x="19541" y="4081"/>
                    <a:pt x="19297" y="4031"/>
                    <a:pt x="19054" y="4031"/>
                  </a:cubicBezTo>
                  <a:cubicBezTo>
                    <a:pt x="18678" y="4031"/>
                    <a:pt x="18306" y="4151"/>
                    <a:pt x="17963" y="4399"/>
                  </a:cubicBezTo>
                  <a:cubicBezTo>
                    <a:pt x="17900" y="4446"/>
                    <a:pt x="17853" y="4509"/>
                    <a:pt x="17822" y="4571"/>
                  </a:cubicBezTo>
                  <a:cubicBezTo>
                    <a:pt x="17790" y="4665"/>
                    <a:pt x="17743" y="4791"/>
                    <a:pt x="17775" y="4885"/>
                  </a:cubicBezTo>
                  <a:cubicBezTo>
                    <a:pt x="17794" y="4952"/>
                    <a:pt x="17861" y="4984"/>
                    <a:pt x="17931" y="4984"/>
                  </a:cubicBezTo>
                  <a:cubicBezTo>
                    <a:pt x="17975" y="4984"/>
                    <a:pt x="18021" y="4972"/>
                    <a:pt x="18057" y="4947"/>
                  </a:cubicBezTo>
                  <a:cubicBezTo>
                    <a:pt x="18402" y="4681"/>
                    <a:pt x="18794" y="4618"/>
                    <a:pt x="19217" y="4618"/>
                  </a:cubicBezTo>
                  <a:cubicBezTo>
                    <a:pt x="19656" y="4634"/>
                    <a:pt x="19985" y="4853"/>
                    <a:pt x="19985" y="5277"/>
                  </a:cubicBezTo>
                  <a:cubicBezTo>
                    <a:pt x="20001" y="6107"/>
                    <a:pt x="20549" y="6531"/>
                    <a:pt x="21129" y="6969"/>
                  </a:cubicBezTo>
                  <a:cubicBezTo>
                    <a:pt x="21427" y="7189"/>
                    <a:pt x="21740" y="7393"/>
                    <a:pt x="22038" y="7612"/>
                  </a:cubicBezTo>
                  <a:cubicBezTo>
                    <a:pt x="22117" y="7690"/>
                    <a:pt x="22132" y="7816"/>
                    <a:pt x="22070" y="7910"/>
                  </a:cubicBezTo>
                  <a:cubicBezTo>
                    <a:pt x="22031" y="7949"/>
                    <a:pt x="21960" y="7977"/>
                    <a:pt x="21902" y="7977"/>
                  </a:cubicBezTo>
                  <a:cubicBezTo>
                    <a:pt x="21889" y="7977"/>
                    <a:pt x="21877" y="7975"/>
                    <a:pt x="21866" y="7973"/>
                  </a:cubicBezTo>
                  <a:cubicBezTo>
                    <a:pt x="21683" y="7928"/>
                    <a:pt x="21509" y="7908"/>
                    <a:pt x="21341" y="7908"/>
                  </a:cubicBezTo>
                  <a:cubicBezTo>
                    <a:pt x="20443" y="7908"/>
                    <a:pt x="19735" y="8480"/>
                    <a:pt x="18982" y="8929"/>
                  </a:cubicBezTo>
                  <a:cubicBezTo>
                    <a:pt x="18888" y="8976"/>
                    <a:pt x="18841" y="9101"/>
                    <a:pt x="18919" y="9211"/>
                  </a:cubicBezTo>
                  <a:cubicBezTo>
                    <a:pt x="18960" y="9261"/>
                    <a:pt x="19015" y="9280"/>
                    <a:pt x="19073" y="9280"/>
                  </a:cubicBezTo>
                  <a:cubicBezTo>
                    <a:pt x="19126" y="9280"/>
                    <a:pt x="19181" y="9264"/>
                    <a:pt x="19233" y="9242"/>
                  </a:cubicBezTo>
                  <a:cubicBezTo>
                    <a:pt x="19562" y="9070"/>
                    <a:pt x="19891" y="8882"/>
                    <a:pt x="20220" y="8725"/>
                  </a:cubicBezTo>
                  <a:cubicBezTo>
                    <a:pt x="20522" y="8570"/>
                    <a:pt x="20823" y="8500"/>
                    <a:pt x="21126" y="8500"/>
                  </a:cubicBezTo>
                  <a:cubicBezTo>
                    <a:pt x="21438" y="8500"/>
                    <a:pt x="21752" y="8574"/>
                    <a:pt x="22070" y="8709"/>
                  </a:cubicBezTo>
                  <a:cubicBezTo>
                    <a:pt x="23198" y="9195"/>
                    <a:pt x="23778" y="10089"/>
                    <a:pt x="23919" y="11296"/>
                  </a:cubicBezTo>
                  <a:cubicBezTo>
                    <a:pt x="23935" y="11452"/>
                    <a:pt x="23856" y="11578"/>
                    <a:pt x="23700" y="11640"/>
                  </a:cubicBezTo>
                  <a:cubicBezTo>
                    <a:pt x="23621" y="11656"/>
                    <a:pt x="23559" y="11687"/>
                    <a:pt x="23480" y="11703"/>
                  </a:cubicBezTo>
                  <a:cubicBezTo>
                    <a:pt x="22367" y="11844"/>
                    <a:pt x="21255" y="12001"/>
                    <a:pt x="20142" y="12126"/>
                  </a:cubicBezTo>
                  <a:cubicBezTo>
                    <a:pt x="19546" y="12189"/>
                    <a:pt x="18950" y="12205"/>
                    <a:pt x="18355" y="12267"/>
                  </a:cubicBezTo>
                  <a:cubicBezTo>
                    <a:pt x="18222" y="12282"/>
                    <a:pt x="18089" y="12288"/>
                    <a:pt x="17957" y="12288"/>
                  </a:cubicBezTo>
                  <a:cubicBezTo>
                    <a:pt x="17232" y="12288"/>
                    <a:pt x="16516" y="12098"/>
                    <a:pt x="15800" y="12032"/>
                  </a:cubicBezTo>
                  <a:cubicBezTo>
                    <a:pt x="15298" y="12001"/>
                    <a:pt x="15000" y="11781"/>
                    <a:pt x="15157" y="11092"/>
                  </a:cubicBezTo>
                  <a:cubicBezTo>
                    <a:pt x="15204" y="10841"/>
                    <a:pt x="15236" y="10700"/>
                    <a:pt x="14875" y="10700"/>
                  </a:cubicBezTo>
                  <a:cubicBezTo>
                    <a:pt x="14326" y="10684"/>
                    <a:pt x="14123" y="10245"/>
                    <a:pt x="14029" y="9791"/>
                  </a:cubicBezTo>
                  <a:cubicBezTo>
                    <a:pt x="13966" y="9587"/>
                    <a:pt x="14044" y="9352"/>
                    <a:pt x="14013" y="9132"/>
                  </a:cubicBezTo>
                  <a:cubicBezTo>
                    <a:pt x="13997" y="8944"/>
                    <a:pt x="13982" y="8709"/>
                    <a:pt x="13856" y="8615"/>
                  </a:cubicBezTo>
                  <a:cubicBezTo>
                    <a:pt x="13417" y="8255"/>
                    <a:pt x="13308" y="7737"/>
                    <a:pt x="13088" y="7267"/>
                  </a:cubicBezTo>
                  <a:cubicBezTo>
                    <a:pt x="12916" y="6938"/>
                    <a:pt x="12665" y="6797"/>
                    <a:pt x="12273" y="6781"/>
                  </a:cubicBezTo>
                  <a:cubicBezTo>
                    <a:pt x="12237" y="6779"/>
                    <a:pt x="12201" y="6778"/>
                    <a:pt x="12166" y="6778"/>
                  </a:cubicBezTo>
                  <a:cubicBezTo>
                    <a:pt x="11497" y="6778"/>
                    <a:pt x="10975" y="7188"/>
                    <a:pt x="10424" y="7471"/>
                  </a:cubicBezTo>
                  <a:cubicBezTo>
                    <a:pt x="10235" y="7565"/>
                    <a:pt x="10251" y="7784"/>
                    <a:pt x="10188" y="7957"/>
                  </a:cubicBezTo>
                  <a:cubicBezTo>
                    <a:pt x="10056" y="8307"/>
                    <a:pt x="9970" y="8424"/>
                    <a:pt x="9715" y="8424"/>
                  </a:cubicBezTo>
                  <a:cubicBezTo>
                    <a:pt x="9639" y="8424"/>
                    <a:pt x="9548" y="8414"/>
                    <a:pt x="9436" y="8396"/>
                  </a:cubicBezTo>
                  <a:cubicBezTo>
                    <a:pt x="9169" y="8358"/>
                    <a:pt x="8897" y="8296"/>
                    <a:pt x="8629" y="8296"/>
                  </a:cubicBezTo>
                  <a:cubicBezTo>
                    <a:pt x="8456" y="8296"/>
                    <a:pt x="8285" y="8322"/>
                    <a:pt x="8119" y="8396"/>
                  </a:cubicBezTo>
                  <a:cubicBezTo>
                    <a:pt x="7304" y="8756"/>
                    <a:pt x="6395" y="8897"/>
                    <a:pt x="5737" y="9571"/>
                  </a:cubicBezTo>
                  <a:cubicBezTo>
                    <a:pt x="5454" y="9855"/>
                    <a:pt x="5525" y="10067"/>
                    <a:pt x="5641" y="10330"/>
                  </a:cubicBezTo>
                  <a:lnTo>
                    <a:pt x="5641" y="10330"/>
                  </a:lnTo>
                  <a:cubicBezTo>
                    <a:pt x="5150" y="10193"/>
                    <a:pt x="4645" y="10081"/>
                    <a:pt x="4201" y="9759"/>
                  </a:cubicBezTo>
                  <a:cubicBezTo>
                    <a:pt x="4467" y="9148"/>
                    <a:pt x="4687" y="8537"/>
                    <a:pt x="4969" y="7988"/>
                  </a:cubicBezTo>
                  <a:cubicBezTo>
                    <a:pt x="5486" y="7016"/>
                    <a:pt x="6301" y="6342"/>
                    <a:pt x="7320" y="6013"/>
                  </a:cubicBezTo>
                  <a:cubicBezTo>
                    <a:pt x="8135" y="5747"/>
                    <a:pt x="8825" y="5355"/>
                    <a:pt x="9373" y="4712"/>
                  </a:cubicBezTo>
                  <a:cubicBezTo>
                    <a:pt x="9859" y="4164"/>
                    <a:pt x="10455" y="3913"/>
                    <a:pt x="11192" y="3756"/>
                  </a:cubicBezTo>
                  <a:cubicBezTo>
                    <a:pt x="12163" y="3537"/>
                    <a:pt x="13120" y="3145"/>
                    <a:pt x="13841" y="2392"/>
                  </a:cubicBezTo>
                  <a:cubicBezTo>
                    <a:pt x="14624" y="1577"/>
                    <a:pt x="15549" y="1060"/>
                    <a:pt x="16693" y="997"/>
                  </a:cubicBezTo>
                  <a:cubicBezTo>
                    <a:pt x="17009" y="834"/>
                    <a:pt x="17311" y="766"/>
                    <a:pt x="17601" y="766"/>
                  </a:cubicBezTo>
                  <a:close/>
                  <a:moveTo>
                    <a:pt x="28606" y="17722"/>
                  </a:moveTo>
                  <a:cubicBezTo>
                    <a:pt x="28605" y="17728"/>
                    <a:pt x="28604" y="17734"/>
                    <a:pt x="28603" y="17740"/>
                  </a:cubicBezTo>
                  <a:lnTo>
                    <a:pt x="28603" y="17740"/>
                  </a:lnTo>
                  <a:cubicBezTo>
                    <a:pt x="28614" y="17739"/>
                    <a:pt x="28625" y="17738"/>
                    <a:pt x="28637" y="17738"/>
                  </a:cubicBezTo>
                  <a:lnTo>
                    <a:pt x="28606" y="17722"/>
                  </a:lnTo>
                  <a:close/>
                  <a:moveTo>
                    <a:pt x="1019" y="9973"/>
                  </a:moveTo>
                  <a:cubicBezTo>
                    <a:pt x="1104" y="9973"/>
                    <a:pt x="1203" y="9986"/>
                    <a:pt x="1317" y="10010"/>
                  </a:cubicBezTo>
                  <a:cubicBezTo>
                    <a:pt x="1787" y="10120"/>
                    <a:pt x="2273" y="10230"/>
                    <a:pt x="2743" y="10339"/>
                  </a:cubicBezTo>
                  <a:cubicBezTo>
                    <a:pt x="2900" y="10386"/>
                    <a:pt x="3010" y="10527"/>
                    <a:pt x="2963" y="10684"/>
                  </a:cubicBezTo>
                  <a:cubicBezTo>
                    <a:pt x="2774" y="11343"/>
                    <a:pt x="2759" y="12111"/>
                    <a:pt x="2069" y="12549"/>
                  </a:cubicBezTo>
                  <a:cubicBezTo>
                    <a:pt x="1975" y="12596"/>
                    <a:pt x="1897" y="12691"/>
                    <a:pt x="1818" y="12785"/>
                  </a:cubicBezTo>
                  <a:cubicBezTo>
                    <a:pt x="1630" y="13020"/>
                    <a:pt x="1615" y="13427"/>
                    <a:pt x="1803" y="13459"/>
                  </a:cubicBezTo>
                  <a:cubicBezTo>
                    <a:pt x="1841" y="13468"/>
                    <a:pt x="1877" y="13473"/>
                    <a:pt x="1912" y="13473"/>
                  </a:cubicBezTo>
                  <a:cubicBezTo>
                    <a:pt x="2105" y="13473"/>
                    <a:pt x="2245" y="13334"/>
                    <a:pt x="2351" y="13161"/>
                  </a:cubicBezTo>
                  <a:cubicBezTo>
                    <a:pt x="2602" y="12753"/>
                    <a:pt x="2837" y="12314"/>
                    <a:pt x="3072" y="11891"/>
                  </a:cubicBezTo>
                  <a:cubicBezTo>
                    <a:pt x="3119" y="11797"/>
                    <a:pt x="3135" y="11687"/>
                    <a:pt x="3182" y="11578"/>
                  </a:cubicBezTo>
                  <a:cubicBezTo>
                    <a:pt x="3460" y="11011"/>
                    <a:pt x="3856" y="10688"/>
                    <a:pt x="4348" y="10688"/>
                  </a:cubicBezTo>
                  <a:cubicBezTo>
                    <a:pt x="4550" y="10688"/>
                    <a:pt x="4768" y="10743"/>
                    <a:pt x="5000" y="10857"/>
                  </a:cubicBezTo>
                  <a:cubicBezTo>
                    <a:pt x="5815" y="11248"/>
                    <a:pt x="6693" y="11437"/>
                    <a:pt x="7539" y="11719"/>
                  </a:cubicBezTo>
                  <a:cubicBezTo>
                    <a:pt x="8506" y="12050"/>
                    <a:pt x="9495" y="12258"/>
                    <a:pt x="10506" y="12258"/>
                  </a:cubicBezTo>
                  <a:cubicBezTo>
                    <a:pt x="10692" y="12258"/>
                    <a:pt x="10879" y="12251"/>
                    <a:pt x="11066" y="12236"/>
                  </a:cubicBezTo>
                  <a:cubicBezTo>
                    <a:pt x="11151" y="12229"/>
                    <a:pt x="11236" y="12226"/>
                    <a:pt x="11321" y="12226"/>
                  </a:cubicBezTo>
                  <a:cubicBezTo>
                    <a:pt x="11612" y="12226"/>
                    <a:pt x="11903" y="12262"/>
                    <a:pt x="12195" y="12299"/>
                  </a:cubicBezTo>
                  <a:cubicBezTo>
                    <a:pt x="13261" y="12424"/>
                    <a:pt x="14342" y="12565"/>
                    <a:pt x="15439" y="12706"/>
                  </a:cubicBezTo>
                  <a:cubicBezTo>
                    <a:pt x="15721" y="13380"/>
                    <a:pt x="15878" y="14054"/>
                    <a:pt x="16051" y="14728"/>
                  </a:cubicBezTo>
                  <a:cubicBezTo>
                    <a:pt x="16066" y="14807"/>
                    <a:pt x="16223" y="14885"/>
                    <a:pt x="16301" y="14901"/>
                  </a:cubicBezTo>
                  <a:cubicBezTo>
                    <a:pt x="16427" y="14901"/>
                    <a:pt x="16490" y="14775"/>
                    <a:pt x="16490" y="14665"/>
                  </a:cubicBezTo>
                  <a:cubicBezTo>
                    <a:pt x="16552" y="14054"/>
                    <a:pt x="16474" y="13474"/>
                    <a:pt x="15941" y="12957"/>
                  </a:cubicBezTo>
                  <a:cubicBezTo>
                    <a:pt x="16224" y="12810"/>
                    <a:pt x="16466" y="12736"/>
                    <a:pt x="16697" y="12736"/>
                  </a:cubicBezTo>
                  <a:cubicBezTo>
                    <a:pt x="16786" y="12736"/>
                    <a:pt x="16873" y="12747"/>
                    <a:pt x="16960" y="12769"/>
                  </a:cubicBezTo>
                  <a:cubicBezTo>
                    <a:pt x="17201" y="12832"/>
                    <a:pt x="17442" y="12852"/>
                    <a:pt x="17684" y="12852"/>
                  </a:cubicBezTo>
                  <a:cubicBezTo>
                    <a:pt x="18038" y="12852"/>
                    <a:pt x="18392" y="12810"/>
                    <a:pt x="18747" y="12800"/>
                  </a:cubicBezTo>
                  <a:cubicBezTo>
                    <a:pt x="19091" y="12785"/>
                    <a:pt x="19421" y="12785"/>
                    <a:pt x="19765" y="12769"/>
                  </a:cubicBezTo>
                  <a:cubicBezTo>
                    <a:pt x="19885" y="12769"/>
                    <a:pt x="20004" y="12771"/>
                    <a:pt x="20123" y="12771"/>
                  </a:cubicBezTo>
                  <a:cubicBezTo>
                    <a:pt x="20302" y="12771"/>
                    <a:pt x="20480" y="12766"/>
                    <a:pt x="20659" y="12738"/>
                  </a:cubicBezTo>
                  <a:cubicBezTo>
                    <a:pt x="22101" y="12534"/>
                    <a:pt x="23574" y="12424"/>
                    <a:pt x="24969" y="12048"/>
                  </a:cubicBezTo>
                  <a:cubicBezTo>
                    <a:pt x="26051" y="11750"/>
                    <a:pt x="27117" y="11484"/>
                    <a:pt x="28214" y="11264"/>
                  </a:cubicBezTo>
                  <a:cubicBezTo>
                    <a:pt x="29154" y="11092"/>
                    <a:pt x="30095" y="10778"/>
                    <a:pt x="30957" y="10308"/>
                  </a:cubicBezTo>
                  <a:cubicBezTo>
                    <a:pt x="31051" y="10245"/>
                    <a:pt x="31161" y="10183"/>
                    <a:pt x="31255" y="10167"/>
                  </a:cubicBezTo>
                  <a:cubicBezTo>
                    <a:pt x="31577" y="10081"/>
                    <a:pt x="31809" y="9988"/>
                    <a:pt x="31986" y="9988"/>
                  </a:cubicBezTo>
                  <a:cubicBezTo>
                    <a:pt x="32231" y="9988"/>
                    <a:pt x="32372" y="10167"/>
                    <a:pt x="32509" y="10794"/>
                  </a:cubicBezTo>
                  <a:cubicBezTo>
                    <a:pt x="32587" y="11170"/>
                    <a:pt x="32744" y="11484"/>
                    <a:pt x="33010" y="11781"/>
                  </a:cubicBezTo>
                  <a:cubicBezTo>
                    <a:pt x="33731" y="12596"/>
                    <a:pt x="33747" y="13537"/>
                    <a:pt x="33402" y="14509"/>
                  </a:cubicBezTo>
                  <a:cubicBezTo>
                    <a:pt x="32932" y="15810"/>
                    <a:pt x="32430" y="17095"/>
                    <a:pt x="32101" y="18443"/>
                  </a:cubicBezTo>
                  <a:cubicBezTo>
                    <a:pt x="31835" y="19540"/>
                    <a:pt x="31364" y="20575"/>
                    <a:pt x="30675" y="21484"/>
                  </a:cubicBezTo>
                  <a:cubicBezTo>
                    <a:pt x="30495" y="21716"/>
                    <a:pt x="30197" y="21853"/>
                    <a:pt x="29921" y="21853"/>
                  </a:cubicBezTo>
                  <a:cubicBezTo>
                    <a:pt x="29692" y="21853"/>
                    <a:pt x="29479" y="21759"/>
                    <a:pt x="29358" y="21547"/>
                  </a:cubicBezTo>
                  <a:cubicBezTo>
                    <a:pt x="29029" y="20982"/>
                    <a:pt x="28277" y="20700"/>
                    <a:pt x="28292" y="19901"/>
                  </a:cubicBezTo>
                  <a:cubicBezTo>
                    <a:pt x="28292" y="19666"/>
                    <a:pt x="28041" y="19446"/>
                    <a:pt x="27900" y="19227"/>
                  </a:cubicBezTo>
                  <a:cubicBezTo>
                    <a:pt x="27759" y="19007"/>
                    <a:pt x="27822" y="18804"/>
                    <a:pt x="27947" y="18600"/>
                  </a:cubicBezTo>
                  <a:cubicBezTo>
                    <a:pt x="28133" y="18291"/>
                    <a:pt x="28531" y="18134"/>
                    <a:pt x="28603" y="17740"/>
                  </a:cubicBezTo>
                  <a:lnTo>
                    <a:pt x="28603" y="17740"/>
                  </a:lnTo>
                  <a:cubicBezTo>
                    <a:pt x="28234" y="17772"/>
                    <a:pt x="28049" y="18073"/>
                    <a:pt x="27791" y="18271"/>
                  </a:cubicBezTo>
                  <a:cubicBezTo>
                    <a:pt x="27630" y="18393"/>
                    <a:pt x="27476" y="18465"/>
                    <a:pt x="27313" y="18465"/>
                  </a:cubicBezTo>
                  <a:cubicBezTo>
                    <a:pt x="27205" y="18465"/>
                    <a:pt x="27094" y="18433"/>
                    <a:pt x="26976" y="18365"/>
                  </a:cubicBezTo>
                  <a:cubicBezTo>
                    <a:pt x="26850" y="18286"/>
                    <a:pt x="26725" y="18192"/>
                    <a:pt x="26584" y="18114"/>
                  </a:cubicBezTo>
                  <a:cubicBezTo>
                    <a:pt x="26488" y="18047"/>
                    <a:pt x="26388" y="18016"/>
                    <a:pt x="26288" y="18016"/>
                  </a:cubicBezTo>
                  <a:cubicBezTo>
                    <a:pt x="26176" y="18016"/>
                    <a:pt x="26064" y="18055"/>
                    <a:pt x="25957" y="18130"/>
                  </a:cubicBezTo>
                  <a:cubicBezTo>
                    <a:pt x="25502" y="18459"/>
                    <a:pt x="25063" y="18804"/>
                    <a:pt x="24624" y="19148"/>
                  </a:cubicBezTo>
                  <a:cubicBezTo>
                    <a:pt x="24548" y="19200"/>
                    <a:pt x="24473" y="19225"/>
                    <a:pt x="24403" y="19225"/>
                  </a:cubicBezTo>
                  <a:cubicBezTo>
                    <a:pt x="24301" y="19225"/>
                    <a:pt x="24206" y="19172"/>
                    <a:pt x="24123" y="19070"/>
                  </a:cubicBezTo>
                  <a:cubicBezTo>
                    <a:pt x="23747" y="18600"/>
                    <a:pt x="23527" y="18051"/>
                    <a:pt x="23449" y="17440"/>
                  </a:cubicBezTo>
                  <a:cubicBezTo>
                    <a:pt x="23402" y="17032"/>
                    <a:pt x="23527" y="16687"/>
                    <a:pt x="23919" y="16515"/>
                  </a:cubicBezTo>
                  <a:cubicBezTo>
                    <a:pt x="24640" y="16186"/>
                    <a:pt x="25346" y="15841"/>
                    <a:pt x="26067" y="15543"/>
                  </a:cubicBezTo>
                  <a:cubicBezTo>
                    <a:pt x="26288" y="15446"/>
                    <a:pt x="26524" y="15409"/>
                    <a:pt x="26758" y="15409"/>
                  </a:cubicBezTo>
                  <a:cubicBezTo>
                    <a:pt x="26939" y="15409"/>
                    <a:pt x="27119" y="15431"/>
                    <a:pt x="27289" y="15465"/>
                  </a:cubicBezTo>
                  <a:cubicBezTo>
                    <a:pt x="27476" y="15506"/>
                    <a:pt x="27653" y="15528"/>
                    <a:pt x="27821" y="15528"/>
                  </a:cubicBezTo>
                  <a:cubicBezTo>
                    <a:pt x="28232" y="15528"/>
                    <a:pt x="28595" y="15395"/>
                    <a:pt x="28951" y="15073"/>
                  </a:cubicBezTo>
                  <a:cubicBezTo>
                    <a:pt x="29101" y="14936"/>
                    <a:pt x="29235" y="14869"/>
                    <a:pt x="29362" y="14869"/>
                  </a:cubicBezTo>
                  <a:cubicBezTo>
                    <a:pt x="29539" y="14869"/>
                    <a:pt x="29702" y="14999"/>
                    <a:pt x="29875" y="15245"/>
                  </a:cubicBezTo>
                  <a:cubicBezTo>
                    <a:pt x="29938" y="15339"/>
                    <a:pt x="29969" y="15449"/>
                    <a:pt x="30016" y="15543"/>
                  </a:cubicBezTo>
                  <a:cubicBezTo>
                    <a:pt x="30142" y="15747"/>
                    <a:pt x="30361" y="15904"/>
                    <a:pt x="30565" y="15904"/>
                  </a:cubicBezTo>
                  <a:cubicBezTo>
                    <a:pt x="30571" y="15904"/>
                    <a:pt x="30578" y="15904"/>
                    <a:pt x="30584" y="15904"/>
                  </a:cubicBezTo>
                  <a:cubicBezTo>
                    <a:pt x="30818" y="15904"/>
                    <a:pt x="30865" y="15617"/>
                    <a:pt x="30957" y="15434"/>
                  </a:cubicBezTo>
                  <a:cubicBezTo>
                    <a:pt x="31161" y="15057"/>
                    <a:pt x="31129" y="14634"/>
                    <a:pt x="31208" y="14227"/>
                  </a:cubicBezTo>
                  <a:cubicBezTo>
                    <a:pt x="31223" y="14180"/>
                    <a:pt x="31176" y="14086"/>
                    <a:pt x="31129" y="14054"/>
                  </a:cubicBezTo>
                  <a:cubicBezTo>
                    <a:pt x="31103" y="14028"/>
                    <a:pt x="31059" y="14017"/>
                    <a:pt x="31016" y="14017"/>
                  </a:cubicBezTo>
                  <a:cubicBezTo>
                    <a:pt x="30981" y="14017"/>
                    <a:pt x="30947" y="14024"/>
                    <a:pt x="30926" y="14039"/>
                  </a:cubicBezTo>
                  <a:cubicBezTo>
                    <a:pt x="30800" y="14117"/>
                    <a:pt x="30690" y="14211"/>
                    <a:pt x="30581" y="14321"/>
                  </a:cubicBezTo>
                  <a:cubicBezTo>
                    <a:pt x="30466" y="14446"/>
                    <a:pt x="30337" y="14530"/>
                    <a:pt x="30199" y="14530"/>
                  </a:cubicBezTo>
                  <a:cubicBezTo>
                    <a:pt x="30130" y="14530"/>
                    <a:pt x="30058" y="14509"/>
                    <a:pt x="29985" y="14462"/>
                  </a:cubicBezTo>
                  <a:cubicBezTo>
                    <a:pt x="29800" y="14346"/>
                    <a:pt x="29625" y="14294"/>
                    <a:pt x="29459" y="14294"/>
                  </a:cubicBezTo>
                  <a:cubicBezTo>
                    <a:pt x="29177" y="14294"/>
                    <a:pt x="28921" y="14444"/>
                    <a:pt x="28684" y="14681"/>
                  </a:cubicBezTo>
                  <a:cubicBezTo>
                    <a:pt x="28404" y="14937"/>
                    <a:pt x="28095" y="15032"/>
                    <a:pt x="27743" y="15032"/>
                  </a:cubicBezTo>
                  <a:cubicBezTo>
                    <a:pt x="27642" y="15032"/>
                    <a:pt x="27538" y="15024"/>
                    <a:pt x="27430" y="15010"/>
                  </a:cubicBezTo>
                  <a:cubicBezTo>
                    <a:pt x="27277" y="14984"/>
                    <a:pt x="27125" y="14971"/>
                    <a:pt x="26975" y="14971"/>
                  </a:cubicBezTo>
                  <a:cubicBezTo>
                    <a:pt x="26497" y="14971"/>
                    <a:pt x="26038" y="15101"/>
                    <a:pt x="25596" y="15339"/>
                  </a:cubicBezTo>
                  <a:cubicBezTo>
                    <a:pt x="25001" y="15653"/>
                    <a:pt x="24374" y="15904"/>
                    <a:pt x="23747" y="16155"/>
                  </a:cubicBezTo>
                  <a:cubicBezTo>
                    <a:pt x="23433" y="16264"/>
                    <a:pt x="23261" y="16437"/>
                    <a:pt x="23135" y="16735"/>
                  </a:cubicBezTo>
                  <a:cubicBezTo>
                    <a:pt x="22947" y="17220"/>
                    <a:pt x="22916" y="17675"/>
                    <a:pt x="23088" y="18161"/>
                  </a:cubicBezTo>
                  <a:cubicBezTo>
                    <a:pt x="23135" y="18333"/>
                    <a:pt x="23198" y="18521"/>
                    <a:pt x="23276" y="18694"/>
                  </a:cubicBezTo>
                  <a:cubicBezTo>
                    <a:pt x="23496" y="19054"/>
                    <a:pt x="23480" y="19336"/>
                    <a:pt x="23151" y="19681"/>
                  </a:cubicBezTo>
                  <a:cubicBezTo>
                    <a:pt x="22665" y="20183"/>
                    <a:pt x="22477" y="20841"/>
                    <a:pt x="22555" y="21547"/>
                  </a:cubicBezTo>
                  <a:cubicBezTo>
                    <a:pt x="22569" y="21626"/>
                    <a:pt x="22616" y="21729"/>
                    <a:pt x="22717" y="21729"/>
                  </a:cubicBezTo>
                  <a:cubicBezTo>
                    <a:pt x="22734" y="21729"/>
                    <a:pt x="22754" y="21726"/>
                    <a:pt x="22775" y="21719"/>
                  </a:cubicBezTo>
                  <a:cubicBezTo>
                    <a:pt x="22838" y="21688"/>
                    <a:pt x="22932" y="21641"/>
                    <a:pt x="22932" y="21578"/>
                  </a:cubicBezTo>
                  <a:cubicBezTo>
                    <a:pt x="22979" y="21358"/>
                    <a:pt x="22994" y="21139"/>
                    <a:pt x="23026" y="20920"/>
                  </a:cubicBezTo>
                  <a:cubicBezTo>
                    <a:pt x="23144" y="20240"/>
                    <a:pt x="23360" y="19992"/>
                    <a:pt x="24014" y="19992"/>
                  </a:cubicBezTo>
                  <a:cubicBezTo>
                    <a:pt x="24054" y="19992"/>
                    <a:pt x="24095" y="19993"/>
                    <a:pt x="24139" y="19995"/>
                  </a:cubicBezTo>
                  <a:cubicBezTo>
                    <a:pt x="24163" y="19996"/>
                    <a:pt x="24186" y="19997"/>
                    <a:pt x="24209" y="19997"/>
                  </a:cubicBezTo>
                  <a:cubicBezTo>
                    <a:pt x="24471" y="19997"/>
                    <a:pt x="24667" y="19912"/>
                    <a:pt x="24797" y="19681"/>
                  </a:cubicBezTo>
                  <a:cubicBezTo>
                    <a:pt x="25016" y="19321"/>
                    <a:pt x="25393" y="19133"/>
                    <a:pt x="25722" y="18882"/>
                  </a:cubicBezTo>
                  <a:cubicBezTo>
                    <a:pt x="25918" y="18741"/>
                    <a:pt x="26114" y="18670"/>
                    <a:pt x="26306" y="18670"/>
                  </a:cubicBezTo>
                  <a:cubicBezTo>
                    <a:pt x="26498" y="18670"/>
                    <a:pt x="26686" y="18741"/>
                    <a:pt x="26866" y="18882"/>
                  </a:cubicBezTo>
                  <a:cubicBezTo>
                    <a:pt x="27211" y="19164"/>
                    <a:pt x="27524" y="19493"/>
                    <a:pt x="27822" y="19822"/>
                  </a:cubicBezTo>
                  <a:cubicBezTo>
                    <a:pt x="27947" y="19963"/>
                    <a:pt x="27900" y="20183"/>
                    <a:pt x="27838" y="20355"/>
                  </a:cubicBezTo>
                  <a:cubicBezTo>
                    <a:pt x="27665" y="20763"/>
                    <a:pt x="27775" y="21076"/>
                    <a:pt x="28151" y="21311"/>
                  </a:cubicBezTo>
                  <a:cubicBezTo>
                    <a:pt x="28308" y="21405"/>
                    <a:pt x="28512" y="21515"/>
                    <a:pt x="28559" y="21672"/>
                  </a:cubicBezTo>
                  <a:cubicBezTo>
                    <a:pt x="28715" y="22079"/>
                    <a:pt x="29013" y="22205"/>
                    <a:pt x="29405" y="22299"/>
                  </a:cubicBezTo>
                  <a:cubicBezTo>
                    <a:pt x="29734" y="22362"/>
                    <a:pt x="29813" y="22612"/>
                    <a:pt x="29609" y="22879"/>
                  </a:cubicBezTo>
                  <a:cubicBezTo>
                    <a:pt x="29233" y="23349"/>
                    <a:pt x="28841" y="23804"/>
                    <a:pt x="28449" y="24243"/>
                  </a:cubicBezTo>
                  <a:cubicBezTo>
                    <a:pt x="26772" y="26076"/>
                    <a:pt x="26035" y="26547"/>
                    <a:pt x="23637" y="27142"/>
                  </a:cubicBezTo>
                  <a:cubicBezTo>
                    <a:pt x="22273" y="27503"/>
                    <a:pt x="20910" y="27910"/>
                    <a:pt x="19499" y="28177"/>
                  </a:cubicBezTo>
                  <a:cubicBezTo>
                    <a:pt x="18305" y="28406"/>
                    <a:pt x="17111" y="28519"/>
                    <a:pt x="15911" y="28519"/>
                  </a:cubicBezTo>
                  <a:cubicBezTo>
                    <a:pt x="15141" y="28519"/>
                    <a:pt x="14368" y="28472"/>
                    <a:pt x="13590" y="28381"/>
                  </a:cubicBezTo>
                  <a:cubicBezTo>
                    <a:pt x="12430" y="28239"/>
                    <a:pt x="11348" y="27832"/>
                    <a:pt x="10220" y="27597"/>
                  </a:cubicBezTo>
                  <a:cubicBezTo>
                    <a:pt x="9436" y="27424"/>
                    <a:pt x="8793" y="26938"/>
                    <a:pt x="8166" y="26468"/>
                  </a:cubicBezTo>
                  <a:cubicBezTo>
                    <a:pt x="7461" y="25935"/>
                    <a:pt x="6724" y="25402"/>
                    <a:pt x="6003" y="24869"/>
                  </a:cubicBezTo>
                  <a:cubicBezTo>
                    <a:pt x="5314" y="24352"/>
                    <a:pt x="4734" y="23725"/>
                    <a:pt x="4405" y="22895"/>
                  </a:cubicBezTo>
                  <a:cubicBezTo>
                    <a:pt x="4358" y="22785"/>
                    <a:pt x="4311" y="22691"/>
                    <a:pt x="4232" y="22612"/>
                  </a:cubicBezTo>
                  <a:cubicBezTo>
                    <a:pt x="3151" y="21249"/>
                    <a:pt x="2665" y="19650"/>
                    <a:pt x="2304" y="17988"/>
                  </a:cubicBezTo>
                  <a:cubicBezTo>
                    <a:pt x="2006" y="16672"/>
                    <a:pt x="1615" y="15402"/>
                    <a:pt x="1113" y="14148"/>
                  </a:cubicBezTo>
                  <a:cubicBezTo>
                    <a:pt x="658" y="12973"/>
                    <a:pt x="455" y="11766"/>
                    <a:pt x="564" y="10512"/>
                  </a:cubicBezTo>
                  <a:cubicBezTo>
                    <a:pt x="589" y="10133"/>
                    <a:pt x="718" y="9973"/>
                    <a:pt x="1019" y="9973"/>
                  </a:cubicBezTo>
                  <a:close/>
                  <a:moveTo>
                    <a:pt x="25215" y="27178"/>
                  </a:moveTo>
                  <a:cubicBezTo>
                    <a:pt x="25267" y="27178"/>
                    <a:pt x="25321" y="27186"/>
                    <a:pt x="25377" y="27205"/>
                  </a:cubicBezTo>
                  <a:cubicBezTo>
                    <a:pt x="25910" y="27346"/>
                    <a:pt x="26020" y="27534"/>
                    <a:pt x="25972" y="28192"/>
                  </a:cubicBezTo>
                  <a:cubicBezTo>
                    <a:pt x="25925" y="28710"/>
                    <a:pt x="26004" y="29415"/>
                    <a:pt x="25596" y="29807"/>
                  </a:cubicBezTo>
                  <a:cubicBezTo>
                    <a:pt x="25393" y="29995"/>
                    <a:pt x="25110" y="30105"/>
                    <a:pt x="24828" y="30183"/>
                  </a:cubicBezTo>
                  <a:cubicBezTo>
                    <a:pt x="22266" y="31049"/>
                    <a:pt x="19865" y="31700"/>
                    <a:pt x="17285" y="31700"/>
                  </a:cubicBezTo>
                  <a:cubicBezTo>
                    <a:pt x="16457" y="31700"/>
                    <a:pt x="15610" y="31633"/>
                    <a:pt x="14734" y="31484"/>
                  </a:cubicBezTo>
                  <a:cubicBezTo>
                    <a:pt x="14473" y="31442"/>
                    <a:pt x="14198" y="31442"/>
                    <a:pt x="13922" y="31442"/>
                  </a:cubicBezTo>
                  <a:lnTo>
                    <a:pt x="13922" y="31442"/>
                  </a:lnTo>
                  <a:cubicBezTo>
                    <a:pt x="13785" y="31442"/>
                    <a:pt x="13647" y="31442"/>
                    <a:pt x="13511" y="31437"/>
                  </a:cubicBezTo>
                  <a:cubicBezTo>
                    <a:pt x="12540" y="31406"/>
                    <a:pt x="11678" y="31077"/>
                    <a:pt x="10862" y="30591"/>
                  </a:cubicBezTo>
                  <a:cubicBezTo>
                    <a:pt x="10753" y="30512"/>
                    <a:pt x="10596" y="30403"/>
                    <a:pt x="10565" y="30277"/>
                  </a:cubicBezTo>
                  <a:cubicBezTo>
                    <a:pt x="10408" y="29666"/>
                    <a:pt x="10157" y="29070"/>
                    <a:pt x="10188" y="28428"/>
                  </a:cubicBezTo>
                  <a:cubicBezTo>
                    <a:pt x="10202" y="28295"/>
                    <a:pt x="10327" y="28163"/>
                    <a:pt x="10432" y="28163"/>
                  </a:cubicBezTo>
                  <a:cubicBezTo>
                    <a:pt x="10451" y="28163"/>
                    <a:pt x="10469" y="28167"/>
                    <a:pt x="10486" y="28177"/>
                  </a:cubicBezTo>
                  <a:cubicBezTo>
                    <a:pt x="11552" y="28898"/>
                    <a:pt x="12806" y="28960"/>
                    <a:pt x="14013" y="29102"/>
                  </a:cubicBezTo>
                  <a:cubicBezTo>
                    <a:pt x="14707" y="29174"/>
                    <a:pt x="15397" y="29216"/>
                    <a:pt x="16086" y="29216"/>
                  </a:cubicBezTo>
                  <a:cubicBezTo>
                    <a:pt x="16891" y="29216"/>
                    <a:pt x="17693" y="29158"/>
                    <a:pt x="18496" y="29023"/>
                  </a:cubicBezTo>
                  <a:cubicBezTo>
                    <a:pt x="20628" y="28647"/>
                    <a:pt x="22759" y="28271"/>
                    <a:pt x="24750" y="27330"/>
                  </a:cubicBezTo>
                  <a:cubicBezTo>
                    <a:pt x="24905" y="27259"/>
                    <a:pt x="25051" y="27178"/>
                    <a:pt x="25215" y="27178"/>
                  </a:cubicBezTo>
                  <a:close/>
                  <a:moveTo>
                    <a:pt x="17551" y="1"/>
                  </a:moveTo>
                  <a:cubicBezTo>
                    <a:pt x="17284" y="1"/>
                    <a:pt x="17009" y="59"/>
                    <a:pt x="16725" y="198"/>
                  </a:cubicBezTo>
                  <a:cubicBezTo>
                    <a:pt x="16380" y="355"/>
                    <a:pt x="16019" y="449"/>
                    <a:pt x="15643" y="527"/>
                  </a:cubicBezTo>
                  <a:cubicBezTo>
                    <a:pt x="14906" y="715"/>
                    <a:pt x="14232" y="1013"/>
                    <a:pt x="13747" y="1624"/>
                  </a:cubicBezTo>
                  <a:cubicBezTo>
                    <a:pt x="13621" y="1766"/>
                    <a:pt x="13449" y="1860"/>
                    <a:pt x="13292" y="1954"/>
                  </a:cubicBezTo>
                  <a:cubicBezTo>
                    <a:pt x="12508" y="2487"/>
                    <a:pt x="11630" y="2800"/>
                    <a:pt x="10753" y="3082"/>
                  </a:cubicBezTo>
                  <a:cubicBezTo>
                    <a:pt x="10126" y="3270"/>
                    <a:pt x="9514" y="3474"/>
                    <a:pt x="9091" y="3976"/>
                  </a:cubicBezTo>
                  <a:cubicBezTo>
                    <a:pt x="8652" y="4509"/>
                    <a:pt x="8072" y="4838"/>
                    <a:pt x="7477" y="5151"/>
                  </a:cubicBezTo>
                  <a:cubicBezTo>
                    <a:pt x="6724" y="5559"/>
                    <a:pt x="5956" y="5935"/>
                    <a:pt x="5251" y="6436"/>
                  </a:cubicBezTo>
                  <a:cubicBezTo>
                    <a:pt x="4765" y="6766"/>
                    <a:pt x="4154" y="7016"/>
                    <a:pt x="3590" y="7048"/>
                  </a:cubicBezTo>
                  <a:cubicBezTo>
                    <a:pt x="2555" y="7095"/>
                    <a:pt x="1740" y="7628"/>
                    <a:pt x="894" y="8067"/>
                  </a:cubicBezTo>
                  <a:cubicBezTo>
                    <a:pt x="282" y="8396"/>
                    <a:pt x="16" y="9038"/>
                    <a:pt x="16" y="9681"/>
                  </a:cubicBezTo>
                  <a:cubicBezTo>
                    <a:pt x="47" y="11437"/>
                    <a:pt x="0" y="13208"/>
                    <a:pt x="815" y="14838"/>
                  </a:cubicBezTo>
                  <a:cubicBezTo>
                    <a:pt x="894" y="15010"/>
                    <a:pt x="941" y="15198"/>
                    <a:pt x="972" y="15387"/>
                  </a:cubicBezTo>
                  <a:cubicBezTo>
                    <a:pt x="1144" y="16405"/>
                    <a:pt x="1740" y="17330"/>
                    <a:pt x="1724" y="18412"/>
                  </a:cubicBezTo>
                  <a:cubicBezTo>
                    <a:pt x="1724" y="18553"/>
                    <a:pt x="1818" y="18694"/>
                    <a:pt x="1865" y="18835"/>
                  </a:cubicBezTo>
                  <a:cubicBezTo>
                    <a:pt x="2038" y="19321"/>
                    <a:pt x="2195" y="19822"/>
                    <a:pt x="2367" y="20324"/>
                  </a:cubicBezTo>
                  <a:cubicBezTo>
                    <a:pt x="2477" y="20637"/>
                    <a:pt x="2602" y="20951"/>
                    <a:pt x="2727" y="21264"/>
                  </a:cubicBezTo>
                  <a:cubicBezTo>
                    <a:pt x="3041" y="22032"/>
                    <a:pt x="3527" y="22691"/>
                    <a:pt x="3903" y="23412"/>
                  </a:cubicBezTo>
                  <a:cubicBezTo>
                    <a:pt x="4248" y="24070"/>
                    <a:pt x="4687" y="24603"/>
                    <a:pt x="5220" y="25073"/>
                  </a:cubicBezTo>
                  <a:cubicBezTo>
                    <a:pt x="6364" y="26045"/>
                    <a:pt x="7602" y="26891"/>
                    <a:pt x="8856" y="27691"/>
                  </a:cubicBezTo>
                  <a:cubicBezTo>
                    <a:pt x="9248" y="27926"/>
                    <a:pt x="9483" y="28177"/>
                    <a:pt x="9561" y="28616"/>
                  </a:cubicBezTo>
                  <a:cubicBezTo>
                    <a:pt x="9671" y="29164"/>
                    <a:pt x="9828" y="29713"/>
                    <a:pt x="9953" y="30261"/>
                  </a:cubicBezTo>
                  <a:cubicBezTo>
                    <a:pt x="10408" y="32456"/>
                    <a:pt x="14499" y="32362"/>
                    <a:pt x="16223" y="32409"/>
                  </a:cubicBezTo>
                  <a:cubicBezTo>
                    <a:pt x="16457" y="32416"/>
                    <a:pt x="16691" y="32419"/>
                    <a:pt x="16925" y="32419"/>
                  </a:cubicBezTo>
                  <a:cubicBezTo>
                    <a:pt x="19277" y="32419"/>
                    <a:pt x="21622" y="32066"/>
                    <a:pt x="23903" y="31453"/>
                  </a:cubicBezTo>
                  <a:cubicBezTo>
                    <a:pt x="24766" y="31233"/>
                    <a:pt x="27101" y="30450"/>
                    <a:pt x="26427" y="29102"/>
                  </a:cubicBezTo>
                  <a:cubicBezTo>
                    <a:pt x="26349" y="28960"/>
                    <a:pt x="26411" y="28725"/>
                    <a:pt x="26427" y="28553"/>
                  </a:cubicBezTo>
                  <a:cubicBezTo>
                    <a:pt x="26474" y="28224"/>
                    <a:pt x="26568" y="27879"/>
                    <a:pt x="26584" y="27550"/>
                  </a:cubicBezTo>
                  <a:cubicBezTo>
                    <a:pt x="26615" y="27080"/>
                    <a:pt x="26788" y="26719"/>
                    <a:pt x="27164" y="26390"/>
                  </a:cubicBezTo>
                  <a:cubicBezTo>
                    <a:pt x="28590" y="25136"/>
                    <a:pt x="29891" y="23757"/>
                    <a:pt x="31035" y="22205"/>
                  </a:cubicBezTo>
                  <a:cubicBezTo>
                    <a:pt x="31882" y="21029"/>
                    <a:pt x="32493" y="19760"/>
                    <a:pt x="32885" y="18396"/>
                  </a:cubicBezTo>
                  <a:cubicBezTo>
                    <a:pt x="33151" y="17424"/>
                    <a:pt x="33449" y="16452"/>
                    <a:pt x="33763" y="15496"/>
                  </a:cubicBezTo>
                  <a:cubicBezTo>
                    <a:pt x="34045" y="14681"/>
                    <a:pt x="34311" y="13866"/>
                    <a:pt x="34358" y="13004"/>
                  </a:cubicBezTo>
                  <a:cubicBezTo>
                    <a:pt x="34358" y="12816"/>
                    <a:pt x="34390" y="12628"/>
                    <a:pt x="34452" y="12440"/>
                  </a:cubicBezTo>
                  <a:cubicBezTo>
                    <a:pt x="34719" y="11625"/>
                    <a:pt x="34875" y="10778"/>
                    <a:pt x="34813" y="9995"/>
                  </a:cubicBezTo>
                  <a:cubicBezTo>
                    <a:pt x="34860" y="9603"/>
                    <a:pt x="34860" y="9305"/>
                    <a:pt x="34923" y="9023"/>
                  </a:cubicBezTo>
                  <a:cubicBezTo>
                    <a:pt x="35079" y="8333"/>
                    <a:pt x="34640" y="7957"/>
                    <a:pt x="34202" y="7643"/>
                  </a:cubicBezTo>
                  <a:cubicBezTo>
                    <a:pt x="33888" y="7440"/>
                    <a:pt x="33543" y="7299"/>
                    <a:pt x="33261" y="7048"/>
                  </a:cubicBezTo>
                  <a:cubicBezTo>
                    <a:pt x="33057" y="6875"/>
                    <a:pt x="32791" y="6828"/>
                    <a:pt x="32556" y="6719"/>
                  </a:cubicBezTo>
                  <a:cubicBezTo>
                    <a:pt x="31568" y="6327"/>
                    <a:pt x="30518" y="6217"/>
                    <a:pt x="29484" y="6107"/>
                  </a:cubicBezTo>
                  <a:cubicBezTo>
                    <a:pt x="28621" y="6029"/>
                    <a:pt x="28026" y="5606"/>
                    <a:pt x="27509" y="4979"/>
                  </a:cubicBezTo>
                  <a:cubicBezTo>
                    <a:pt x="27305" y="4712"/>
                    <a:pt x="27132" y="4430"/>
                    <a:pt x="26866" y="4195"/>
                  </a:cubicBezTo>
                  <a:cubicBezTo>
                    <a:pt x="25769" y="3270"/>
                    <a:pt x="24499" y="2769"/>
                    <a:pt x="23088" y="2706"/>
                  </a:cubicBezTo>
                  <a:cubicBezTo>
                    <a:pt x="22461" y="2690"/>
                    <a:pt x="22023" y="2502"/>
                    <a:pt x="21615" y="2063"/>
                  </a:cubicBezTo>
                  <a:cubicBezTo>
                    <a:pt x="21411" y="1860"/>
                    <a:pt x="21160" y="1671"/>
                    <a:pt x="20910" y="1515"/>
                  </a:cubicBezTo>
                  <a:cubicBezTo>
                    <a:pt x="20267" y="1139"/>
                    <a:pt x="19624" y="778"/>
                    <a:pt x="18950" y="433"/>
                  </a:cubicBezTo>
                  <a:cubicBezTo>
                    <a:pt x="18496" y="191"/>
                    <a:pt x="18035" y="1"/>
                    <a:pt x="175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9"/>
            <p:cNvSpPr/>
            <p:nvPr/>
          </p:nvSpPr>
          <p:spPr>
            <a:xfrm>
              <a:off x="9885175" y="2544725"/>
              <a:ext cx="144225" cy="117075"/>
            </a:xfrm>
            <a:custGeom>
              <a:avLst/>
              <a:gdLst/>
              <a:ahLst/>
              <a:cxnLst/>
              <a:rect l="l" t="t" r="r" b="b"/>
              <a:pathLst>
                <a:path w="5769" h="4683" extrusionOk="0">
                  <a:moveTo>
                    <a:pt x="4014" y="0"/>
                  </a:moveTo>
                  <a:cubicBezTo>
                    <a:pt x="3693" y="0"/>
                    <a:pt x="3551" y="287"/>
                    <a:pt x="3386" y="549"/>
                  </a:cubicBezTo>
                  <a:cubicBezTo>
                    <a:pt x="3142" y="915"/>
                    <a:pt x="2824" y="1177"/>
                    <a:pt x="2332" y="1177"/>
                  </a:cubicBezTo>
                  <a:cubicBezTo>
                    <a:pt x="2317" y="1177"/>
                    <a:pt x="2303" y="1177"/>
                    <a:pt x="2289" y="1176"/>
                  </a:cubicBezTo>
                  <a:cubicBezTo>
                    <a:pt x="1285" y="1176"/>
                    <a:pt x="721" y="1929"/>
                    <a:pt x="63" y="2524"/>
                  </a:cubicBezTo>
                  <a:cubicBezTo>
                    <a:pt x="0" y="2571"/>
                    <a:pt x="16" y="2744"/>
                    <a:pt x="47" y="2822"/>
                  </a:cubicBezTo>
                  <a:cubicBezTo>
                    <a:pt x="75" y="2893"/>
                    <a:pt x="120" y="2919"/>
                    <a:pt x="167" y="2919"/>
                  </a:cubicBezTo>
                  <a:cubicBezTo>
                    <a:pt x="225" y="2919"/>
                    <a:pt x="286" y="2881"/>
                    <a:pt x="329" y="2838"/>
                  </a:cubicBezTo>
                  <a:cubicBezTo>
                    <a:pt x="564" y="2603"/>
                    <a:pt x="768" y="2336"/>
                    <a:pt x="1019" y="2101"/>
                  </a:cubicBezTo>
                  <a:cubicBezTo>
                    <a:pt x="1279" y="1854"/>
                    <a:pt x="1558" y="1626"/>
                    <a:pt x="1911" y="1626"/>
                  </a:cubicBezTo>
                  <a:cubicBezTo>
                    <a:pt x="2005" y="1626"/>
                    <a:pt x="2105" y="1642"/>
                    <a:pt x="2210" y="1678"/>
                  </a:cubicBezTo>
                  <a:cubicBezTo>
                    <a:pt x="2266" y="1697"/>
                    <a:pt x="2319" y="1705"/>
                    <a:pt x="2372" y="1705"/>
                  </a:cubicBezTo>
                  <a:cubicBezTo>
                    <a:pt x="2542" y="1705"/>
                    <a:pt x="2697" y="1621"/>
                    <a:pt x="2853" y="1537"/>
                  </a:cubicBezTo>
                  <a:cubicBezTo>
                    <a:pt x="3104" y="1380"/>
                    <a:pt x="3370" y="1239"/>
                    <a:pt x="3637" y="1098"/>
                  </a:cubicBezTo>
                  <a:cubicBezTo>
                    <a:pt x="3807" y="1006"/>
                    <a:pt x="3879" y="717"/>
                    <a:pt x="4100" y="717"/>
                  </a:cubicBezTo>
                  <a:cubicBezTo>
                    <a:pt x="4143" y="717"/>
                    <a:pt x="4192" y="728"/>
                    <a:pt x="4248" y="753"/>
                  </a:cubicBezTo>
                  <a:cubicBezTo>
                    <a:pt x="4530" y="879"/>
                    <a:pt x="4530" y="1176"/>
                    <a:pt x="4640" y="1412"/>
                  </a:cubicBezTo>
                  <a:cubicBezTo>
                    <a:pt x="4796" y="1694"/>
                    <a:pt x="4859" y="2039"/>
                    <a:pt x="4969" y="2352"/>
                  </a:cubicBezTo>
                  <a:cubicBezTo>
                    <a:pt x="4985" y="2509"/>
                    <a:pt x="4985" y="2681"/>
                    <a:pt x="4875" y="2791"/>
                  </a:cubicBezTo>
                  <a:cubicBezTo>
                    <a:pt x="4514" y="3104"/>
                    <a:pt x="4154" y="3434"/>
                    <a:pt x="3762" y="3716"/>
                  </a:cubicBezTo>
                  <a:cubicBezTo>
                    <a:pt x="3658" y="3792"/>
                    <a:pt x="3548" y="3831"/>
                    <a:pt x="3439" y="3831"/>
                  </a:cubicBezTo>
                  <a:cubicBezTo>
                    <a:pt x="3300" y="3831"/>
                    <a:pt x="3163" y="3768"/>
                    <a:pt x="3041" y="3637"/>
                  </a:cubicBezTo>
                  <a:cubicBezTo>
                    <a:pt x="2963" y="3559"/>
                    <a:pt x="2900" y="3481"/>
                    <a:pt x="2806" y="3402"/>
                  </a:cubicBezTo>
                  <a:cubicBezTo>
                    <a:pt x="2757" y="3364"/>
                    <a:pt x="2703" y="3313"/>
                    <a:pt x="2647" y="3313"/>
                  </a:cubicBezTo>
                  <a:cubicBezTo>
                    <a:pt x="2611" y="3313"/>
                    <a:pt x="2575" y="3332"/>
                    <a:pt x="2539" y="3387"/>
                  </a:cubicBezTo>
                  <a:cubicBezTo>
                    <a:pt x="2508" y="3434"/>
                    <a:pt x="2492" y="3543"/>
                    <a:pt x="2524" y="3590"/>
                  </a:cubicBezTo>
                  <a:cubicBezTo>
                    <a:pt x="2680" y="3888"/>
                    <a:pt x="2821" y="4186"/>
                    <a:pt x="3010" y="4468"/>
                  </a:cubicBezTo>
                  <a:cubicBezTo>
                    <a:pt x="3111" y="4612"/>
                    <a:pt x="3222" y="4683"/>
                    <a:pt x="3342" y="4683"/>
                  </a:cubicBezTo>
                  <a:cubicBezTo>
                    <a:pt x="3444" y="4683"/>
                    <a:pt x="3553" y="4632"/>
                    <a:pt x="3668" y="4531"/>
                  </a:cubicBezTo>
                  <a:cubicBezTo>
                    <a:pt x="4201" y="4029"/>
                    <a:pt x="4608" y="3355"/>
                    <a:pt x="5329" y="3073"/>
                  </a:cubicBezTo>
                  <a:cubicBezTo>
                    <a:pt x="5392" y="3057"/>
                    <a:pt x="5439" y="2979"/>
                    <a:pt x="5486" y="2916"/>
                  </a:cubicBezTo>
                  <a:cubicBezTo>
                    <a:pt x="5721" y="2665"/>
                    <a:pt x="5768" y="2415"/>
                    <a:pt x="5549" y="2117"/>
                  </a:cubicBezTo>
                  <a:cubicBezTo>
                    <a:pt x="5329" y="1788"/>
                    <a:pt x="5188" y="1459"/>
                    <a:pt x="5157" y="1082"/>
                  </a:cubicBezTo>
                  <a:cubicBezTo>
                    <a:pt x="5141" y="973"/>
                    <a:pt x="5110" y="863"/>
                    <a:pt x="5063" y="753"/>
                  </a:cubicBezTo>
                  <a:cubicBezTo>
                    <a:pt x="4890" y="361"/>
                    <a:pt x="4577" y="111"/>
                    <a:pt x="4154" y="17"/>
                  </a:cubicBezTo>
                  <a:cubicBezTo>
                    <a:pt x="4104" y="5"/>
                    <a:pt x="4057" y="0"/>
                    <a:pt x="40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9"/>
            <p:cNvSpPr/>
            <p:nvPr/>
          </p:nvSpPr>
          <p:spPr>
            <a:xfrm>
              <a:off x="9731175" y="2566075"/>
              <a:ext cx="128150" cy="106425"/>
            </a:xfrm>
            <a:custGeom>
              <a:avLst/>
              <a:gdLst/>
              <a:ahLst/>
              <a:cxnLst/>
              <a:rect l="l" t="t" r="r" b="b"/>
              <a:pathLst>
                <a:path w="5126" h="4257" extrusionOk="0">
                  <a:moveTo>
                    <a:pt x="3492" y="0"/>
                  </a:moveTo>
                  <a:cubicBezTo>
                    <a:pt x="3427" y="0"/>
                    <a:pt x="3360" y="8"/>
                    <a:pt x="3292" y="25"/>
                  </a:cubicBezTo>
                  <a:cubicBezTo>
                    <a:pt x="2853" y="134"/>
                    <a:pt x="2477" y="338"/>
                    <a:pt x="2132" y="652"/>
                  </a:cubicBezTo>
                  <a:cubicBezTo>
                    <a:pt x="1520" y="1153"/>
                    <a:pt x="1066" y="1921"/>
                    <a:pt x="157" y="2015"/>
                  </a:cubicBezTo>
                  <a:cubicBezTo>
                    <a:pt x="47" y="2031"/>
                    <a:pt x="0" y="2172"/>
                    <a:pt x="31" y="2297"/>
                  </a:cubicBezTo>
                  <a:cubicBezTo>
                    <a:pt x="63" y="2407"/>
                    <a:pt x="125" y="2501"/>
                    <a:pt x="251" y="2501"/>
                  </a:cubicBezTo>
                  <a:cubicBezTo>
                    <a:pt x="286" y="2505"/>
                    <a:pt x="323" y="2507"/>
                    <a:pt x="361" y="2507"/>
                  </a:cubicBezTo>
                  <a:cubicBezTo>
                    <a:pt x="475" y="2507"/>
                    <a:pt x="596" y="2489"/>
                    <a:pt x="690" y="2454"/>
                  </a:cubicBezTo>
                  <a:cubicBezTo>
                    <a:pt x="1035" y="2297"/>
                    <a:pt x="1317" y="2047"/>
                    <a:pt x="1567" y="1780"/>
                  </a:cubicBezTo>
                  <a:cubicBezTo>
                    <a:pt x="1818" y="1498"/>
                    <a:pt x="2069" y="1216"/>
                    <a:pt x="2351" y="965"/>
                  </a:cubicBezTo>
                  <a:cubicBezTo>
                    <a:pt x="2596" y="734"/>
                    <a:pt x="2924" y="680"/>
                    <a:pt x="3252" y="680"/>
                  </a:cubicBezTo>
                  <a:cubicBezTo>
                    <a:pt x="3302" y="680"/>
                    <a:pt x="3352" y="681"/>
                    <a:pt x="3401" y="683"/>
                  </a:cubicBezTo>
                  <a:cubicBezTo>
                    <a:pt x="3668" y="714"/>
                    <a:pt x="3684" y="996"/>
                    <a:pt x="3809" y="1169"/>
                  </a:cubicBezTo>
                  <a:cubicBezTo>
                    <a:pt x="3934" y="1357"/>
                    <a:pt x="4107" y="1514"/>
                    <a:pt x="4232" y="1702"/>
                  </a:cubicBezTo>
                  <a:cubicBezTo>
                    <a:pt x="4796" y="2517"/>
                    <a:pt x="4593" y="3112"/>
                    <a:pt x="3652" y="3410"/>
                  </a:cubicBezTo>
                  <a:cubicBezTo>
                    <a:pt x="3527" y="3442"/>
                    <a:pt x="3370" y="3442"/>
                    <a:pt x="3213" y="3473"/>
                  </a:cubicBezTo>
                  <a:cubicBezTo>
                    <a:pt x="2931" y="3536"/>
                    <a:pt x="2618" y="3583"/>
                    <a:pt x="2351" y="3692"/>
                  </a:cubicBezTo>
                  <a:cubicBezTo>
                    <a:pt x="2178" y="3759"/>
                    <a:pt x="2008" y="3799"/>
                    <a:pt x="1839" y="3799"/>
                  </a:cubicBezTo>
                  <a:cubicBezTo>
                    <a:pt x="1687" y="3799"/>
                    <a:pt x="1535" y="3766"/>
                    <a:pt x="1379" y="3692"/>
                  </a:cubicBezTo>
                  <a:cubicBezTo>
                    <a:pt x="1223" y="3630"/>
                    <a:pt x="1035" y="3598"/>
                    <a:pt x="862" y="3551"/>
                  </a:cubicBezTo>
                  <a:lnTo>
                    <a:pt x="862" y="3551"/>
                  </a:lnTo>
                  <a:cubicBezTo>
                    <a:pt x="1231" y="3964"/>
                    <a:pt x="1623" y="4256"/>
                    <a:pt x="2079" y="4256"/>
                  </a:cubicBezTo>
                  <a:cubicBezTo>
                    <a:pt x="2281" y="4256"/>
                    <a:pt x="2496" y="4199"/>
                    <a:pt x="2727" y="4069"/>
                  </a:cubicBezTo>
                  <a:cubicBezTo>
                    <a:pt x="2884" y="3975"/>
                    <a:pt x="3088" y="3943"/>
                    <a:pt x="3276" y="3943"/>
                  </a:cubicBezTo>
                  <a:cubicBezTo>
                    <a:pt x="3746" y="3943"/>
                    <a:pt x="4122" y="3692"/>
                    <a:pt x="4546" y="3551"/>
                  </a:cubicBezTo>
                  <a:cubicBezTo>
                    <a:pt x="4969" y="3410"/>
                    <a:pt x="5094" y="3081"/>
                    <a:pt x="5110" y="2674"/>
                  </a:cubicBezTo>
                  <a:cubicBezTo>
                    <a:pt x="5126" y="2329"/>
                    <a:pt x="5000" y="2000"/>
                    <a:pt x="4812" y="1733"/>
                  </a:cubicBezTo>
                  <a:cubicBezTo>
                    <a:pt x="4499" y="1310"/>
                    <a:pt x="4201" y="887"/>
                    <a:pt x="4028" y="369"/>
                  </a:cubicBezTo>
                  <a:cubicBezTo>
                    <a:pt x="3954" y="121"/>
                    <a:pt x="3741" y="0"/>
                    <a:pt x="34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9"/>
            <p:cNvSpPr/>
            <p:nvPr/>
          </p:nvSpPr>
          <p:spPr>
            <a:xfrm>
              <a:off x="9760150" y="2401650"/>
              <a:ext cx="129350" cy="62075"/>
            </a:xfrm>
            <a:custGeom>
              <a:avLst/>
              <a:gdLst/>
              <a:ahLst/>
              <a:cxnLst/>
              <a:rect l="l" t="t" r="r" b="b"/>
              <a:pathLst>
                <a:path w="5174" h="2483" extrusionOk="0">
                  <a:moveTo>
                    <a:pt x="3391" y="1"/>
                  </a:moveTo>
                  <a:cubicBezTo>
                    <a:pt x="3291" y="1"/>
                    <a:pt x="3190" y="24"/>
                    <a:pt x="3089" y="81"/>
                  </a:cubicBezTo>
                  <a:cubicBezTo>
                    <a:pt x="2913" y="178"/>
                    <a:pt x="2731" y="206"/>
                    <a:pt x="2545" y="206"/>
                  </a:cubicBezTo>
                  <a:cubicBezTo>
                    <a:pt x="2400" y="206"/>
                    <a:pt x="2252" y="189"/>
                    <a:pt x="2101" y="175"/>
                  </a:cubicBezTo>
                  <a:cubicBezTo>
                    <a:pt x="1957" y="166"/>
                    <a:pt x="1807" y="157"/>
                    <a:pt x="1654" y="157"/>
                  </a:cubicBezTo>
                  <a:cubicBezTo>
                    <a:pt x="1543" y="157"/>
                    <a:pt x="1430" y="162"/>
                    <a:pt x="1318" y="175"/>
                  </a:cubicBezTo>
                  <a:cubicBezTo>
                    <a:pt x="1192" y="191"/>
                    <a:pt x="1004" y="254"/>
                    <a:pt x="926" y="348"/>
                  </a:cubicBezTo>
                  <a:cubicBezTo>
                    <a:pt x="487" y="896"/>
                    <a:pt x="1" y="1429"/>
                    <a:pt x="32" y="2260"/>
                  </a:cubicBezTo>
                  <a:cubicBezTo>
                    <a:pt x="32" y="2258"/>
                    <a:pt x="32" y="2257"/>
                    <a:pt x="32" y="2257"/>
                  </a:cubicBezTo>
                  <a:cubicBezTo>
                    <a:pt x="33" y="2257"/>
                    <a:pt x="34" y="2295"/>
                    <a:pt x="48" y="2323"/>
                  </a:cubicBezTo>
                  <a:cubicBezTo>
                    <a:pt x="64" y="2385"/>
                    <a:pt x="111" y="2479"/>
                    <a:pt x="158" y="2479"/>
                  </a:cubicBezTo>
                  <a:cubicBezTo>
                    <a:pt x="164" y="2481"/>
                    <a:pt x="171" y="2482"/>
                    <a:pt x="178" y="2482"/>
                  </a:cubicBezTo>
                  <a:cubicBezTo>
                    <a:pt x="225" y="2482"/>
                    <a:pt x="291" y="2442"/>
                    <a:pt x="346" y="2401"/>
                  </a:cubicBezTo>
                  <a:cubicBezTo>
                    <a:pt x="487" y="2260"/>
                    <a:pt x="471" y="2056"/>
                    <a:pt x="518" y="1884"/>
                  </a:cubicBezTo>
                  <a:cubicBezTo>
                    <a:pt x="785" y="1069"/>
                    <a:pt x="1130" y="818"/>
                    <a:pt x="1992" y="786"/>
                  </a:cubicBezTo>
                  <a:cubicBezTo>
                    <a:pt x="2242" y="786"/>
                    <a:pt x="2509" y="786"/>
                    <a:pt x="2760" y="739"/>
                  </a:cubicBezTo>
                  <a:cubicBezTo>
                    <a:pt x="2941" y="714"/>
                    <a:pt x="3118" y="689"/>
                    <a:pt x="3291" y="689"/>
                  </a:cubicBezTo>
                  <a:cubicBezTo>
                    <a:pt x="3550" y="689"/>
                    <a:pt x="3800" y="746"/>
                    <a:pt x="4045" y="943"/>
                  </a:cubicBezTo>
                  <a:cubicBezTo>
                    <a:pt x="4144" y="1020"/>
                    <a:pt x="4265" y="1058"/>
                    <a:pt x="4394" y="1058"/>
                  </a:cubicBezTo>
                  <a:cubicBezTo>
                    <a:pt x="4449" y="1058"/>
                    <a:pt x="4506" y="1051"/>
                    <a:pt x="4562" y="1037"/>
                  </a:cubicBezTo>
                  <a:cubicBezTo>
                    <a:pt x="4782" y="990"/>
                    <a:pt x="5079" y="1006"/>
                    <a:pt x="5126" y="739"/>
                  </a:cubicBezTo>
                  <a:cubicBezTo>
                    <a:pt x="5173" y="410"/>
                    <a:pt x="4860" y="457"/>
                    <a:pt x="4656" y="442"/>
                  </a:cubicBezTo>
                  <a:cubicBezTo>
                    <a:pt x="4358" y="410"/>
                    <a:pt x="4108" y="238"/>
                    <a:pt x="3841" y="128"/>
                  </a:cubicBezTo>
                  <a:cubicBezTo>
                    <a:pt x="3691" y="53"/>
                    <a:pt x="3541" y="1"/>
                    <a:pt x="339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9"/>
            <p:cNvSpPr/>
            <p:nvPr/>
          </p:nvSpPr>
          <p:spPr>
            <a:xfrm>
              <a:off x="9628100" y="2462200"/>
              <a:ext cx="61550" cy="25800"/>
            </a:xfrm>
            <a:custGeom>
              <a:avLst/>
              <a:gdLst/>
              <a:ahLst/>
              <a:cxnLst/>
              <a:rect l="l" t="t" r="r" b="b"/>
              <a:pathLst>
                <a:path w="2462" h="1032" extrusionOk="0">
                  <a:moveTo>
                    <a:pt x="262" y="1"/>
                  </a:moveTo>
                  <a:cubicBezTo>
                    <a:pt x="173" y="1"/>
                    <a:pt x="88" y="48"/>
                    <a:pt x="63" y="136"/>
                  </a:cubicBezTo>
                  <a:cubicBezTo>
                    <a:pt x="1" y="292"/>
                    <a:pt x="79" y="480"/>
                    <a:pt x="220" y="496"/>
                  </a:cubicBezTo>
                  <a:cubicBezTo>
                    <a:pt x="753" y="543"/>
                    <a:pt x="1208" y="825"/>
                    <a:pt x="1709" y="982"/>
                  </a:cubicBezTo>
                  <a:cubicBezTo>
                    <a:pt x="1814" y="1012"/>
                    <a:pt x="1919" y="1031"/>
                    <a:pt x="2022" y="1031"/>
                  </a:cubicBezTo>
                  <a:cubicBezTo>
                    <a:pt x="2134" y="1031"/>
                    <a:pt x="2245" y="1008"/>
                    <a:pt x="2352" y="951"/>
                  </a:cubicBezTo>
                  <a:cubicBezTo>
                    <a:pt x="2415" y="919"/>
                    <a:pt x="2430" y="825"/>
                    <a:pt x="2462" y="763"/>
                  </a:cubicBezTo>
                  <a:cubicBezTo>
                    <a:pt x="2430" y="716"/>
                    <a:pt x="2368" y="637"/>
                    <a:pt x="2336" y="637"/>
                  </a:cubicBezTo>
                  <a:cubicBezTo>
                    <a:pt x="2283" y="643"/>
                    <a:pt x="2232" y="646"/>
                    <a:pt x="2181" y="646"/>
                  </a:cubicBezTo>
                  <a:cubicBezTo>
                    <a:pt x="1810" y="646"/>
                    <a:pt x="1493" y="501"/>
                    <a:pt x="1176" y="308"/>
                  </a:cubicBezTo>
                  <a:cubicBezTo>
                    <a:pt x="925" y="167"/>
                    <a:pt x="628" y="104"/>
                    <a:pt x="330" y="10"/>
                  </a:cubicBezTo>
                  <a:cubicBezTo>
                    <a:pt x="307" y="4"/>
                    <a:pt x="284" y="1"/>
                    <a:pt x="2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9"/>
            <p:cNvSpPr/>
            <p:nvPr/>
          </p:nvSpPr>
          <p:spPr>
            <a:xfrm>
              <a:off x="9555600" y="2375200"/>
              <a:ext cx="39625" cy="22825"/>
            </a:xfrm>
            <a:custGeom>
              <a:avLst/>
              <a:gdLst/>
              <a:ahLst/>
              <a:cxnLst/>
              <a:rect l="l" t="t" r="r" b="b"/>
              <a:pathLst>
                <a:path w="1585" h="913" extrusionOk="0">
                  <a:moveTo>
                    <a:pt x="924" y="1"/>
                  </a:moveTo>
                  <a:cubicBezTo>
                    <a:pt x="779" y="1"/>
                    <a:pt x="632" y="32"/>
                    <a:pt x="487" y="89"/>
                  </a:cubicBezTo>
                  <a:cubicBezTo>
                    <a:pt x="142" y="230"/>
                    <a:pt x="64" y="559"/>
                    <a:pt x="1" y="904"/>
                  </a:cubicBezTo>
                  <a:cubicBezTo>
                    <a:pt x="36" y="910"/>
                    <a:pt x="69" y="913"/>
                    <a:pt x="101" y="913"/>
                  </a:cubicBezTo>
                  <a:cubicBezTo>
                    <a:pt x="390" y="913"/>
                    <a:pt x="524" y="672"/>
                    <a:pt x="722" y="559"/>
                  </a:cubicBezTo>
                  <a:cubicBezTo>
                    <a:pt x="831" y="498"/>
                    <a:pt x="940" y="484"/>
                    <a:pt x="1051" y="484"/>
                  </a:cubicBezTo>
                  <a:cubicBezTo>
                    <a:pt x="1142" y="484"/>
                    <a:pt x="1235" y="493"/>
                    <a:pt x="1329" y="493"/>
                  </a:cubicBezTo>
                  <a:cubicBezTo>
                    <a:pt x="1382" y="493"/>
                    <a:pt x="1436" y="490"/>
                    <a:pt x="1490" y="481"/>
                  </a:cubicBezTo>
                  <a:cubicBezTo>
                    <a:pt x="1521" y="465"/>
                    <a:pt x="1553" y="387"/>
                    <a:pt x="1584" y="324"/>
                  </a:cubicBezTo>
                  <a:cubicBezTo>
                    <a:pt x="1584" y="293"/>
                    <a:pt x="1568" y="246"/>
                    <a:pt x="1537" y="230"/>
                  </a:cubicBezTo>
                  <a:cubicBezTo>
                    <a:pt x="1349" y="71"/>
                    <a:pt x="1139" y="1"/>
                    <a:pt x="9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9"/>
            <p:cNvSpPr/>
            <p:nvPr/>
          </p:nvSpPr>
          <p:spPr>
            <a:xfrm>
              <a:off x="9614400" y="2396050"/>
              <a:ext cx="25475" cy="38150"/>
            </a:xfrm>
            <a:custGeom>
              <a:avLst/>
              <a:gdLst/>
              <a:ahLst/>
              <a:cxnLst/>
              <a:rect l="l" t="t" r="r" b="b"/>
              <a:pathLst>
                <a:path w="1019" h="1526" extrusionOk="0">
                  <a:moveTo>
                    <a:pt x="127" y="0"/>
                  </a:moveTo>
                  <a:cubicBezTo>
                    <a:pt x="117" y="0"/>
                    <a:pt x="110" y="2"/>
                    <a:pt x="110" y="7"/>
                  </a:cubicBezTo>
                  <a:cubicBezTo>
                    <a:pt x="63" y="54"/>
                    <a:pt x="0" y="148"/>
                    <a:pt x="16" y="180"/>
                  </a:cubicBezTo>
                  <a:cubicBezTo>
                    <a:pt x="329" y="587"/>
                    <a:pt x="361" y="1152"/>
                    <a:pt x="768" y="1512"/>
                  </a:cubicBezTo>
                  <a:cubicBezTo>
                    <a:pt x="778" y="1522"/>
                    <a:pt x="794" y="1525"/>
                    <a:pt x="813" y="1525"/>
                  </a:cubicBezTo>
                  <a:cubicBezTo>
                    <a:pt x="855" y="1525"/>
                    <a:pt x="913" y="1507"/>
                    <a:pt x="956" y="1496"/>
                  </a:cubicBezTo>
                  <a:cubicBezTo>
                    <a:pt x="972" y="1496"/>
                    <a:pt x="988" y="1434"/>
                    <a:pt x="1019" y="1371"/>
                  </a:cubicBezTo>
                  <a:cubicBezTo>
                    <a:pt x="831" y="916"/>
                    <a:pt x="737" y="415"/>
                    <a:pt x="314" y="70"/>
                  </a:cubicBezTo>
                  <a:cubicBezTo>
                    <a:pt x="282" y="39"/>
                    <a:pt x="235" y="23"/>
                    <a:pt x="204" y="7"/>
                  </a:cubicBezTo>
                  <a:cubicBezTo>
                    <a:pt x="183" y="7"/>
                    <a:pt x="148" y="0"/>
                    <a:pt x="1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9"/>
            <p:cNvSpPr/>
            <p:nvPr/>
          </p:nvSpPr>
          <p:spPr>
            <a:xfrm>
              <a:off x="10159850" y="2401375"/>
              <a:ext cx="16875" cy="13675"/>
            </a:xfrm>
            <a:custGeom>
              <a:avLst/>
              <a:gdLst/>
              <a:ahLst/>
              <a:cxnLst/>
              <a:rect l="l" t="t" r="r" b="b"/>
              <a:pathLst>
                <a:path w="675" h="547" extrusionOk="0">
                  <a:moveTo>
                    <a:pt x="543" y="0"/>
                  </a:moveTo>
                  <a:cubicBezTo>
                    <a:pt x="526" y="0"/>
                    <a:pt x="512" y="4"/>
                    <a:pt x="502" y="14"/>
                  </a:cubicBezTo>
                  <a:cubicBezTo>
                    <a:pt x="302" y="153"/>
                    <a:pt x="86" y="276"/>
                    <a:pt x="35" y="534"/>
                  </a:cubicBezTo>
                  <a:lnTo>
                    <a:pt x="35" y="534"/>
                  </a:lnTo>
                  <a:cubicBezTo>
                    <a:pt x="23" y="533"/>
                    <a:pt x="12" y="532"/>
                    <a:pt x="1" y="531"/>
                  </a:cubicBezTo>
                  <a:lnTo>
                    <a:pt x="1" y="531"/>
                  </a:lnTo>
                  <a:lnTo>
                    <a:pt x="32" y="547"/>
                  </a:lnTo>
                  <a:cubicBezTo>
                    <a:pt x="33" y="542"/>
                    <a:pt x="34" y="538"/>
                    <a:pt x="35" y="534"/>
                  </a:cubicBezTo>
                  <a:lnTo>
                    <a:pt x="35" y="534"/>
                  </a:lnTo>
                  <a:cubicBezTo>
                    <a:pt x="47" y="535"/>
                    <a:pt x="59" y="535"/>
                    <a:pt x="72" y="535"/>
                  </a:cubicBezTo>
                  <a:cubicBezTo>
                    <a:pt x="315" y="535"/>
                    <a:pt x="486" y="388"/>
                    <a:pt x="643" y="202"/>
                  </a:cubicBezTo>
                  <a:cubicBezTo>
                    <a:pt x="675" y="170"/>
                    <a:pt x="659" y="92"/>
                    <a:pt x="675" y="29"/>
                  </a:cubicBezTo>
                  <a:cubicBezTo>
                    <a:pt x="632" y="19"/>
                    <a:pt x="581" y="0"/>
                    <a:pt x="5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9"/>
            <p:cNvSpPr/>
            <p:nvPr/>
          </p:nvSpPr>
          <p:spPr>
            <a:xfrm>
              <a:off x="9794650" y="2005925"/>
              <a:ext cx="105825" cy="70675"/>
            </a:xfrm>
            <a:custGeom>
              <a:avLst/>
              <a:gdLst/>
              <a:ahLst/>
              <a:cxnLst/>
              <a:rect l="l" t="t" r="r" b="b"/>
              <a:pathLst>
                <a:path w="4233" h="2827" extrusionOk="0">
                  <a:moveTo>
                    <a:pt x="3935" y="1"/>
                  </a:moveTo>
                  <a:cubicBezTo>
                    <a:pt x="3841" y="1"/>
                    <a:pt x="3668" y="16"/>
                    <a:pt x="3637" y="79"/>
                  </a:cubicBezTo>
                  <a:cubicBezTo>
                    <a:pt x="3496" y="298"/>
                    <a:pt x="3417" y="549"/>
                    <a:pt x="3292" y="784"/>
                  </a:cubicBezTo>
                  <a:cubicBezTo>
                    <a:pt x="3041" y="1270"/>
                    <a:pt x="2618" y="1568"/>
                    <a:pt x="2148" y="1803"/>
                  </a:cubicBezTo>
                  <a:cubicBezTo>
                    <a:pt x="2029" y="1865"/>
                    <a:pt x="1912" y="1890"/>
                    <a:pt x="1795" y="1890"/>
                  </a:cubicBezTo>
                  <a:cubicBezTo>
                    <a:pt x="1558" y="1890"/>
                    <a:pt x="1324" y="1788"/>
                    <a:pt x="1082" y="1693"/>
                  </a:cubicBezTo>
                  <a:cubicBezTo>
                    <a:pt x="957" y="1634"/>
                    <a:pt x="854" y="1604"/>
                    <a:pt x="764" y="1604"/>
                  </a:cubicBezTo>
                  <a:cubicBezTo>
                    <a:pt x="596" y="1604"/>
                    <a:pt x="473" y="1708"/>
                    <a:pt x="329" y="1913"/>
                  </a:cubicBezTo>
                  <a:cubicBezTo>
                    <a:pt x="220" y="2101"/>
                    <a:pt x="110" y="2289"/>
                    <a:pt x="16" y="2493"/>
                  </a:cubicBezTo>
                  <a:cubicBezTo>
                    <a:pt x="0" y="2556"/>
                    <a:pt x="16" y="2665"/>
                    <a:pt x="47" y="2697"/>
                  </a:cubicBezTo>
                  <a:cubicBezTo>
                    <a:pt x="141" y="2759"/>
                    <a:pt x="235" y="2806"/>
                    <a:pt x="345" y="2822"/>
                  </a:cubicBezTo>
                  <a:cubicBezTo>
                    <a:pt x="356" y="2825"/>
                    <a:pt x="369" y="2826"/>
                    <a:pt x="382" y="2826"/>
                  </a:cubicBezTo>
                  <a:cubicBezTo>
                    <a:pt x="444" y="2826"/>
                    <a:pt x="523" y="2798"/>
                    <a:pt x="549" y="2759"/>
                  </a:cubicBezTo>
                  <a:cubicBezTo>
                    <a:pt x="735" y="2480"/>
                    <a:pt x="983" y="2419"/>
                    <a:pt x="1247" y="2419"/>
                  </a:cubicBezTo>
                  <a:cubicBezTo>
                    <a:pt x="1383" y="2419"/>
                    <a:pt x="1523" y="2435"/>
                    <a:pt x="1662" y="2446"/>
                  </a:cubicBezTo>
                  <a:cubicBezTo>
                    <a:pt x="1735" y="2451"/>
                    <a:pt x="1810" y="2456"/>
                    <a:pt x="1884" y="2456"/>
                  </a:cubicBezTo>
                  <a:cubicBezTo>
                    <a:pt x="2033" y="2456"/>
                    <a:pt x="2179" y="2435"/>
                    <a:pt x="2304" y="2352"/>
                  </a:cubicBezTo>
                  <a:cubicBezTo>
                    <a:pt x="3010" y="1882"/>
                    <a:pt x="3731" y="1411"/>
                    <a:pt x="4154" y="612"/>
                  </a:cubicBezTo>
                  <a:cubicBezTo>
                    <a:pt x="4201" y="518"/>
                    <a:pt x="4217" y="408"/>
                    <a:pt x="4232" y="330"/>
                  </a:cubicBezTo>
                  <a:cubicBezTo>
                    <a:pt x="4185" y="142"/>
                    <a:pt x="4091" y="16"/>
                    <a:pt x="39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9"/>
            <p:cNvSpPr/>
            <p:nvPr/>
          </p:nvSpPr>
          <p:spPr>
            <a:xfrm>
              <a:off x="9889475" y="2226100"/>
              <a:ext cx="9425" cy="8375"/>
            </a:xfrm>
            <a:custGeom>
              <a:avLst/>
              <a:gdLst/>
              <a:ahLst/>
              <a:cxnLst/>
              <a:rect l="l" t="t" r="r" b="b"/>
              <a:pathLst>
                <a:path w="377" h="335" extrusionOk="0">
                  <a:moveTo>
                    <a:pt x="221" y="0"/>
                  </a:moveTo>
                  <a:cubicBezTo>
                    <a:pt x="210" y="0"/>
                    <a:pt x="200" y="1"/>
                    <a:pt x="189" y="3"/>
                  </a:cubicBezTo>
                  <a:cubicBezTo>
                    <a:pt x="142" y="3"/>
                    <a:pt x="63" y="65"/>
                    <a:pt x="48" y="128"/>
                  </a:cubicBezTo>
                  <a:cubicBezTo>
                    <a:pt x="0" y="238"/>
                    <a:pt x="63" y="332"/>
                    <a:pt x="173" y="332"/>
                  </a:cubicBezTo>
                  <a:cubicBezTo>
                    <a:pt x="184" y="333"/>
                    <a:pt x="195" y="334"/>
                    <a:pt x="205" y="334"/>
                  </a:cubicBezTo>
                  <a:cubicBezTo>
                    <a:pt x="298" y="334"/>
                    <a:pt x="363" y="274"/>
                    <a:pt x="377" y="175"/>
                  </a:cubicBezTo>
                  <a:cubicBezTo>
                    <a:pt x="377" y="62"/>
                    <a:pt x="313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6" name="Google Shape;216;p9"/>
          <p:cNvGrpSpPr/>
          <p:nvPr/>
        </p:nvGrpSpPr>
        <p:grpSpPr>
          <a:xfrm rot="-741702">
            <a:off x="8514407" y="2926232"/>
            <a:ext cx="310337" cy="630595"/>
            <a:chOff x="7642550" y="2045675"/>
            <a:chExt cx="534925" cy="1086950"/>
          </a:xfrm>
        </p:grpSpPr>
        <p:sp>
          <p:nvSpPr>
            <p:cNvPr id="217" name="Google Shape;217;p9"/>
            <p:cNvSpPr/>
            <p:nvPr/>
          </p:nvSpPr>
          <p:spPr>
            <a:xfrm>
              <a:off x="7642550" y="2045675"/>
              <a:ext cx="534925" cy="1086950"/>
            </a:xfrm>
            <a:custGeom>
              <a:avLst/>
              <a:gdLst/>
              <a:ahLst/>
              <a:cxnLst/>
              <a:rect l="l" t="t" r="r" b="b"/>
              <a:pathLst>
                <a:path w="21397" h="43478" extrusionOk="0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9"/>
            <p:cNvSpPr/>
            <p:nvPr/>
          </p:nvSpPr>
          <p:spPr>
            <a:xfrm>
              <a:off x="7709175" y="2402375"/>
              <a:ext cx="401950" cy="33925"/>
            </a:xfrm>
            <a:custGeom>
              <a:avLst/>
              <a:gdLst/>
              <a:ahLst/>
              <a:cxnLst/>
              <a:rect l="l" t="t" r="r" b="b"/>
              <a:pathLst>
                <a:path w="16078" h="1357" extrusionOk="0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9"/>
            <p:cNvSpPr/>
            <p:nvPr/>
          </p:nvSpPr>
          <p:spPr>
            <a:xfrm>
              <a:off x="7730725" y="2596350"/>
              <a:ext cx="363200" cy="33250"/>
            </a:xfrm>
            <a:custGeom>
              <a:avLst/>
              <a:gdLst/>
              <a:ahLst/>
              <a:cxnLst/>
              <a:rect l="l" t="t" r="r" b="b"/>
              <a:pathLst>
                <a:path w="14528" h="1330" extrusionOk="0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9"/>
            <p:cNvSpPr/>
            <p:nvPr/>
          </p:nvSpPr>
          <p:spPr>
            <a:xfrm>
              <a:off x="7803225" y="2477575"/>
              <a:ext cx="191250" cy="49050"/>
            </a:xfrm>
            <a:custGeom>
              <a:avLst/>
              <a:gdLst/>
              <a:ahLst/>
              <a:cxnLst/>
              <a:rect l="l" t="t" r="r" b="b"/>
              <a:pathLst>
                <a:path w="7650" h="1962" extrusionOk="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9"/>
            <p:cNvSpPr/>
            <p:nvPr/>
          </p:nvSpPr>
          <p:spPr>
            <a:xfrm>
              <a:off x="7912300" y="2532550"/>
              <a:ext cx="113125" cy="30175"/>
            </a:xfrm>
            <a:custGeom>
              <a:avLst/>
              <a:gdLst/>
              <a:ahLst/>
              <a:cxnLst/>
              <a:rect l="l" t="t" r="r" b="b"/>
              <a:pathLst>
                <a:path w="4525" h="1207" extrusionOk="0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9"/>
            <p:cNvSpPr/>
            <p:nvPr/>
          </p:nvSpPr>
          <p:spPr>
            <a:xfrm>
              <a:off x="7777350" y="2209475"/>
              <a:ext cx="240625" cy="224800"/>
            </a:xfrm>
            <a:custGeom>
              <a:avLst/>
              <a:gdLst/>
              <a:ahLst/>
              <a:cxnLst/>
              <a:rect l="l" t="t" r="r" b="b"/>
              <a:pathLst>
                <a:path w="9625" h="8992" extrusionOk="0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9"/>
            <p:cNvSpPr/>
            <p:nvPr/>
          </p:nvSpPr>
          <p:spPr>
            <a:xfrm>
              <a:off x="7814200" y="2292100"/>
              <a:ext cx="137950" cy="140075"/>
            </a:xfrm>
            <a:custGeom>
              <a:avLst/>
              <a:gdLst/>
              <a:ahLst/>
              <a:cxnLst/>
              <a:rect l="l" t="t" r="r" b="b"/>
              <a:pathLst>
                <a:path w="5518" h="5603" extrusionOk="0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4" name="Google Shape;224;p9"/>
          <p:cNvSpPr/>
          <p:nvPr/>
        </p:nvSpPr>
        <p:spPr>
          <a:xfrm flipH="1">
            <a:off x="-340982" y="-124958"/>
            <a:ext cx="1040040" cy="2438144"/>
          </a:xfrm>
          <a:custGeom>
            <a:avLst/>
            <a:gdLst/>
            <a:ahLst/>
            <a:cxnLst/>
            <a:rect l="l" t="t" r="r" b="b"/>
            <a:pathLst>
              <a:path w="13643" h="31983" extrusionOk="0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4"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userDrawn="1">
  <p:cSld name="BLANK_1_1_1_1_1_1"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7"/>
          <p:cNvSpPr txBox="1">
            <a:spLocks noGrp="1"/>
          </p:cNvSpPr>
          <p:nvPr>
            <p:ph type="title" hasCustomPrompt="1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 dirty="0"/>
              <a:t>z</a:t>
            </a:r>
            <a:endParaRPr dirty="0"/>
          </a:p>
        </p:txBody>
      </p:sp>
      <p:sp>
        <p:nvSpPr>
          <p:cNvPr id="392" name="Google Shape;392;p17"/>
          <p:cNvSpPr txBox="1">
            <a:spLocks noGrp="1"/>
          </p:cNvSpPr>
          <p:nvPr>
            <p:ph type="title" idx="2" hasCustomPrompt="1"/>
          </p:nvPr>
        </p:nvSpPr>
        <p:spPr>
          <a:xfrm>
            <a:off x="1785550" y="2026896"/>
            <a:ext cx="914400" cy="73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rPr dirty="0"/>
              <a:t>xx%</a:t>
            </a:r>
          </a:p>
        </p:txBody>
      </p:sp>
      <p:sp>
        <p:nvSpPr>
          <p:cNvPr id="393" name="Google Shape;393;p17"/>
          <p:cNvSpPr txBox="1">
            <a:spLocks noGrp="1"/>
          </p:cNvSpPr>
          <p:nvPr>
            <p:ph type="title" idx="3" hasCustomPrompt="1"/>
          </p:nvPr>
        </p:nvSpPr>
        <p:spPr>
          <a:xfrm>
            <a:off x="4091050" y="2026887"/>
            <a:ext cx="914400" cy="731400"/>
          </a:xfrm>
          <a:prstGeom prst="rect">
            <a:avLst/>
          </a:prstGeom>
          <a:solidFill>
            <a:schemeClr val="accen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94" name="Google Shape;394;p17"/>
          <p:cNvSpPr txBox="1">
            <a:spLocks noGrp="1"/>
          </p:cNvSpPr>
          <p:nvPr>
            <p:ph type="title" idx="4" hasCustomPrompt="1"/>
          </p:nvPr>
        </p:nvSpPr>
        <p:spPr>
          <a:xfrm>
            <a:off x="6444050" y="2026846"/>
            <a:ext cx="914400" cy="73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95" name="Google Shape;395;p17"/>
          <p:cNvSpPr txBox="1">
            <a:spLocks noGrp="1"/>
          </p:cNvSpPr>
          <p:nvPr>
            <p:ph type="subTitle" idx="1"/>
          </p:nvPr>
        </p:nvSpPr>
        <p:spPr>
          <a:xfrm>
            <a:off x="1090000" y="2873918"/>
            <a:ext cx="2305500" cy="46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 dirty="0"/>
          </a:p>
        </p:txBody>
      </p:sp>
      <p:sp>
        <p:nvSpPr>
          <p:cNvPr id="396" name="Google Shape;396;p17"/>
          <p:cNvSpPr txBox="1">
            <a:spLocks noGrp="1"/>
          </p:cNvSpPr>
          <p:nvPr>
            <p:ph type="subTitle" idx="5"/>
          </p:nvPr>
        </p:nvSpPr>
        <p:spPr>
          <a:xfrm>
            <a:off x="3395500" y="2873916"/>
            <a:ext cx="2305500" cy="46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97" name="Google Shape;397;p17"/>
          <p:cNvSpPr txBox="1">
            <a:spLocks noGrp="1"/>
          </p:cNvSpPr>
          <p:nvPr>
            <p:ph type="subTitle" idx="6"/>
          </p:nvPr>
        </p:nvSpPr>
        <p:spPr>
          <a:xfrm>
            <a:off x="5748500" y="2873958"/>
            <a:ext cx="2305500" cy="46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18"/>
          <p:cNvSpPr txBox="1">
            <a:spLocks noGrp="1"/>
          </p:cNvSpPr>
          <p:nvPr>
            <p:ph type="subTitle" idx="1"/>
          </p:nvPr>
        </p:nvSpPr>
        <p:spPr>
          <a:xfrm>
            <a:off x="940400" y="2017269"/>
            <a:ext cx="2099100" cy="14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6" name="Google Shape;456;p18"/>
          <p:cNvSpPr txBox="1">
            <a:spLocks noGrp="1"/>
          </p:cNvSpPr>
          <p:nvPr>
            <p:ph type="subTitle" idx="2"/>
          </p:nvPr>
        </p:nvSpPr>
        <p:spPr>
          <a:xfrm>
            <a:off x="3522425" y="2017269"/>
            <a:ext cx="2099100" cy="14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7" name="Google Shape;457;p18"/>
          <p:cNvSpPr txBox="1">
            <a:spLocks noGrp="1"/>
          </p:cNvSpPr>
          <p:nvPr>
            <p:ph type="subTitle" idx="3"/>
          </p:nvPr>
        </p:nvSpPr>
        <p:spPr>
          <a:xfrm>
            <a:off x="6104475" y="2017269"/>
            <a:ext cx="2099100" cy="14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8" name="Google Shape;458;p18"/>
          <p:cNvSpPr txBox="1">
            <a:spLocks noGrp="1"/>
          </p:cNvSpPr>
          <p:nvPr>
            <p:ph type="subTitle" idx="4"/>
          </p:nvPr>
        </p:nvSpPr>
        <p:spPr>
          <a:xfrm>
            <a:off x="940400" y="1616201"/>
            <a:ext cx="20991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9" name="Google Shape;459;p18"/>
          <p:cNvSpPr txBox="1">
            <a:spLocks noGrp="1"/>
          </p:cNvSpPr>
          <p:nvPr>
            <p:ph type="subTitle" idx="5"/>
          </p:nvPr>
        </p:nvSpPr>
        <p:spPr>
          <a:xfrm>
            <a:off x="3522431" y="1616201"/>
            <a:ext cx="20991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60" name="Google Shape;460;p18"/>
          <p:cNvSpPr txBox="1">
            <a:spLocks noGrp="1"/>
          </p:cNvSpPr>
          <p:nvPr>
            <p:ph type="subTitle" idx="6"/>
          </p:nvPr>
        </p:nvSpPr>
        <p:spPr>
          <a:xfrm>
            <a:off x="6104475" y="1616201"/>
            <a:ext cx="20991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23"/>
          <p:cNvSpPr/>
          <p:nvPr/>
        </p:nvSpPr>
        <p:spPr>
          <a:xfrm rot="-5400000">
            <a:off x="7129053" y="3527256"/>
            <a:ext cx="721583" cy="2645140"/>
          </a:xfrm>
          <a:custGeom>
            <a:avLst/>
            <a:gdLst/>
            <a:ahLst/>
            <a:cxnLst/>
            <a:rect l="l" t="t" r="r" b="b"/>
            <a:pathLst>
              <a:path w="6027" h="22093" extrusionOk="0">
                <a:moveTo>
                  <a:pt x="0" y="1"/>
                </a:moveTo>
                <a:lnTo>
                  <a:pt x="0" y="709"/>
                </a:lnTo>
                <a:cubicBezTo>
                  <a:pt x="932" y="1244"/>
                  <a:pt x="1864" y="1753"/>
                  <a:pt x="2635" y="2511"/>
                </a:cubicBezTo>
                <a:cubicBezTo>
                  <a:pt x="4039" y="3902"/>
                  <a:pt x="3442" y="5816"/>
                  <a:pt x="2958" y="7468"/>
                </a:cubicBezTo>
                <a:cubicBezTo>
                  <a:pt x="2597" y="8649"/>
                  <a:pt x="2374" y="9630"/>
                  <a:pt x="2560" y="10861"/>
                </a:cubicBezTo>
                <a:cubicBezTo>
                  <a:pt x="2734" y="12091"/>
                  <a:pt x="3206" y="13283"/>
                  <a:pt x="3579" y="14476"/>
                </a:cubicBezTo>
                <a:cubicBezTo>
                  <a:pt x="4250" y="16626"/>
                  <a:pt x="4797" y="19633"/>
                  <a:pt x="1877" y="20179"/>
                </a:cubicBezTo>
                <a:cubicBezTo>
                  <a:pt x="1268" y="20291"/>
                  <a:pt x="622" y="20378"/>
                  <a:pt x="0" y="20515"/>
                </a:cubicBezTo>
                <a:lnTo>
                  <a:pt x="0" y="22093"/>
                </a:lnTo>
                <a:cubicBezTo>
                  <a:pt x="373" y="21969"/>
                  <a:pt x="783" y="21919"/>
                  <a:pt x="1156" y="21857"/>
                </a:cubicBezTo>
                <a:cubicBezTo>
                  <a:pt x="2274" y="21683"/>
                  <a:pt x="3119" y="21534"/>
                  <a:pt x="4014" y="20788"/>
                </a:cubicBezTo>
                <a:cubicBezTo>
                  <a:pt x="6027" y="19074"/>
                  <a:pt x="5231" y="16092"/>
                  <a:pt x="4536" y="13954"/>
                </a:cubicBezTo>
                <a:cubicBezTo>
                  <a:pt x="4113" y="12699"/>
                  <a:pt x="3604" y="11432"/>
                  <a:pt x="3492" y="10103"/>
                </a:cubicBezTo>
                <a:cubicBezTo>
                  <a:pt x="3355" y="8649"/>
                  <a:pt x="4163" y="7170"/>
                  <a:pt x="4399" y="5741"/>
                </a:cubicBezTo>
                <a:cubicBezTo>
                  <a:pt x="4647" y="4275"/>
                  <a:pt x="4275" y="2983"/>
                  <a:pt x="3268" y="1877"/>
                </a:cubicBezTo>
                <a:cubicBezTo>
                  <a:pt x="2386" y="908"/>
                  <a:pt x="1168" y="49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5" name="Google Shape;655;p23"/>
          <p:cNvSpPr/>
          <p:nvPr/>
        </p:nvSpPr>
        <p:spPr>
          <a:xfrm rot="-5400000">
            <a:off x="7348512" y="4133432"/>
            <a:ext cx="297636" cy="1856734"/>
          </a:xfrm>
          <a:custGeom>
            <a:avLst/>
            <a:gdLst/>
            <a:ahLst/>
            <a:cxnLst/>
            <a:rect l="l" t="t" r="r" b="b"/>
            <a:pathLst>
              <a:path w="2486" h="15508" extrusionOk="0">
                <a:moveTo>
                  <a:pt x="0" y="1"/>
                </a:moveTo>
                <a:lnTo>
                  <a:pt x="0" y="734"/>
                </a:lnTo>
                <a:cubicBezTo>
                  <a:pt x="510" y="970"/>
                  <a:pt x="982" y="1281"/>
                  <a:pt x="1255" y="1715"/>
                </a:cubicBezTo>
                <a:cubicBezTo>
                  <a:pt x="1641" y="2312"/>
                  <a:pt x="1442" y="3157"/>
                  <a:pt x="1305" y="3790"/>
                </a:cubicBezTo>
                <a:cubicBezTo>
                  <a:pt x="932" y="5555"/>
                  <a:pt x="522" y="7183"/>
                  <a:pt x="671" y="8997"/>
                </a:cubicBezTo>
                <a:cubicBezTo>
                  <a:pt x="796" y="10413"/>
                  <a:pt x="1318" y="11916"/>
                  <a:pt x="1106" y="13345"/>
                </a:cubicBezTo>
                <a:cubicBezTo>
                  <a:pt x="1007" y="14054"/>
                  <a:pt x="572" y="14414"/>
                  <a:pt x="0" y="14600"/>
                </a:cubicBezTo>
                <a:lnTo>
                  <a:pt x="0" y="15507"/>
                </a:lnTo>
                <a:cubicBezTo>
                  <a:pt x="758" y="15296"/>
                  <a:pt x="1417" y="14899"/>
                  <a:pt x="1740" y="14178"/>
                </a:cubicBezTo>
                <a:cubicBezTo>
                  <a:pt x="2374" y="12774"/>
                  <a:pt x="1703" y="10860"/>
                  <a:pt x="1541" y="9419"/>
                </a:cubicBezTo>
                <a:cubicBezTo>
                  <a:pt x="1405" y="8301"/>
                  <a:pt x="1429" y="7207"/>
                  <a:pt x="1653" y="6102"/>
                </a:cubicBezTo>
                <a:cubicBezTo>
                  <a:pt x="1827" y="5120"/>
                  <a:pt x="2187" y="4176"/>
                  <a:pt x="2287" y="3194"/>
                </a:cubicBezTo>
                <a:cubicBezTo>
                  <a:pt x="2486" y="1417"/>
                  <a:pt x="1454" y="44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6" name="Google Shape;656;p23"/>
          <p:cNvSpPr/>
          <p:nvPr/>
        </p:nvSpPr>
        <p:spPr>
          <a:xfrm rot="-5400000">
            <a:off x="4257210" y="-948361"/>
            <a:ext cx="683126" cy="2367446"/>
          </a:xfrm>
          <a:custGeom>
            <a:avLst/>
            <a:gdLst/>
            <a:ahLst/>
            <a:cxnLst/>
            <a:rect l="l" t="t" r="r" b="b"/>
            <a:pathLst>
              <a:path w="4636" h="16066" extrusionOk="0">
                <a:moveTo>
                  <a:pt x="4635" y="0"/>
                </a:moveTo>
                <a:cubicBezTo>
                  <a:pt x="3355" y="286"/>
                  <a:pt x="2125" y="957"/>
                  <a:pt x="1355" y="1963"/>
                </a:cubicBezTo>
                <a:cubicBezTo>
                  <a:pt x="1" y="3728"/>
                  <a:pt x="995" y="5405"/>
                  <a:pt x="1802" y="7132"/>
                </a:cubicBezTo>
                <a:cubicBezTo>
                  <a:pt x="2821" y="9307"/>
                  <a:pt x="1106" y="11220"/>
                  <a:pt x="1504" y="13432"/>
                </a:cubicBezTo>
                <a:cubicBezTo>
                  <a:pt x="1765" y="14848"/>
                  <a:pt x="3219" y="16041"/>
                  <a:pt x="4635" y="16066"/>
                </a:cubicBezTo>
                <a:lnTo>
                  <a:pt x="4635" y="14935"/>
                </a:lnTo>
                <a:cubicBezTo>
                  <a:pt x="4039" y="14885"/>
                  <a:pt x="3467" y="14637"/>
                  <a:pt x="2983" y="14215"/>
                </a:cubicBezTo>
                <a:cubicBezTo>
                  <a:pt x="2237" y="13544"/>
                  <a:pt x="2287" y="12438"/>
                  <a:pt x="2473" y="11556"/>
                </a:cubicBezTo>
                <a:cubicBezTo>
                  <a:pt x="2771" y="10214"/>
                  <a:pt x="3318" y="9008"/>
                  <a:pt x="2871" y="7617"/>
                </a:cubicBezTo>
                <a:cubicBezTo>
                  <a:pt x="2386" y="6064"/>
                  <a:pt x="1044" y="4945"/>
                  <a:pt x="1355" y="3181"/>
                </a:cubicBezTo>
                <a:cubicBezTo>
                  <a:pt x="1616" y="1702"/>
                  <a:pt x="3144" y="783"/>
                  <a:pt x="4635" y="547"/>
                </a:cubicBezTo>
                <a:lnTo>
                  <a:pt x="463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7" name="Google Shape;657;p23"/>
          <p:cNvSpPr/>
          <p:nvPr/>
        </p:nvSpPr>
        <p:spPr>
          <a:xfrm rot="-5400000">
            <a:off x="3969930" y="-353983"/>
            <a:ext cx="188759" cy="759775"/>
          </a:xfrm>
          <a:custGeom>
            <a:avLst/>
            <a:gdLst/>
            <a:ahLst/>
            <a:cxnLst/>
            <a:rect l="l" t="t" r="r" b="b"/>
            <a:pathLst>
              <a:path w="1281" h="5156" extrusionOk="0">
                <a:moveTo>
                  <a:pt x="937" y="0"/>
                </a:moveTo>
                <a:cubicBezTo>
                  <a:pt x="863" y="0"/>
                  <a:pt x="791" y="29"/>
                  <a:pt x="746" y="110"/>
                </a:cubicBezTo>
                <a:cubicBezTo>
                  <a:pt x="62" y="1154"/>
                  <a:pt x="0" y="2409"/>
                  <a:pt x="236" y="3602"/>
                </a:cubicBezTo>
                <a:cubicBezTo>
                  <a:pt x="336" y="4087"/>
                  <a:pt x="621" y="4708"/>
                  <a:pt x="1019" y="5155"/>
                </a:cubicBezTo>
                <a:lnTo>
                  <a:pt x="1019" y="4335"/>
                </a:lnTo>
                <a:cubicBezTo>
                  <a:pt x="820" y="4012"/>
                  <a:pt x="684" y="3627"/>
                  <a:pt x="609" y="3266"/>
                </a:cubicBezTo>
                <a:cubicBezTo>
                  <a:pt x="398" y="2397"/>
                  <a:pt x="572" y="1378"/>
                  <a:pt x="1019" y="595"/>
                </a:cubicBezTo>
                <a:cubicBezTo>
                  <a:pt x="1069" y="521"/>
                  <a:pt x="1119" y="434"/>
                  <a:pt x="1168" y="359"/>
                </a:cubicBezTo>
                <a:cubicBezTo>
                  <a:pt x="1280" y="197"/>
                  <a:pt x="1168" y="48"/>
                  <a:pt x="1019" y="11"/>
                </a:cubicBezTo>
                <a:cubicBezTo>
                  <a:pt x="992" y="4"/>
                  <a:pt x="964" y="0"/>
                  <a:pt x="93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8" name="Google Shape;658;p23"/>
          <p:cNvSpPr/>
          <p:nvPr/>
        </p:nvSpPr>
        <p:spPr>
          <a:xfrm rot="10800000" flipH="1">
            <a:off x="-74873" y="3763602"/>
            <a:ext cx="836766" cy="1591696"/>
          </a:xfrm>
          <a:custGeom>
            <a:avLst/>
            <a:gdLst/>
            <a:ahLst/>
            <a:cxnLst/>
            <a:rect l="l" t="t" r="r" b="b"/>
            <a:pathLst>
              <a:path w="8276" h="15743" extrusionOk="0">
                <a:moveTo>
                  <a:pt x="8151" y="0"/>
                </a:moveTo>
                <a:cubicBezTo>
                  <a:pt x="7741" y="149"/>
                  <a:pt x="7344" y="336"/>
                  <a:pt x="6971" y="584"/>
                </a:cubicBezTo>
                <a:cubicBezTo>
                  <a:pt x="4486" y="2187"/>
                  <a:pt x="5082" y="4610"/>
                  <a:pt x="5530" y="7082"/>
                </a:cubicBezTo>
                <a:cubicBezTo>
                  <a:pt x="5642" y="7679"/>
                  <a:pt x="5666" y="8300"/>
                  <a:pt x="5368" y="8834"/>
                </a:cubicBezTo>
                <a:cubicBezTo>
                  <a:pt x="5115" y="9270"/>
                  <a:pt x="4607" y="9344"/>
                  <a:pt x="4082" y="9344"/>
                </a:cubicBezTo>
                <a:cubicBezTo>
                  <a:pt x="3812" y="9344"/>
                  <a:pt x="3537" y="9325"/>
                  <a:pt x="3290" y="9325"/>
                </a:cubicBezTo>
                <a:cubicBezTo>
                  <a:pt x="3167" y="9325"/>
                  <a:pt x="3051" y="9330"/>
                  <a:pt x="2945" y="9344"/>
                </a:cubicBezTo>
                <a:cubicBezTo>
                  <a:pt x="1753" y="9518"/>
                  <a:pt x="957" y="10798"/>
                  <a:pt x="585" y="11816"/>
                </a:cubicBezTo>
                <a:cubicBezTo>
                  <a:pt x="162" y="12984"/>
                  <a:pt x="1" y="14289"/>
                  <a:pt x="162" y="15544"/>
                </a:cubicBezTo>
                <a:lnTo>
                  <a:pt x="945" y="15743"/>
                </a:lnTo>
                <a:cubicBezTo>
                  <a:pt x="796" y="14364"/>
                  <a:pt x="1082" y="12885"/>
                  <a:pt x="1628" y="11680"/>
                </a:cubicBezTo>
                <a:cubicBezTo>
                  <a:pt x="1939" y="10984"/>
                  <a:pt x="2573" y="10363"/>
                  <a:pt x="3355" y="10263"/>
                </a:cubicBezTo>
                <a:cubicBezTo>
                  <a:pt x="3429" y="10254"/>
                  <a:pt x="3502" y="10250"/>
                  <a:pt x="3576" y="10250"/>
                </a:cubicBezTo>
                <a:cubicBezTo>
                  <a:pt x="3902" y="10250"/>
                  <a:pt x="4229" y="10324"/>
                  <a:pt x="4555" y="10324"/>
                </a:cubicBezTo>
                <a:cubicBezTo>
                  <a:pt x="4652" y="10324"/>
                  <a:pt x="4749" y="10318"/>
                  <a:pt x="4846" y="10301"/>
                </a:cubicBezTo>
                <a:cubicBezTo>
                  <a:pt x="5753" y="10164"/>
                  <a:pt x="6325" y="9505"/>
                  <a:pt x="6611" y="8673"/>
                </a:cubicBezTo>
                <a:cubicBezTo>
                  <a:pt x="7257" y="6747"/>
                  <a:pt x="5555" y="4622"/>
                  <a:pt x="6487" y="2746"/>
                </a:cubicBezTo>
                <a:cubicBezTo>
                  <a:pt x="6834" y="2063"/>
                  <a:pt x="7530" y="1541"/>
                  <a:pt x="8276" y="1230"/>
                </a:cubicBezTo>
                <a:cubicBezTo>
                  <a:pt x="8226" y="820"/>
                  <a:pt x="8189" y="410"/>
                  <a:pt x="81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9" name="Google Shape;659;p23"/>
          <p:cNvSpPr/>
          <p:nvPr/>
        </p:nvSpPr>
        <p:spPr>
          <a:xfrm rot="10800000" flipH="1">
            <a:off x="486786" y="3932623"/>
            <a:ext cx="311613" cy="592981"/>
          </a:xfrm>
          <a:custGeom>
            <a:avLst/>
            <a:gdLst/>
            <a:ahLst/>
            <a:cxnLst/>
            <a:rect l="l" t="t" r="r" b="b"/>
            <a:pathLst>
              <a:path w="3082" h="5865" extrusionOk="0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60" name="Google Shape;660;p23"/>
          <p:cNvGrpSpPr/>
          <p:nvPr/>
        </p:nvGrpSpPr>
        <p:grpSpPr>
          <a:xfrm rot="10800000" flipH="1">
            <a:off x="1038395" y="4750169"/>
            <a:ext cx="241764" cy="357248"/>
            <a:chOff x="5446181" y="2529085"/>
            <a:chExt cx="138174" cy="204177"/>
          </a:xfrm>
        </p:grpSpPr>
        <p:sp>
          <p:nvSpPr>
            <p:cNvPr id="661" name="Google Shape;661;p23"/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23"/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3" name="Google Shape;663;p23"/>
          <p:cNvGrpSpPr/>
          <p:nvPr/>
        </p:nvGrpSpPr>
        <p:grpSpPr>
          <a:xfrm rot="10800000" flipH="1">
            <a:off x="268804" y="3235858"/>
            <a:ext cx="149419" cy="220334"/>
            <a:chOff x="5738779" y="2391033"/>
            <a:chExt cx="85397" cy="125927"/>
          </a:xfrm>
        </p:grpSpPr>
        <p:sp>
          <p:nvSpPr>
            <p:cNvPr id="664" name="Google Shape;664;p23"/>
            <p:cNvSpPr/>
            <p:nvPr/>
          </p:nvSpPr>
          <p:spPr>
            <a:xfrm>
              <a:off x="5738779" y="2448117"/>
              <a:ext cx="85397" cy="17165"/>
            </a:xfrm>
            <a:custGeom>
              <a:avLst/>
              <a:gdLst/>
              <a:ahLst/>
              <a:cxnLst/>
              <a:rect l="l" t="t" r="r" b="b"/>
              <a:pathLst>
                <a:path w="2796" h="562" extrusionOk="0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23"/>
            <p:cNvSpPr/>
            <p:nvPr/>
          </p:nvSpPr>
          <p:spPr>
            <a:xfrm>
              <a:off x="5768375" y="2391033"/>
              <a:ext cx="27336" cy="125927"/>
            </a:xfrm>
            <a:custGeom>
              <a:avLst/>
              <a:gdLst/>
              <a:ahLst/>
              <a:cxnLst/>
              <a:rect l="l" t="t" r="r" b="b"/>
              <a:pathLst>
                <a:path w="895" h="4123" extrusionOk="0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6" name="Google Shape;666;p23"/>
          <p:cNvSpPr/>
          <p:nvPr/>
        </p:nvSpPr>
        <p:spPr>
          <a:xfrm rot="10800000" flipH="1">
            <a:off x="139677" y="4903515"/>
            <a:ext cx="65785" cy="50554"/>
          </a:xfrm>
          <a:custGeom>
            <a:avLst/>
            <a:gdLst/>
            <a:ahLst/>
            <a:cxnLst/>
            <a:rect l="l" t="t" r="r" b="b"/>
            <a:pathLst>
              <a:path w="1231" h="946" extrusionOk="0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67" name="Google Shape;667;p23"/>
          <p:cNvGrpSpPr/>
          <p:nvPr/>
        </p:nvGrpSpPr>
        <p:grpSpPr>
          <a:xfrm rot="10800000" flipH="1">
            <a:off x="1261521" y="196482"/>
            <a:ext cx="259602" cy="383607"/>
            <a:chOff x="5446181" y="2529085"/>
            <a:chExt cx="138174" cy="204177"/>
          </a:xfrm>
        </p:grpSpPr>
        <p:sp>
          <p:nvSpPr>
            <p:cNvPr id="668" name="Google Shape;668;p23"/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23"/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70" name="Google Shape;670;p23"/>
          <p:cNvSpPr/>
          <p:nvPr/>
        </p:nvSpPr>
        <p:spPr>
          <a:xfrm rot="10800000" flipH="1">
            <a:off x="2388346" y="363891"/>
            <a:ext cx="109146" cy="84930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24"/>
          <p:cNvSpPr/>
          <p:nvPr/>
        </p:nvSpPr>
        <p:spPr>
          <a:xfrm rot="4500019" flipH="1">
            <a:off x="7770119" y="-1221683"/>
            <a:ext cx="1040039" cy="2438142"/>
          </a:xfrm>
          <a:custGeom>
            <a:avLst/>
            <a:gdLst/>
            <a:ahLst/>
            <a:cxnLst/>
            <a:rect l="l" t="t" r="r" b="b"/>
            <a:pathLst>
              <a:path w="13643" h="31983" extrusionOk="0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3" name="Google Shape;673;p24"/>
          <p:cNvSpPr/>
          <p:nvPr/>
        </p:nvSpPr>
        <p:spPr>
          <a:xfrm rot="4499939" flipH="1">
            <a:off x="7832377" y="-1151162"/>
            <a:ext cx="806712" cy="1891157"/>
          </a:xfrm>
          <a:custGeom>
            <a:avLst/>
            <a:gdLst/>
            <a:ahLst/>
            <a:cxnLst/>
            <a:rect l="l" t="t" r="r" b="b"/>
            <a:pathLst>
              <a:path w="13643" h="31983" extrusionOk="0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4" name="Google Shape;674;p24"/>
          <p:cNvSpPr/>
          <p:nvPr/>
        </p:nvSpPr>
        <p:spPr>
          <a:xfrm rot="-8100000" flipH="1">
            <a:off x="-233893" y="-212329"/>
            <a:ext cx="1037767" cy="1974146"/>
          </a:xfrm>
          <a:custGeom>
            <a:avLst/>
            <a:gdLst/>
            <a:ahLst/>
            <a:cxnLst/>
            <a:rect l="l" t="t" r="r" b="b"/>
            <a:pathLst>
              <a:path w="8276" h="15743" extrusionOk="0">
                <a:moveTo>
                  <a:pt x="8151" y="0"/>
                </a:moveTo>
                <a:cubicBezTo>
                  <a:pt x="7741" y="149"/>
                  <a:pt x="7344" y="336"/>
                  <a:pt x="6971" y="584"/>
                </a:cubicBezTo>
                <a:cubicBezTo>
                  <a:pt x="4486" y="2187"/>
                  <a:pt x="5082" y="4610"/>
                  <a:pt x="5530" y="7082"/>
                </a:cubicBezTo>
                <a:cubicBezTo>
                  <a:pt x="5642" y="7679"/>
                  <a:pt x="5666" y="8300"/>
                  <a:pt x="5368" y="8834"/>
                </a:cubicBezTo>
                <a:cubicBezTo>
                  <a:pt x="5115" y="9270"/>
                  <a:pt x="4607" y="9344"/>
                  <a:pt x="4082" y="9344"/>
                </a:cubicBezTo>
                <a:cubicBezTo>
                  <a:pt x="3812" y="9344"/>
                  <a:pt x="3537" y="9325"/>
                  <a:pt x="3290" y="9325"/>
                </a:cubicBezTo>
                <a:cubicBezTo>
                  <a:pt x="3167" y="9325"/>
                  <a:pt x="3051" y="9330"/>
                  <a:pt x="2945" y="9344"/>
                </a:cubicBezTo>
                <a:cubicBezTo>
                  <a:pt x="1753" y="9518"/>
                  <a:pt x="957" y="10798"/>
                  <a:pt x="585" y="11816"/>
                </a:cubicBezTo>
                <a:cubicBezTo>
                  <a:pt x="162" y="12984"/>
                  <a:pt x="1" y="14289"/>
                  <a:pt x="162" y="15544"/>
                </a:cubicBezTo>
                <a:lnTo>
                  <a:pt x="945" y="15743"/>
                </a:lnTo>
                <a:cubicBezTo>
                  <a:pt x="796" y="14364"/>
                  <a:pt x="1082" y="12885"/>
                  <a:pt x="1628" y="11680"/>
                </a:cubicBezTo>
                <a:cubicBezTo>
                  <a:pt x="1939" y="10984"/>
                  <a:pt x="2573" y="10363"/>
                  <a:pt x="3355" y="10263"/>
                </a:cubicBezTo>
                <a:cubicBezTo>
                  <a:pt x="3429" y="10254"/>
                  <a:pt x="3502" y="10250"/>
                  <a:pt x="3576" y="10250"/>
                </a:cubicBezTo>
                <a:cubicBezTo>
                  <a:pt x="3902" y="10250"/>
                  <a:pt x="4229" y="10324"/>
                  <a:pt x="4555" y="10324"/>
                </a:cubicBezTo>
                <a:cubicBezTo>
                  <a:pt x="4652" y="10324"/>
                  <a:pt x="4749" y="10318"/>
                  <a:pt x="4846" y="10301"/>
                </a:cubicBezTo>
                <a:cubicBezTo>
                  <a:pt x="5753" y="10164"/>
                  <a:pt x="6325" y="9505"/>
                  <a:pt x="6611" y="8673"/>
                </a:cubicBezTo>
                <a:cubicBezTo>
                  <a:pt x="7257" y="6747"/>
                  <a:pt x="5555" y="4622"/>
                  <a:pt x="6487" y="2746"/>
                </a:cubicBezTo>
                <a:cubicBezTo>
                  <a:pt x="6834" y="2063"/>
                  <a:pt x="7530" y="1541"/>
                  <a:pt x="8276" y="1230"/>
                </a:cubicBezTo>
                <a:cubicBezTo>
                  <a:pt x="8226" y="820"/>
                  <a:pt x="8189" y="410"/>
                  <a:pt x="81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24"/>
          <p:cNvSpPr/>
          <p:nvPr/>
        </p:nvSpPr>
        <p:spPr>
          <a:xfrm rot="-8100000" flipH="1">
            <a:off x="-182897" y="595608"/>
            <a:ext cx="386467" cy="735461"/>
          </a:xfrm>
          <a:custGeom>
            <a:avLst/>
            <a:gdLst/>
            <a:ahLst/>
            <a:cxnLst/>
            <a:rect l="l" t="t" r="r" b="b"/>
            <a:pathLst>
              <a:path w="3082" h="5865" extrusionOk="0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76" name="Google Shape;676;p24"/>
          <p:cNvGrpSpPr/>
          <p:nvPr/>
        </p:nvGrpSpPr>
        <p:grpSpPr>
          <a:xfrm rot="10800000" flipH="1">
            <a:off x="21294" y="4292935"/>
            <a:ext cx="296937" cy="438796"/>
            <a:chOff x="5446181" y="2529085"/>
            <a:chExt cx="138174" cy="204177"/>
          </a:xfrm>
        </p:grpSpPr>
        <p:sp>
          <p:nvSpPr>
            <p:cNvPr id="677" name="Google Shape;677;p24"/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24"/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9" name="Google Shape;679;p24"/>
          <p:cNvGrpSpPr/>
          <p:nvPr/>
        </p:nvGrpSpPr>
        <p:grpSpPr>
          <a:xfrm rot="10800000" flipH="1">
            <a:off x="345076" y="4910216"/>
            <a:ext cx="183518" cy="270629"/>
            <a:chOff x="5738779" y="2391033"/>
            <a:chExt cx="85397" cy="125927"/>
          </a:xfrm>
        </p:grpSpPr>
        <p:sp>
          <p:nvSpPr>
            <p:cNvPr id="680" name="Google Shape;680;p24"/>
            <p:cNvSpPr/>
            <p:nvPr/>
          </p:nvSpPr>
          <p:spPr>
            <a:xfrm>
              <a:off x="5738779" y="2448117"/>
              <a:ext cx="85397" cy="17165"/>
            </a:xfrm>
            <a:custGeom>
              <a:avLst/>
              <a:gdLst/>
              <a:ahLst/>
              <a:cxnLst/>
              <a:rect l="l" t="t" r="r" b="b"/>
              <a:pathLst>
                <a:path w="2796" h="562" extrusionOk="0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24"/>
            <p:cNvSpPr/>
            <p:nvPr/>
          </p:nvSpPr>
          <p:spPr>
            <a:xfrm>
              <a:off x="5768375" y="2391033"/>
              <a:ext cx="27336" cy="125927"/>
            </a:xfrm>
            <a:custGeom>
              <a:avLst/>
              <a:gdLst/>
              <a:ahLst/>
              <a:cxnLst/>
              <a:rect l="l" t="t" r="r" b="b"/>
              <a:pathLst>
                <a:path w="895" h="4123" extrusionOk="0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82" name="Google Shape;682;p24"/>
          <p:cNvSpPr/>
          <p:nvPr/>
        </p:nvSpPr>
        <p:spPr>
          <a:xfrm rot="10800000" flipH="1">
            <a:off x="222578" y="2661317"/>
            <a:ext cx="124847" cy="97144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3" name="Google Shape;683;p24"/>
          <p:cNvSpPr/>
          <p:nvPr/>
        </p:nvSpPr>
        <p:spPr>
          <a:xfrm rot="10800000" flipH="1">
            <a:off x="820263" y="5014481"/>
            <a:ext cx="80803" cy="62093"/>
          </a:xfrm>
          <a:custGeom>
            <a:avLst/>
            <a:gdLst/>
            <a:ahLst/>
            <a:cxnLst/>
            <a:rect l="l" t="t" r="r" b="b"/>
            <a:pathLst>
              <a:path w="1231" h="946" extrusionOk="0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84" name="Google Shape;684;p24"/>
          <p:cNvGrpSpPr/>
          <p:nvPr/>
        </p:nvGrpSpPr>
        <p:grpSpPr>
          <a:xfrm rot="10800000" flipH="1">
            <a:off x="8908805" y="1492056"/>
            <a:ext cx="235200" cy="347570"/>
            <a:chOff x="5446181" y="2529085"/>
            <a:chExt cx="138174" cy="204177"/>
          </a:xfrm>
        </p:grpSpPr>
        <p:sp>
          <p:nvSpPr>
            <p:cNvPr id="685" name="Google Shape;685;p24"/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24"/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7" name="Google Shape;687;p24"/>
          <p:cNvGrpSpPr/>
          <p:nvPr/>
        </p:nvGrpSpPr>
        <p:grpSpPr>
          <a:xfrm rot="10800000" flipH="1">
            <a:off x="8645094" y="2163498"/>
            <a:ext cx="296937" cy="438796"/>
            <a:chOff x="5446181" y="2529085"/>
            <a:chExt cx="138174" cy="204177"/>
          </a:xfrm>
        </p:grpSpPr>
        <p:sp>
          <p:nvSpPr>
            <p:cNvPr id="688" name="Google Shape;688;p24"/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24"/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90" name="Google Shape;690;p24"/>
          <p:cNvSpPr/>
          <p:nvPr/>
        </p:nvSpPr>
        <p:spPr>
          <a:xfrm rot="10800000" flipH="1">
            <a:off x="182390" y="2002017"/>
            <a:ext cx="124847" cy="97144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1" name="Google Shape;691;p24"/>
          <p:cNvSpPr/>
          <p:nvPr/>
        </p:nvSpPr>
        <p:spPr>
          <a:xfrm rot="10800000" flipH="1">
            <a:off x="8499875" y="1839631"/>
            <a:ext cx="80803" cy="62093"/>
          </a:xfrm>
          <a:custGeom>
            <a:avLst/>
            <a:gdLst/>
            <a:ahLst/>
            <a:cxnLst/>
            <a:rect l="l" t="t" r="r" b="b"/>
            <a:pathLst>
              <a:path w="1231" h="946" extrusionOk="0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92" name="Google Shape;692;p24"/>
          <p:cNvGrpSpPr/>
          <p:nvPr/>
        </p:nvGrpSpPr>
        <p:grpSpPr>
          <a:xfrm rot="10800000" flipH="1">
            <a:off x="440163" y="1915266"/>
            <a:ext cx="183518" cy="270629"/>
            <a:chOff x="5738779" y="2391033"/>
            <a:chExt cx="85397" cy="125927"/>
          </a:xfrm>
        </p:grpSpPr>
        <p:sp>
          <p:nvSpPr>
            <p:cNvPr id="693" name="Google Shape;693;p24"/>
            <p:cNvSpPr/>
            <p:nvPr/>
          </p:nvSpPr>
          <p:spPr>
            <a:xfrm>
              <a:off x="5738779" y="2448117"/>
              <a:ext cx="85397" cy="17165"/>
            </a:xfrm>
            <a:custGeom>
              <a:avLst/>
              <a:gdLst/>
              <a:ahLst/>
              <a:cxnLst/>
              <a:rect l="l" t="t" r="r" b="b"/>
              <a:pathLst>
                <a:path w="2796" h="562" extrusionOk="0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24"/>
            <p:cNvSpPr/>
            <p:nvPr/>
          </p:nvSpPr>
          <p:spPr>
            <a:xfrm>
              <a:off x="5768375" y="2391033"/>
              <a:ext cx="27336" cy="125927"/>
            </a:xfrm>
            <a:custGeom>
              <a:avLst/>
              <a:gdLst/>
              <a:ahLst/>
              <a:cxnLst/>
              <a:rect l="l" t="t" r="r" b="b"/>
              <a:pathLst>
                <a:path w="895" h="4123" extrusionOk="0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95" name="Google Shape;695;p24"/>
          <p:cNvSpPr/>
          <p:nvPr/>
        </p:nvSpPr>
        <p:spPr>
          <a:xfrm rot="10800000" flipH="1">
            <a:off x="8731140" y="1440780"/>
            <a:ext cx="124847" cy="97143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96" name="Google Shape;696;p24"/>
          <p:cNvGrpSpPr/>
          <p:nvPr/>
        </p:nvGrpSpPr>
        <p:grpSpPr>
          <a:xfrm rot="-476158">
            <a:off x="8538731" y="699225"/>
            <a:ext cx="508797" cy="470739"/>
            <a:chOff x="9444725" y="1971600"/>
            <a:chExt cx="877000" cy="811400"/>
          </a:xfrm>
        </p:grpSpPr>
        <p:sp>
          <p:nvSpPr>
            <p:cNvPr id="697" name="Google Shape;697;p24"/>
            <p:cNvSpPr/>
            <p:nvPr/>
          </p:nvSpPr>
          <p:spPr>
            <a:xfrm>
              <a:off x="9444725" y="1971600"/>
              <a:ext cx="877000" cy="811400"/>
            </a:xfrm>
            <a:custGeom>
              <a:avLst/>
              <a:gdLst/>
              <a:ahLst/>
              <a:cxnLst/>
              <a:rect l="l" t="t" r="r" b="b"/>
              <a:pathLst>
                <a:path w="35080" h="32456" extrusionOk="0">
                  <a:moveTo>
                    <a:pt x="25222" y="4075"/>
                  </a:moveTo>
                  <a:cubicBezTo>
                    <a:pt x="25449" y="4075"/>
                    <a:pt x="25663" y="4208"/>
                    <a:pt x="25878" y="4352"/>
                  </a:cubicBezTo>
                  <a:cubicBezTo>
                    <a:pt x="26114" y="4524"/>
                    <a:pt x="26333" y="4728"/>
                    <a:pt x="26552" y="4947"/>
                  </a:cubicBezTo>
                  <a:cubicBezTo>
                    <a:pt x="26694" y="5104"/>
                    <a:pt x="26850" y="5292"/>
                    <a:pt x="26772" y="5543"/>
                  </a:cubicBezTo>
                  <a:cubicBezTo>
                    <a:pt x="26711" y="5788"/>
                    <a:pt x="26186" y="6108"/>
                    <a:pt x="25898" y="6108"/>
                  </a:cubicBezTo>
                  <a:cubicBezTo>
                    <a:pt x="25892" y="6108"/>
                    <a:pt x="25885" y="6108"/>
                    <a:pt x="25878" y="6107"/>
                  </a:cubicBezTo>
                  <a:cubicBezTo>
                    <a:pt x="25628" y="6060"/>
                    <a:pt x="25314" y="6029"/>
                    <a:pt x="25189" y="5809"/>
                  </a:cubicBezTo>
                  <a:cubicBezTo>
                    <a:pt x="24844" y="5277"/>
                    <a:pt x="24342" y="5104"/>
                    <a:pt x="23778" y="4979"/>
                  </a:cubicBezTo>
                  <a:cubicBezTo>
                    <a:pt x="23715" y="4963"/>
                    <a:pt x="23637" y="4932"/>
                    <a:pt x="23590" y="4869"/>
                  </a:cubicBezTo>
                  <a:cubicBezTo>
                    <a:pt x="23543" y="4822"/>
                    <a:pt x="23480" y="4759"/>
                    <a:pt x="23496" y="4697"/>
                  </a:cubicBezTo>
                  <a:cubicBezTo>
                    <a:pt x="23496" y="4650"/>
                    <a:pt x="23590" y="4571"/>
                    <a:pt x="23637" y="4571"/>
                  </a:cubicBezTo>
                  <a:cubicBezTo>
                    <a:pt x="23756" y="4581"/>
                    <a:pt x="23880" y="4591"/>
                    <a:pt x="24001" y="4591"/>
                  </a:cubicBezTo>
                  <a:cubicBezTo>
                    <a:pt x="24264" y="4591"/>
                    <a:pt x="24516" y="4545"/>
                    <a:pt x="24687" y="4352"/>
                  </a:cubicBezTo>
                  <a:cubicBezTo>
                    <a:pt x="24875" y="4150"/>
                    <a:pt x="25052" y="4075"/>
                    <a:pt x="25222" y="4075"/>
                  </a:cubicBezTo>
                  <a:close/>
                  <a:moveTo>
                    <a:pt x="31553" y="7189"/>
                  </a:moveTo>
                  <a:cubicBezTo>
                    <a:pt x="32085" y="7408"/>
                    <a:pt x="32634" y="7628"/>
                    <a:pt x="33167" y="7847"/>
                  </a:cubicBezTo>
                  <a:cubicBezTo>
                    <a:pt x="33418" y="7957"/>
                    <a:pt x="33433" y="8239"/>
                    <a:pt x="33230" y="8396"/>
                  </a:cubicBezTo>
                  <a:cubicBezTo>
                    <a:pt x="33089" y="8505"/>
                    <a:pt x="32916" y="8600"/>
                    <a:pt x="32759" y="8678"/>
                  </a:cubicBezTo>
                  <a:cubicBezTo>
                    <a:pt x="32701" y="8705"/>
                    <a:pt x="32645" y="8718"/>
                    <a:pt x="32592" y="8718"/>
                  </a:cubicBezTo>
                  <a:cubicBezTo>
                    <a:pt x="32462" y="8718"/>
                    <a:pt x="32352" y="8639"/>
                    <a:pt x="32274" y="8505"/>
                  </a:cubicBezTo>
                  <a:cubicBezTo>
                    <a:pt x="32038" y="8098"/>
                    <a:pt x="31897" y="7628"/>
                    <a:pt x="31553" y="7189"/>
                  </a:cubicBezTo>
                  <a:close/>
                  <a:moveTo>
                    <a:pt x="4201" y="7565"/>
                  </a:moveTo>
                  <a:lnTo>
                    <a:pt x="4201" y="7565"/>
                  </a:lnTo>
                  <a:cubicBezTo>
                    <a:pt x="4326" y="7816"/>
                    <a:pt x="4185" y="7973"/>
                    <a:pt x="4122" y="8129"/>
                  </a:cubicBezTo>
                  <a:cubicBezTo>
                    <a:pt x="3757" y="9206"/>
                    <a:pt x="3363" y="9587"/>
                    <a:pt x="2776" y="9587"/>
                  </a:cubicBezTo>
                  <a:cubicBezTo>
                    <a:pt x="2406" y="9587"/>
                    <a:pt x="1959" y="9435"/>
                    <a:pt x="1395" y="9211"/>
                  </a:cubicBezTo>
                  <a:cubicBezTo>
                    <a:pt x="1097" y="9101"/>
                    <a:pt x="1082" y="8772"/>
                    <a:pt x="1348" y="8600"/>
                  </a:cubicBezTo>
                  <a:cubicBezTo>
                    <a:pt x="1834" y="8317"/>
                    <a:pt x="2320" y="8051"/>
                    <a:pt x="2822" y="7784"/>
                  </a:cubicBezTo>
                  <a:cubicBezTo>
                    <a:pt x="3260" y="7549"/>
                    <a:pt x="3762" y="7722"/>
                    <a:pt x="4201" y="7565"/>
                  </a:cubicBezTo>
                  <a:close/>
                  <a:moveTo>
                    <a:pt x="30232" y="7486"/>
                  </a:moveTo>
                  <a:cubicBezTo>
                    <a:pt x="30520" y="7486"/>
                    <a:pt x="31710" y="8588"/>
                    <a:pt x="31741" y="8866"/>
                  </a:cubicBezTo>
                  <a:cubicBezTo>
                    <a:pt x="31756" y="8976"/>
                    <a:pt x="31709" y="9117"/>
                    <a:pt x="31647" y="9164"/>
                  </a:cubicBezTo>
                  <a:cubicBezTo>
                    <a:pt x="31333" y="9383"/>
                    <a:pt x="31035" y="9587"/>
                    <a:pt x="30690" y="9744"/>
                  </a:cubicBezTo>
                  <a:cubicBezTo>
                    <a:pt x="30111" y="9995"/>
                    <a:pt x="29515" y="10198"/>
                    <a:pt x="28919" y="10418"/>
                  </a:cubicBezTo>
                  <a:cubicBezTo>
                    <a:pt x="28433" y="10606"/>
                    <a:pt x="27932" y="10731"/>
                    <a:pt x="27399" y="10747"/>
                  </a:cubicBezTo>
                  <a:cubicBezTo>
                    <a:pt x="26960" y="10763"/>
                    <a:pt x="26521" y="10841"/>
                    <a:pt x="26192" y="10951"/>
                  </a:cubicBezTo>
                  <a:cubicBezTo>
                    <a:pt x="25894" y="10904"/>
                    <a:pt x="25847" y="10778"/>
                    <a:pt x="25847" y="10622"/>
                  </a:cubicBezTo>
                  <a:cubicBezTo>
                    <a:pt x="25847" y="10386"/>
                    <a:pt x="25941" y="10183"/>
                    <a:pt x="26082" y="10010"/>
                  </a:cubicBezTo>
                  <a:cubicBezTo>
                    <a:pt x="26835" y="9007"/>
                    <a:pt x="27728" y="8176"/>
                    <a:pt x="28935" y="7753"/>
                  </a:cubicBezTo>
                  <a:cubicBezTo>
                    <a:pt x="29342" y="7612"/>
                    <a:pt x="29797" y="7549"/>
                    <a:pt x="30220" y="7487"/>
                  </a:cubicBezTo>
                  <a:cubicBezTo>
                    <a:pt x="30224" y="7486"/>
                    <a:pt x="30228" y="7486"/>
                    <a:pt x="30232" y="7486"/>
                  </a:cubicBezTo>
                  <a:close/>
                  <a:moveTo>
                    <a:pt x="34016" y="8888"/>
                  </a:moveTo>
                  <a:cubicBezTo>
                    <a:pt x="34140" y="8888"/>
                    <a:pt x="34202" y="8982"/>
                    <a:pt x="34202" y="9179"/>
                  </a:cubicBezTo>
                  <a:cubicBezTo>
                    <a:pt x="34217" y="9399"/>
                    <a:pt x="34202" y="9618"/>
                    <a:pt x="34202" y="9853"/>
                  </a:cubicBezTo>
                  <a:cubicBezTo>
                    <a:pt x="34202" y="10402"/>
                    <a:pt x="34186" y="10966"/>
                    <a:pt x="33998" y="11499"/>
                  </a:cubicBezTo>
                  <a:cubicBezTo>
                    <a:pt x="33966" y="11594"/>
                    <a:pt x="33856" y="11654"/>
                    <a:pt x="33754" y="11654"/>
                  </a:cubicBezTo>
                  <a:cubicBezTo>
                    <a:pt x="33705" y="11654"/>
                    <a:pt x="33657" y="11640"/>
                    <a:pt x="33622" y="11609"/>
                  </a:cubicBezTo>
                  <a:cubicBezTo>
                    <a:pt x="33214" y="11264"/>
                    <a:pt x="32901" y="10857"/>
                    <a:pt x="32979" y="10277"/>
                  </a:cubicBezTo>
                  <a:cubicBezTo>
                    <a:pt x="32995" y="10089"/>
                    <a:pt x="33042" y="9900"/>
                    <a:pt x="33010" y="9728"/>
                  </a:cubicBezTo>
                  <a:cubicBezTo>
                    <a:pt x="32948" y="9446"/>
                    <a:pt x="33042" y="9305"/>
                    <a:pt x="33277" y="9211"/>
                  </a:cubicBezTo>
                  <a:cubicBezTo>
                    <a:pt x="33449" y="9132"/>
                    <a:pt x="33606" y="9038"/>
                    <a:pt x="33778" y="8960"/>
                  </a:cubicBezTo>
                  <a:cubicBezTo>
                    <a:pt x="33873" y="8912"/>
                    <a:pt x="33953" y="8888"/>
                    <a:pt x="34016" y="8888"/>
                  </a:cubicBezTo>
                  <a:close/>
                  <a:moveTo>
                    <a:pt x="11974" y="7367"/>
                  </a:moveTo>
                  <a:cubicBezTo>
                    <a:pt x="12260" y="7367"/>
                    <a:pt x="12526" y="7528"/>
                    <a:pt x="12696" y="7784"/>
                  </a:cubicBezTo>
                  <a:cubicBezTo>
                    <a:pt x="12916" y="8129"/>
                    <a:pt x="13041" y="8521"/>
                    <a:pt x="13339" y="8835"/>
                  </a:cubicBezTo>
                  <a:cubicBezTo>
                    <a:pt x="13417" y="8929"/>
                    <a:pt x="13417" y="9117"/>
                    <a:pt x="13402" y="9258"/>
                  </a:cubicBezTo>
                  <a:cubicBezTo>
                    <a:pt x="13323" y="10073"/>
                    <a:pt x="13668" y="10700"/>
                    <a:pt x="14217" y="11248"/>
                  </a:cubicBezTo>
                  <a:cubicBezTo>
                    <a:pt x="14295" y="11327"/>
                    <a:pt x="14373" y="11405"/>
                    <a:pt x="14436" y="11499"/>
                  </a:cubicBezTo>
                  <a:cubicBezTo>
                    <a:pt x="14468" y="11562"/>
                    <a:pt x="14468" y="11656"/>
                    <a:pt x="14436" y="11703"/>
                  </a:cubicBezTo>
                  <a:cubicBezTo>
                    <a:pt x="14421" y="11766"/>
                    <a:pt x="14342" y="11828"/>
                    <a:pt x="14279" y="11828"/>
                  </a:cubicBezTo>
                  <a:cubicBezTo>
                    <a:pt x="14013" y="11828"/>
                    <a:pt x="13762" y="11813"/>
                    <a:pt x="13496" y="11781"/>
                  </a:cubicBezTo>
                  <a:cubicBezTo>
                    <a:pt x="12364" y="11595"/>
                    <a:pt x="11219" y="11448"/>
                    <a:pt x="10050" y="11448"/>
                  </a:cubicBezTo>
                  <a:cubicBezTo>
                    <a:pt x="9939" y="11448"/>
                    <a:pt x="9829" y="11450"/>
                    <a:pt x="9718" y="11452"/>
                  </a:cubicBezTo>
                  <a:cubicBezTo>
                    <a:pt x="9681" y="11454"/>
                    <a:pt x="9643" y="11455"/>
                    <a:pt x="9605" y="11455"/>
                  </a:cubicBezTo>
                  <a:cubicBezTo>
                    <a:pt x="9279" y="11455"/>
                    <a:pt x="8944" y="11397"/>
                    <a:pt x="8621" y="11327"/>
                  </a:cubicBezTo>
                  <a:cubicBezTo>
                    <a:pt x="7822" y="11123"/>
                    <a:pt x="7038" y="10888"/>
                    <a:pt x="6254" y="10669"/>
                  </a:cubicBezTo>
                  <a:cubicBezTo>
                    <a:pt x="6040" y="10607"/>
                    <a:pt x="5840" y="10516"/>
                    <a:pt x="5685" y="10351"/>
                  </a:cubicBezTo>
                  <a:lnTo>
                    <a:pt x="5685" y="10351"/>
                  </a:lnTo>
                  <a:cubicBezTo>
                    <a:pt x="5882" y="10203"/>
                    <a:pt x="6105" y="10081"/>
                    <a:pt x="6286" y="9916"/>
                  </a:cubicBezTo>
                  <a:cubicBezTo>
                    <a:pt x="6615" y="9603"/>
                    <a:pt x="6991" y="9399"/>
                    <a:pt x="7414" y="9227"/>
                  </a:cubicBezTo>
                  <a:cubicBezTo>
                    <a:pt x="7838" y="9041"/>
                    <a:pt x="8261" y="8943"/>
                    <a:pt x="8693" y="8943"/>
                  </a:cubicBezTo>
                  <a:cubicBezTo>
                    <a:pt x="8917" y="8943"/>
                    <a:pt x="9143" y="8969"/>
                    <a:pt x="9373" y="9023"/>
                  </a:cubicBezTo>
                  <a:cubicBezTo>
                    <a:pt x="9475" y="9048"/>
                    <a:pt x="9572" y="9059"/>
                    <a:pt x="9666" y="9059"/>
                  </a:cubicBezTo>
                  <a:cubicBezTo>
                    <a:pt x="9862" y="9059"/>
                    <a:pt x="10045" y="9013"/>
                    <a:pt x="10235" y="8960"/>
                  </a:cubicBezTo>
                  <a:cubicBezTo>
                    <a:pt x="10612" y="8866"/>
                    <a:pt x="10862" y="8678"/>
                    <a:pt x="10878" y="8286"/>
                  </a:cubicBezTo>
                  <a:cubicBezTo>
                    <a:pt x="10878" y="7706"/>
                    <a:pt x="11301" y="7549"/>
                    <a:pt x="11725" y="7408"/>
                  </a:cubicBezTo>
                  <a:cubicBezTo>
                    <a:pt x="11808" y="7380"/>
                    <a:pt x="11892" y="7367"/>
                    <a:pt x="11974" y="7367"/>
                  </a:cubicBezTo>
                  <a:close/>
                  <a:moveTo>
                    <a:pt x="17601" y="766"/>
                  </a:moveTo>
                  <a:cubicBezTo>
                    <a:pt x="18204" y="766"/>
                    <a:pt x="18761" y="1061"/>
                    <a:pt x="19311" y="1421"/>
                  </a:cubicBezTo>
                  <a:cubicBezTo>
                    <a:pt x="20095" y="1922"/>
                    <a:pt x="20957" y="2298"/>
                    <a:pt x="21584" y="3019"/>
                  </a:cubicBezTo>
                  <a:cubicBezTo>
                    <a:pt x="21838" y="3301"/>
                    <a:pt x="22161" y="3422"/>
                    <a:pt x="22523" y="3422"/>
                  </a:cubicBezTo>
                  <a:cubicBezTo>
                    <a:pt x="22585" y="3422"/>
                    <a:pt x="22648" y="3418"/>
                    <a:pt x="22712" y="3411"/>
                  </a:cubicBezTo>
                  <a:cubicBezTo>
                    <a:pt x="22776" y="3407"/>
                    <a:pt x="22839" y="3405"/>
                    <a:pt x="22902" y="3405"/>
                  </a:cubicBezTo>
                  <a:cubicBezTo>
                    <a:pt x="23289" y="3405"/>
                    <a:pt x="23663" y="3489"/>
                    <a:pt x="24013" y="3678"/>
                  </a:cubicBezTo>
                  <a:cubicBezTo>
                    <a:pt x="24060" y="3693"/>
                    <a:pt x="24107" y="3803"/>
                    <a:pt x="24107" y="3866"/>
                  </a:cubicBezTo>
                  <a:cubicBezTo>
                    <a:pt x="24092" y="3913"/>
                    <a:pt x="24029" y="3991"/>
                    <a:pt x="23966" y="4007"/>
                  </a:cubicBezTo>
                  <a:cubicBezTo>
                    <a:pt x="23921" y="4009"/>
                    <a:pt x="23875" y="4010"/>
                    <a:pt x="23828" y="4010"/>
                  </a:cubicBezTo>
                  <a:cubicBezTo>
                    <a:pt x="23710" y="4010"/>
                    <a:pt x="23588" y="4005"/>
                    <a:pt x="23468" y="4005"/>
                  </a:cubicBezTo>
                  <a:cubicBezTo>
                    <a:pt x="23339" y="4005"/>
                    <a:pt x="23211" y="4011"/>
                    <a:pt x="23088" y="4038"/>
                  </a:cubicBezTo>
                  <a:cubicBezTo>
                    <a:pt x="22603" y="4117"/>
                    <a:pt x="22461" y="4603"/>
                    <a:pt x="22759" y="4979"/>
                  </a:cubicBezTo>
                  <a:cubicBezTo>
                    <a:pt x="22994" y="5292"/>
                    <a:pt x="23324" y="5465"/>
                    <a:pt x="23700" y="5543"/>
                  </a:cubicBezTo>
                  <a:cubicBezTo>
                    <a:pt x="23998" y="5621"/>
                    <a:pt x="24264" y="5700"/>
                    <a:pt x="24468" y="5966"/>
                  </a:cubicBezTo>
                  <a:cubicBezTo>
                    <a:pt x="24781" y="6374"/>
                    <a:pt x="25283" y="6468"/>
                    <a:pt x="25753" y="6578"/>
                  </a:cubicBezTo>
                  <a:cubicBezTo>
                    <a:pt x="25863" y="6605"/>
                    <a:pt x="25971" y="6618"/>
                    <a:pt x="26076" y="6618"/>
                  </a:cubicBezTo>
                  <a:cubicBezTo>
                    <a:pt x="26450" y="6618"/>
                    <a:pt x="26792" y="6451"/>
                    <a:pt x="27085" y="6170"/>
                  </a:cubicBezTo>
                  <a:cubicBezTo>
                    <a:pt x="27177" y="6088"/>
                    <a:pt x="27279" y="6048"/>
                    <a:pt x="27383" y="6048"/>
                  </a:cubicBezTo>
                  <a:cubicBezTo>
                    <a:pt x="27456" y="6048"/>
                    <a:pt x="27531" y="6068"/>
                    <a:pt x="27603" y="6107"/>
                  </a:cubicBezTo>
                  <a:cubicBezTo>
                    <a:pt x="28057" y="6389"/>
                    <a:pt x="28527" y="6593"/>
                    <a:pt x="29123" y="6719"/>
                  </a:cubicBezTo>
                  <a:cubicBezTo>
                    <a:pt x="28841" y="7220"/>
                    <a:pt x="28449" y="7424"/>
                    <a:pt x="28057" y="7581"/>
                  </a:cubicBezTo>
                  <a:cubicBezTo>
                    <a:pt x="26788" y="8067"/>
                    <a:pt x="26035" y="9085"/>
                    <a:pt x="25283" y="10120"/>
                  </a:cubicBezTo>
                  <a:cubicBezTo>
                    <a:pt x="25079" y="10402"/>
                    <a:pt x="24954" y="10684"/>
                    <a:pt x="25220" y="11029"/>
                  </a:cubicBezTo>
                  <a:cubicBezTo>
                    <a:pt x="25346" y="11201"/>
                    <a:pt x="25126" y="11280"/>
                    <a:pt x="25001" y="11327"/>
                  </a:cubicBezTo>
                  <a:cubicBezTo>
                    <a:pt x="24944" y="11352"/>
                    <a:pt x="24885" y="11369"/>
                    <a:pt x="24830" y="11369"/>
                  </a:cubicBezTo>
                  <a:cubicBezTo>
                    <a:pt x="24747" y="11369"/>
                    <a:pt x="24672" y="11330"/>
                    <a:pt x="24624" y="11217"/>
                  </a:cubicBezTo>
                  <a:cubicBezTo>
                    <a:pt x="24593" y="11154"/>
                    <a:pt x="24577" y="11076"/>
                    <a:pt x="24562" y="11013"/>
                  </a:cubicBezTo>
                  <a:cubicBezTo>
                    <a:pt x="24452" y="9979"/>
                    <a:pt x="23919" y="9195"/>
                    <a:pt x="23135" y="8553"/>
                  </a:cubicBezTo>
                  <a:cubicBezTo>
                    <a:pt x="22900" y="8349"/>
                    <a:pt x="22712" y="8161"/>
                    <a:pt x="22791" y="7800"/>
                  </a:cubicBezTo>
                  <a:cubicBezTo>
                    <a:pt x="22869" y="7518"/>
                    <a:pt x="22681" y="7283"/>
                    <a:pt x="22461" y="7126"/>
                  </a:cubicBezTo>
                  <a:cubicBezTo>
                    <a:pt x="22164" y="6922"/>
                    <a:pt x="21834" y="6719"/>
                    <a:pt x="21521" y="6531"/>
                  </a:cubicBezTo>
                  <a:cubicBezTo>
                    <a:pt x="21051" y="6248"/>
                    <a:pt x="20596" y="5904"/>
                    <a:pt x="20643" y="5324"/>
                  </a:cubicBezTo>
                  <a:cubicBezTo>
                    <a:pt x="20690" y="4634"/>
                    <a:pt x="20236" y="4367"/>
                    <a:pt x="19781" y="4179"/>
                  </a:cubicBezTo>
                  <a:cubicBezTo>
                    <a:pt x="19541" y="4081"/>
                    <a:pt x="19297" y="4031"/>
                    <a:pt x="19054" y="4031"/>
                  </a:cubicBezTo>
                  <a:cubicBezTo>
                    <a:pt x="18678" y="4031"/>
                    <a:pt x="18306" y="4151"/>
                    <a:pt x="17963" y="4399"/>
                  </a:cubicBezTo>
                  <a:cubicBezTo>
                    <a:pt x="17900" y="4446"/>
                    <a:pt x="17853" y="4509"/>
                    <a:pt x="17822" y="4571"/>
                  </a:cubicBezTo>
                  <a:cubicBezTo>
                    <a:pt x="17790" y="4665"/>
                    <a:pt x="17743" y="4791"/>
                    <a:pt x="17775" y="4885"/>
                  </a:cubicBezTo>
                  <a:cubicBezTo>
                    <a:pt x="17794" y="4952"/>
                    <a:pt x="17861" y="4984"/>
                    <a:pt x="17931" y="4984"/>
                  </a:cubicBezTo>
                  <a:cubicBezTo>
                    <a:pt x="17975" y="4984"/>
                    <a:pt x="18021" y="4972"/>
                    <a:pt x="18057" y="4947"/>
                  </a:cubicBezTo>
                  <a:cubicBezTo>
                    <a:pt x="18402" y="4681"/>
                    <a:pt x="18794" y="4618"/>
                    <a:pt x="19217" y="4618"/>
                  </a:cubicBezTo>
                  <a:cubicBezTo>
                    <a:pt x="19656" y="4634"/>
                    <a:pt x="19985" y="4853"/>
                    <a:pt x="19985" y="5277"/>
                  </a:cubicBezTo>
                  <a:cubicBezTo>
                    <a:pt x="20001" y="6107"/>
                    <a:pt x="20549" y="6531"/>
                    <a:pt x="21129" y="6969"/>
                  </a:cubicBezTo>
                  <a:cubicBezTo>
                    <a:pt x="21427" y="7189"/>
                    <a:pt x="21740" y="7393"/>
                    <a:pt x="22038" y="7612"/>
                  </a:cubicBezTo>
                  <a:cubicBezTo>
                    <a:pt x="22117" y="7690"/>
                    <a:pt x="22132" y="7816"/>
                    <a:pt x="22070" y="7910"/>
                  </a:cubicBezTo>
                  <a:cubicBezTo>
                    <a:pt x="22031" y="7949"/>
                    <a:pt x="21960" y="7977"/>
                    <a:pt x="21902" y="7977"/>
                  </a:cubicBezTo>
                  <a:cubicBezTo>
                    <a:pt x="21889" y="7977"/>
                    <a:pt x="21877" y="7975"/>
                    <a:pt x="21866" y="7973"/>
                  </a:cubicBezTo>
                  <a:cubicBezTo>
                    <a:pt x="21683" y="7928"/>
                    <a:pt x="21509" y="7908"/>
                    <a:pt x="21341" y="7908"/>
                  </a:cubicBezTo>
                  <a:cubicBezTo>
                    <a:pt x="20443" y="7908"/>
                    <a:pt x="19735" y="8480"/>
                    <a:pt x="18982" y="8929"/>
                  </a:cubicBezTo>
                  <a:cubicBezTo>
                    <a:pt x="18888" y="8976"/>
                    <a:pt x="18841" y="9101"/>
                    <a:pt x="18919" y="9211"/>
                  </a:cubicBezTo>
                  <a:cubicBezTo>
                    <a:pt x="18960" y="9261"/>
                    <a:pt x="19015" y="9280"/>
                    <a:pt x="19073" y="9280"/>
                  </a:cubicBezTo>
                  <a:cubicBezTo>
                    <a:pt x="19126" y="9280"/>
                    <a:pt x="19181" y="9264"/>
                    <a:pt x="19233" y="9242"/>
                  </a:cubicBezTo>
                  <a:cubicBezTo>
                    <a:pt x="19562" y="9070"/>
                    <a:pt x="19891" y="8882"/>
                    <a:pt x="20220" y="8725"/>
                  </a:cubicBezTo>
                  <a:cubicBezTo>
                    <a:pt x="20522" y="8570"/>
                    <a:pt x="20823" y="8500"/>
                    <a:pt x="21126" y="8500"/>
                  </a:cubicBezTo>
                  <a:cubicBezTo>
                    <a:pt x="21438" y="8500"/>
                    <a:pt x="21752" y="8574"/>
                    <a:pt x="22070" y="8709"/>
                  </a:cubicBezTo>
                  <a:cubicBezTo>
                    <a:pt x="23198" y="9195"/>
                    <a:pt x="23778" y="10089"/>
                    <a:pt x="23919" y="11296"/>
                  </a:cubicBezTo>
                  <a:cubicBezTo>
                    <a:pt x="23935" y="11452"/>
                    <a:pt x="23856" y="11578"/>
                    <a:pt x="23700" y="11640"/>
                  </a:cubicBezTo>
                  <a:cubicBezTo>
                    <a:pt x="23621" y="11656"/>
                    <a:pt x="23559" y="11687"/>
                    <a:pt x="23480" y="11703"/>
                  </a:cubicBezTo>
                  <a:cubicBezTo>
                    <a:pt x="22367" y="11844"/>
                    <a:pt x="21255" y="12001"/>
                    <a:pt x="20142" y="12126"/>
                  </a:cubicBezTo>
                  <a:cubicBezTo>
                    <a:pt x="19546" y="12189"/>
                    <a:pt x="18950" y="12205"/>
                    <a:pt x="18355" y="12267"/>
                  </a:cubicBezTo>
                  <a:cubicBezTo>
                    <a:pt x="18222" y="12282"/>
                    <a:pt x="18089" y="12288"/>
                    <a:pt x="17957" y="12288"/>
                  </a:cubicBezTo>
                  <a:cubicBezTo>
                    <a:pt x="17232" y="12288"/>
                    <a:pt x="16516" y="12098"/>
                    <a:pt x="15800" y="12032"/>
                  </a:cubicBezTo>
                  <a:cubicBezTo>
                    <a:pt x="15298" y="12001"/>
                    <a:pt x="15000" y="11781"/>
                    <a:pt x="15157" y="11092"/>
                  </a:cubicBezTo>
                  <a:cubicBezTo>
                    <a:pt x="15204" y="10841"/>
                    <a:pt x="15236" y="10700"/>
                    <a:pt x="14875" y="10700"/>
                  </a:cubicBezTo>
                  <a:cubicBezTo>
                    <a:pt x="14326" y="10684"/>
                    <a:pt x="14123" y="10245"/>
                    <a:pt x="14029" y="9791"/>
                  </a:cubicBezTo>
                  <a:cubicBezTo>
                    <a:pt x="13966" y="9587"/>
                    <a:pt x="14044" y="9352"/>
                    <a:pt x="14013" y="9132"/>
                  </a:cubicBezTo>
                  <a:cubicBezTo>
                    <a:pt x="13997" y="8944"/>
                    <a:pt x="13982" y="8709"/>
                    <a:pt x="13856" y="8615"/>
                  </a:cubicBezTo>
                  <a:cubicBezTo>
                    <a:pt x="13417" y="8255"/>
                    <a:pt x="13308" y="7737"/>
                    <a:pt x="13088" y="7267"/>
                  </a:cubicBezTo>
                  <a:cubicBezTo>
                    <a:pt x="12916" y="6938"/>
                    <a:pt x="12665" y="6797"/>
                    <a:pt x="12273" y="6781"/>
                  </a:cubicBezTo>
                  <a:cubicBezTo>
                    <a:pt x="12237" y="6779"/>
                    <a:pt x="12201" y="6778"/>
                    <a:pt x="12166" y="6778"/>
                  </a:cubicBezTo>
                  <a:cubicBezTo>
                    <a:pt x="11497" y="6778"/>
                    <a:pt x="10975" y="7188"/>
                    <a:pt x="10424" y="7471"/>
                  </a:cubicBezTo>
                  <a:cubicBezTo>
                    <a:pt x="10235" y="7565"/>
                    <a:pt x="10251" y="7784"/>
                    <a:pt x="10188" y="7957"/>
                  </a:cubicBezTo>
                  <a:cubicBezTo>
                    <a:pt x="10056" y="8307"/>
                    <a:pt x="9970" y="8424"/>
                    <a:pt x="9715" y="8424"/>
                  </a:cubicBezTo>
                  <a:cubicBezTo>
                    <a:pt x="9639" y="8424"/>
                    <a:pt x="9548" y="8414"/>
                    <a:pt x="9436" y="8396"/>
                  </a:cubicBezTo>
                  <a:cubicBezTo>
                    <a:pt x="9169" y="8358"/>
                    <a:pt x="8897" y="8296"/>
                    <a:pt x="8629" y="8296"/>
                  </a:cubicBezTo>
                  <a:cubicBezTo>
                    <a:pt x="8456" y="8296"/>
                    <a:pt x="8285" y="8322"/>
                    <a:pt x="8119" y="8396"/>
                  </a:cubicBezTo>
                  <a:cubicBezTo>
                    <a:pt x="7304" y="8756"/>
                    <a:pt x="6395" y="8897"/>
                    <a:pt x="5737" y="9571"/>
                  </a:cubicBezTo>
                  <a:cubicBezTo>
                    <a:pt x="5454" y="9855"/>
                    <a:pt x="5525" y="10067"/>
                    <a:pt x="5641" y="10330"/>
                  </a:cubicBezTo>
                  <a:lnTo>
                    <a:pt x="5641" y="10330"/>
                  </a:lnTo>
                  <a:cubicBezTo>
                    <a:pt x="5150" y="10193"/>
                    <a:pt x="4645" y="10081"/>
                    <a:pt x="4201" y="9759"/>
                  </a:cubicBezTo>
                  <a:cubicBezTo>
                    <a:pt x="4467" y="9148"/>
                    <a:pt x="4687" y="8537"/>
                    <a:pt x="4969" y="7988"/>
                  </a:cubicBezTo>
                  <a:cubicBezTo>
                    <a:pt x="5486" y="7016"/>
                    <a:pt x="6301" y="6342"/>
                    <a:pt x="7320" y="6013"/>
                  </a:cubicBezTo>
                  <a:cubicBezTo>
                    <a:pt x="8135" y="5747"/>
                    <a:pt x="8825" y="5355"/>
                    <a:pt x="9373" y="4712"/>
                  </a:cubicBezTo>
                  <a:cubicBezTo>
                    <a:pt x="9859" y="4164"/>
                    <a:pt x="10455" y="3913"/>
                    <a:pt x="11192" y="3756"/>
                  </a:cubicBezTo>
                  <a:cubicBezTo>
                    <a:pt x="12163" y="3537"/>
                    <a:pt x="13120" y="3145"/>
                    <a:pt x="13841" y="2392"/>
                  </a:cubicBezTo>
                  <a:cubicBezTo>
                    <a:pt x="14624" y="1577"/>
                    <a:pt x="15549" y="1060"/>
                    <a:pt x="16693" y="997"/>
                  </a:cubicBezTo>
                  <a:cubicBezTo>
                    <a:pt x="17009" y="834"/>
                    <a:pt x="17311" y="766"/>
                    <a:pt x="17601" y="766"/>
                  </a:cubicBezTo>
                  <a:close/>
                  <a:moveTo>
                    <a:pt x="28606" y="17722"/>
                  </a:moveTo>
                  <a:cubicBezTo>
                    <a:pt x="28605" y="17728"/>
                    <a:pt x="28604" y="17734"/>
                    <a:pt x="28603" y="17740"/>
                  </a:cubicBezTo>
                  <a:lnTo>
                    <a:pt x="28603" y="17740"/>
                  </a:lnTo>
                  <a:cubicBezTo>
                    <a:pt x="28614" y="17739"/>
                    <a:pt x="28625" y="17738"/>
                    <a:pt x="28637" y="17738"/>
                  </a:cubicBezTo>
                  <a:lnTo>
                    <a:pt x="28606" y="17722"/>
                  </a:lnTo>
                  <a:close/>
                  <a:moveTo>
                    <a:pt x="1019" y="9973"/>
                  </a:moveTo>
                  <a:cubicBezTo>
                    <a:pt x="1104" y="9973"/>
                    <a:pt x="1203" y="9986"/>
                    <a:pt x="1317" y="10010"/>
                  </a:cubicBezTo>
                  <a:cubicBezTo>
                    <a:pt x="1787" y="10120"/>
                    <a:pt x="2273" y="10230"/>
                    <a:pt x="2743" y="10339"/>
                  </a:cubicBezTo>
                  <a:cubicBezTo>
                    <a:pt x="2900" y="10386"/>
                    <a:pt x="3010" y="10527"/>
                    <a:pt x="2963" y="10684"/>
                  </a:cubicBezTo>
                  <a:cubicBezTo>
                    <a:pt x="2774" y="11343"/>
                    <a:pt x="2759" y="12111"/>
                    <a:pt x="2069" y="12549"/>
                  </a:cubicBezTo>
                  <a:cubicBezTo>
                    <a:pt x="1975" y="12596"/>
                    <a:pt x="1897" y="12691"/>
                    <a:pt x="1818" y="12785"/>
                  </a:cubicBezTo>
                  <a:cubicBezTo>
                    <a:pt x="1630" y="13020"/>
                    <a:pt x="1615" y="13427"/>
                    <a:pt x="1803" y="13459"/>
                  </a:cubicBezTo>
                  <a:cubicBezTo>
                    <a:pt x="1841" y="13468"/>
                    <a:pt x="1877" y="13473"/>
                    <a:pt x="1912" y="13473"/>
                  </a:cubicBezTo>
                  <a:cubicBezTo>
                    <a:pt x="2105" y="13473"/>
                    <a:pt x="2245" y="13334"/>
                    <a:pt x="2351" y="13161"/>
                  </a:cubicBezTo>
                  <a:cubicBezTo>
                    <a:pt x="2602" y="12753"/>
                    <a:pt x="2837" y="12314"/>
                    <a:pt x="3072" y="11891"/>
                  </a:cubicBezTo>
                  <a:cubicBezTo>
                    <a:pt x="3119" y="11797"/>
                    <a:pt x="3135" y="11687"/>
                    <a:pt x="3182" y="11578"/>
                  </a:cubicBezTo>
                  <a:cubicBezTo>
                    <a:pt x="3460" y="11011"/>
                    <a:pt x="3856" y="10688"/>
                    <a:pt x="4348" y="10688"/>
                  </a:cubicBezTo>
                  <a:cubicBezTo>
                    <a:pt x="4550" y="10688"/>
                    <a:pt x="4768" y="10743"/>
                    <a:pt x="5000" y="10857"/>
                  </a:cubicBezTo>
                  <a:cubicBezTo>
                    <a:pt x="5815" y="11248"/>
                    <a:pt x="6693" y="11437"/>
                    <a:pt x="7539" y="11719"/>
                  </a:cubicBezTo>
                  <a:cubicBezTo>
                    <a:pt x="8506" y="12050"/>
                    <a:pt x="9495" y="12258"/>
                    <a:pt x="10506" y="12258"/>
                  </a:cubicBezTo>
                  <a:cubicBezTo>
                    <a:pt x="10692" y="12258"/>
                    <a:pt x="10879" y="12251"/>
                    <a:pt x="11066" y="12236"/>
                  </a:cubicBezTo>
                  <a:cubicBezTo>
                    <a:pt x="11151" y="12229"/>
                    <a:pt x="11236" y="12226"/>
                    <a:pt x="11321" y="12226"/>
                  </a:cubicBezTo>
                  <a:cubicBezTo>
                    <a:pt x="11612" y="12226"/>
                    <a:pt x="11903" y="12262"/>
                    <a:pt x="12195" y="12299"/>
                  </a:cubicBezTo>
                  <a:cubicBezTo>
                    <a:pt x="13261" y="12424"/>
                    <a:pt x="14342" y="12565"/>
                    <a:pt x="15439" y="12706"/>
                  </a:cubicBezTo>
                  <a:cubicBezTo>
                    <a:pt x="15721" y="13380"/>
                    <a:pt x="15878" y="14054"/>
                    <a:pt x="16051" y="14728"/>
                  </a:cubicBezTo>
                  <a:cubicBezTo>
                    <a:pt x="16066" y="14807"/>
                    <a:pt x="16223" y="14885"/>
                    <a:pt x="16301" y="14901"/>
                  </a:cubicBezTo>
                  <a:cubicBezTo>
                    <a:pt x="16427" y="14901"/>
                    <a:pt x="16490" y="14775"/>
                    <a:pt x="16490" y="14665"/>
                  </a:cubicBezTo>
                  <a:cubicBezTo>
                    <a:pt x="16552" y="14054"/>
                    <a:pt x="16474" y="13474"/>
                    <a:pt x="15941" y="12957"/>
                  </a:cubicBezTo>
                  <a:cubicBezTo>
                    <a:pt x="16224" y="12810"/>
                    <a:pt x="16466" y="12736"/>
                    <a:pt x="16697" y="12736"/>
                  </a:cubicBezTo>
                  <a:cubicBezTo>
                    <a:pt x="16786" y="12736"/>
                    <a:pt x="16873" y="12747"/>
                    <a:pt x="16960" y="12769"/>
                  </a:cubicBezTo>
                  <a:cubicBezTo>
                    <a:pt x="17201" y="12832"/>
                    <a:pt x="17442" y="12852"/>
                    <a:pt x="17684" y="12852"/>
                  </a:cubicBezTo>
                  <a:cubicBezTo>
                    <a:pt x="18038" y="12852"/>
                    <a:pt x="18392" y="12810"/>
                    <a:pt x="18747" y="12800"/>
                  </a:cubicBezTo>
                  <a:cubicBezTo>
                    <a:pt x="19091" y="12785"/>
                    <a:pt x="19421" y="12785"/>
                    <a:pt x="19765" y="12769"/>
                  </a:cubicBezTo>
                  <a:cubicBezTo>
                    <a:pt x="19885" y="12769"/>
                    <a:pt x="20004" y="12771"/>
                    <a:pt x="20123" y="12771"/>
                  </a:cubicBezTo>
                  <a:cubicBezTo>
                    <a:pt x="20302" y="12771"/>
                    <a:pt x="20480" y="12766"/>
                    <a:pt x="20659" y="12738"/>
                  </a:cubicBezTo>
                  <a:cubicBezTo>
                    <a:pt x="22101" y="12534"/>
                    <a:pt x="23574" y="12424"/>
                    <a:pt x="24969" y="12048"/>
                  </a:cubicBezTo>
                  <a:cubicBezTo>
                    <a:pt x="26051" y="11750"/>
                    <a:pt x="27117" y="11484"/>
                    <a:pt x="28214" y="11264"/>
                  </a:cubicBezTo>
                  <a:cubicBezTo>
                    <a:pt x="29154" y="11092"/>
                    <a:pt x="30095" y="10778"/>
                    <a:pt x="30957" y="10308"/>
                  </a:cubicBezTo>
                  <a:cubicBezTo>
                    <a:pt x="31051" y="10245"/>
                    <a:pt x="31161" y="10183"/>
                    <a:pt x="31255" y="10167"/>
                  </a:cubicBezTo>
                  <a:cubicBezTo>
                    <a:pt x="31577" y="10081"/>
                    <a:pt x="31809" y="9988"/>
                    <a:pt x="31986" y="9988"/>
                  </a:cubicBezTo>
                  <a:cubicBezTo>
                    <a:pt x="32231" y="9988"/>
                    <a:pt x="32372" y="10167"/>
                    <a:pt x="32509" y="10794"/>
                  </a:cubicBezTo>
                  <a:cubicBezTo>
                    <a:pt x="32587" y="11170"/>
                    <a:pt x="32744" y="11484"/>
                    <a:pt x="33010" y="11781"/>
                  </a:cubicBezTo>
                  <a:cubicBezTo>
                    <a:pt x="33731" y="12596"/>
                    <a:pt x="33747" y="13537"/>
                    <a:pt x="33402" y="14509"/>
                  </a:cubicBezTo>
                  <a:cubicBezTo>
                    <a:pt x="32932" y="15810"/>
                    <a:pt x="32430" y="17095"/>
                    <a:pt x="32101" y="18443"/>
                  </a:cubicBezTo>
                  <a:cubicBezTo>
                    <a:pt x="31835" y="19540"/>
                    <a:pt x="31364" y="20575"/>
                    <a:pt x="30675" y="21484"/>
                  </a:cubicBezTo>
                  <a:cubicBezTo>
                    <a:pt x="30495" y="21716"/>
                    <a:pt x="30197" y="21853"/>
                    <a:pt x="29921" y="21853"/>
                  </a:cubicBezTo>
                  <a:cubicBezTo>
                    <a:pt x="29692" y="21853"/>
                    <a:pt x="29479" y="21759"/>
                    <a:pt x="29358" y="21547"/>
                  </a:cubicBezTo>
                  <a:cubicBezTo>
                    <a:pt x="29029" y="20982"/>
                    <a:pt x="28277" y="20700"/>
                    <a:pt x="28292" y="19901"/>
                  </a:cubicBezTo>
                  <a:cubicBezTo>
                    <a:pt x="28292" y="19666"/>
                    <a:pt x="28041" y="19446"/>
                    <a:pt x="27900" y="19227"/>
                  </a:cubicBezTo>
                  <a:cubicBezTo>
                    <a:pt x="27759" y="19007"/>
                    <a:pt x="27822" y="18804"/>
                    <a:pt x="27947" y="18600"/>
                  </a:cubicBezTo>
                  <a:cubicBezTo>
                    <a:pt x="28133" y="18291"/>
                    <a:pt x="28531" y="18134"/>
                    <a:pt x="28603" y="17740"/>
                  </a:cubicBezTo>
                  <a:lnTo>
                    <a:pt x="28603" y="17740"/>
                  </a:lnTo>
                  <a:cubicBezTo>
                    <a:pt x="28234" y="17772"/>
                    <a:pt x="28049" y="18073"/>
                    <a:pt x="27791" y="18271"/>
                  </a:cubicBezTo>
                  <a:cubicBezTo>
                    <a:pt x="27630" y="18393"/>
                    <a:pt x="27476" y="18465"/>
                    <a:pt x="27313" y="18465"/>
                  </a:cubicBezTo>
                  <a:cubicBezTo>
                    <a:pt x="27205" y="18465"/>
                    <a:pt x="27094" y="18433"/>
                    <a:pt x="26976" y="18365"/>
                  </a:cubicBezTo>
                  <a:cubicBezTo>
                    <a:pt x="26850" y="18286"/>
                    <a:pt x="26725" y="18192"/>
                    <a:pt x="26584" y="18114"/>
                  </a:cubicBezTo>
                  <a:cubicBezTo>
                    <a:pt x="26488" y="18047"/>
                    <a:pt x="26388" y="18016"/>
                    <a:pt x="26288" y="18016"/>
                  </a:cubicBezTo>
                  <a:cubicBezTo>
                    <a:pt x="26176" y="18016"/>
                    <a:pt x="26064" y="18055"/>
                    <a:pt x="25957" y="18130"/>
                  </a:cubicBezTo>
                  <a:cubicBezTo>
                    <a:pt x="25502" y="18459"/>
                    <a:pt x="25063" y="18804"/>
                    <a:pt x="24624" y="19148"/>
                  </a:cubicBezTo>
                  <a:cubicBezTo>
                    <a:pt x="24548" y="19200"/>
                    <a:pt x="24473" y="19225"/>
                    <a:pt x="24403" y="19225"/>
                  </a:cubicBezTo>
                  <a:cubicBezTo>
                    <a:pt x="24301" y="19225"/>
                    <a:pt x="24206" y="19172"/>
                    <a:pt x="24123" y="19070"/>
                  </a:cubicBezTo>
                  <a:cubicBezTo>
                    <a:pt x="23747" y="18600"/>
                    <a:pt x="23527" y="18051"/>
                    <a:pt x="23449" y="17440"/>
                  </a:cubicBezTo>
                  <a:cubicBezTo>
                    <a:pt x="23402" y="17032"/>
                    <a:pt x="23527" y="16687"/>
                    <a:pt x="23919" y="16515"/>
                  </a:cubicBezTo>
                  <a:cubicBezTo>
                    <a:pt x="24640" y="16186"/>
                    <a:pt x="25346" y="15841"/>
                    <a:pt x="26067" y="15543"/>
                  </a:cubicBezTo>
                  <a:cubicBezTo>
                    <a:pt x="26288" y="15446"/>
                    <a:pt x="26524" y="15409"/>
                    <a:pt x="26758" y="15409"/>
                  </a:cubicBezTo>
                  <a:cubicBezTo>
                    <a:pt x="26939" y="15409"/>
                    <a:pt x="27119" y="15431"/>
                    <a:pt x="27289" y="15465"/>
                  </a:cubicBezTo>
                  <a:cubicBezTo>
                    <a:pt x="27476" y="15506"/>
                    <a:pt x="27653" y="15528"/>
                    <a:pt x="27821" y="15528"/>
                  </a:cubicBezTo>
                  <a:cubicBezTo>
                    <a:pt x="28232" y="15528"/>
                    <a:pt x="28595" y="15395"/>
                    <a:pt x="28951" y="15073"/>
                  </a:cubicBezTo>
                  <a:cubicBezTo>
                    <a:pt x="29101" y="14936"/>
                    <a:pt x="29235" y="14869"/>
                    <a:pt x="29362" y="14869"/>
                  </a:cubicBezTo>
                  <a:cubicBezTo>
                    <a:pt x="29539" y="14869"/>
                    <a:pt x="29702" y="14999"/>
                    <a:pt x="29875" y="15245"/>
                  </a:cubicBezTo>
                  <a:cubicBezTo>
                    <a:pt x="29938" y="15339"/>
                    <a:pt x="29969" y="15449"/>
                    <a:pt x="30016" y="15543"/>
                  </a:cubicBezTo>
                  <a:cubicBezTo>
                    <a:pt x="30142" y="15747"/>
                    <a:pt x="30361" y="15904"/>
                    <a:pt x="30565" y="15904"/>
                  </a:cubicBezTo>
                  <a:cubicBezTo>
                    <a:pt x="30571" y="15904"/>
                    <a:pt x="30578" y="15904"/>
                    <a:pt x="30584" y="15904"/>
                  </a:cubicBezTo>
                  <a:cubicBezTo>
                    <a:pt x="30818" y="15904"/>
                    <a:pt x="30865" y="15617"/>
                    <a:pt x="30957" y="15434"/>
                  </a:cubicBezTo>
                  <a:cubicBezTo>
                    <a:pt x="31161" y="15057"/>
                    <a:pt x="31129" y="14634"/>
                    <a:pt x="31208" y="14227"/>
                  </a:cubicBezTo>
                  <a:cubicBezTo>
                    <a:pt x="31223" y="14180"/>
                    <a:pt x="31176" y="14086"/>
                    <a:pt x="31129" y="14054"/>
                  </a:cubicBezTo>
                  <a:cubicBezTo>
                    <a:pt x="31103" y="14028"/>
                    <a:pt x="31059" y="14017"/>
                    <a:pt x="31016" y="14017"/>
                  </a:cubicBezTo>
                  <a:cubicBezTo>
                    <a:pt x="30981" y="14017"/>
                    <a:pt x="30947" y="14024"/>
                    <a:pt x="30926" y="14039"/>
                  </a:cubicBezTo>
                  <a:cubicBezTo>
                    <a:pt x="30800" y="14117"/>
                    <a:pt x="30690" y="14211"/>
                    <a:pt x="30581" y="14321"/>
                  </a:cubicBezTo>
                  <a:cubicBezTo>
                    <a:pt x="30466" y="14446"/>
                    <a:pt x="30337" y="14530"/>
                    <a:pt x="30199" y="14530"/>
                  </a:cubicBezTo>
                  <a:cubicBezTo>
                    <a:pt x="30130" y="14530"/>
                    <a:pt x="30058" y="14509"/>
                    <a:pt x="29985" y="14462"/>
                  </a:cubicBezTo>
                  <a:cubicBezTo>
                    <a:pt x="29800" y="14346"/>
                    <a:pt x="29625" y="14294"/>
                    <a:pt x="29459" y="14294"/>
                  </a:cubicBezTo>
                  <a:cubicBezTo>
                    <a:pt x="29177" y="14294"/>
                    <a:pt x="28921" y="14444"/>
                    <a:pt x="28684" y="14681"/>
                  </a:cubicBezTo>
                  <a:cubicBezTo>
                    <a:pt x="28404" y="14937"/>
                    <a:pt x="28095" y="15032"/>
                    <a:pt x="27743" y="15032"/>
                  </a:cubicBezTo>
                  <a:cubicBezTo>
                    <a:pt x="27642" y="15032"/>
                    <a:pt x="27538" y="15024"/>
                    <a:pt x="27430" y="15010"/>
                  </a:cubicBezTo>
                  <a:cubicBezTo>
                    <a:pt x="27277" y="14984"/>
                    <a:pt x="27125" y="14971"/>
                    <a:pt x="26975" y="14971"/>
                  </a:cubicBezTo>
                  <a:cubicBezTo>
                    <a:pt x="26497" y="14971"/>
                    <a:pt x="26038" y="15101"/>
                    <a:pt x="25596" y="15339"/>
                  </a:cubicBezTo>
                  <a:cubicBezTo>
                    <a:pt x="25001" y="15653"/>
                    <a:pt x="24374" y="15904"/>
                    <a:pt x="23747" y="16155"/>
                  </a:cubicBezTo>
                  <a:cubicBezTo>
                    <a:pt x="23433" y="16264"/>
                    <a:pt x="23261" y="16437"/>
                    <a:pt x="23135" y="16735"/>
                  </a:cubicBezTo>
                  <a:cubicBezTo>
                    <a:pt x="22947" y="17220"/>
                    <a:pt x="22916" y="17675"/>
                    <a:pt x="23088" y="18161"/>
                  </a:cubicBezTo>
                  <a:cubicBezTo>
                    <a:pt x="23135" y="18333"/>
                    <a:pt x="23198" y="18521"/>
                    <a:pt x="23276" y="18694"/>
                  </a:cubicBezTo>
                  <a:cubicBezTo>
                    <a:pt x="23496" y="19054"/>
                    <a:pt x="23480" y="19336"/>
                    <a:pt x="23151" y="19681"/>
                  </a:cubicBezTo>
                  <a:cubicBezTo>
                    <a:pt x="22665" y="20183"/>
                    <a:pt x="22477" y="20841"/>
                    <a:pt x="22555" y="21547"/>
                  </a:cubicBezTo>
                  <a:cubicBezTo>
                    <a:pt x="22569" y="21626"/>
                    <a:pt x="22616" y="21729"/>
                    <a:pt x="22717" y="21729"/>
                  </a:cubicBezTo>
                  <a:cubicBezTo>
                    <a:pt x="22734" y="21729"/>
                    <a:pt x="22754" y="21726"/>
                    <a:pt x="22775" y="21719"/>
                  </a:cubicBezTo>
                  <a:cubicBezTo>
                    <a:pt x="22838" y="21688"/>
                    <a:pt x="22932" y="21641"/>
                    <a:pt x="22932" y="21578"/>
                  </a:cubicBezTo>
                  <a:cubicBezTo>
                    <a:pt x="22979" y="21358"/>
                    <a:pt x="22994" y="21139"/>
                    <a:pt x="23026" y="20920"/>
                  </a:cubicBezTo>
                  <a:cubicBezTo>
                    <a:pt x="23144" y="20240"/>
                    <a:pt x="23360" y="19992"/>
                    <a:pt x="24014" y="19992"/>
                  </a:cubicBezTo>
                  <a:cubicBezTo>
                    <a:pt x="24054" y="19992"/>
                    <a:pt x="24095" y="19993"/>
                    <a:pt x="24139" y="19995"/>
                  </a:cubicBezTo>
                  <a:cubicBezTo>
                    <a:pt x="24163" y="19996"/>
                    <a:pt x="24186" y="19997"/>
                    <a:pt x="24209" y="19997"/>
                  </a:cubicBezTo>
                  <a:cubicBezTo>
                    <a:pt x="24471" y="19997"/>
                    <a:pt x="24667" y="19912"/>
                    <a:pt x="24797" y="19681"/>
                  </a:cubicBezTo>
                  <a:cubicBezTo>
                    <a:pt x="25016" y="19321"/>
                    <a:pt x="25393" y="19133"/>
                    <a:pt x="25722" y="18882"/>
                  </a:cubicBezTo>
                  <a:cubicBezTo>
                    <a:pt x="25918" y="18741"/>
                    <a:pt x="26114" y="18670"/>
                    <a:pt x="26306" y="18670"/>
                  </a:cubicBezTo>
                  <a:cubicBezTo>
                    <a:pt x="26498" y="18670"/>
                    <a:pt x="26686" y="18741"/>
                    <a:pt x="26866" y="18882"/>
                  </a:cubicBezTo>
                  <a:cubicBezTo>
                    <a:pt x="27211" y="19164"/>
                    <a:pt x="27524" y="19493"/>
                    <a:pt x="27822" y="19822"/>
                  </a:cubicBezTo>
                  <a:cubicBezTo>
                    <a:pt x="27947" y="19963"/>
                    <a:pt x="27900" y="20183"/>
                    <a:pt x="27838" y="20355"/>
                  </a:cubicBezTo>
                  <a:cubicBezTo>
                    <a:pt x="27665" y="20763"/>
                    <a:pt x="27775" y="21076"/>
                    <a:pt x="28151" y="21311"/>
                  </a:cubicBezTo>
                  <a:cubicBezTo>
                    <a:pt x="28308" y="21405"/>
                    <a:pt x="28512" y="21515"/>
                    <a:pt x="28559" y="21672"/>
                  </a:cubicBezTo>
                  <a:cubicBezTo>
                    <a:pt x="28715" y="22079"/>
                    <a:pt x="29013" y="22205"/>
                    <a:pt x="29405" y="22299"/>
                  </a:cubicBezTo>
                  <a:cubicBezTo>
                    <a:pt x="29734" y="22362"/>
                    <a:pt x="29813" y="22612"/>
                    <a:pt x="29609" y="22879"/>
                  </a:cubicBezTo>
                  <a:cubicBezTo>
                    <a:pt x="29233" y="23349"/>
                    <a:pt x="28841" y="23804"/>
                    <a:pt x="28449" y="24243"/>
                  </a:cubicBezTo>
                  <a:cubicBezTo>
                    <a:pt x="26772" y="26076"/>
                    <a:pt x="26035" y="26547"/>
                    <a:pt x="23637" y="27142"/>
                  </a:cubicBezTo>
                  <a:cubicBezTo>
                    <a:pt x="22273" y="27503"/>
                    <a:pt x="20910" y="27910"/>
                    <a:pt x="19499" y="28177"/>
                  </a:cubicBezTo>
                  <a:cubicBezTo>
                    <a:pt x="18305" y="28406"/>
                    <a:pt x="17111" y="28519"/>
                    <a:pt x="15911" y="28519"/>
                  </a:cubicBezTo>
                  <a:cubicBezTo>
                    <a:pt x="15141" y="28519"/>
                    <a:pt x="14368" y="28472"/>
                    <a:pt x="13590" y="28381"/>
                  </a:cubicBezTo>
                  <a:cubicBezTo>
                    <a:pt x="12430" y="28239"/>
                    <a:pt x="11348" y="27832"/>
                    <a:pt x="10220" y="27597"/>
                  </a:cubicBezTo>
                  <a:cubicBezTo>
                    <a:pt x="9436" y="27424"/>
                    <a:pt x="8793" y="26938"/>
                    <a:pt x="8166" y="26468"/>
                  </a:cubicBezTo>
                  <a:cubicBezTo>
                    <a:pt x="7461" y="25935"/>
                    <a:pt x="6724" y="25402"/>
                    <a:pt x="6003" y="24869"/>
                  </a:cubicBezTo>
                  <a:cubicBezTo>
                    <a:pt x="5314" y="24352"/>
                    <a:pt x="4734" y="23725"/>
                    <a:pt x="4405" y="22895"/>
                  </a:cubicBezTo>
                  <a:cubicBezTo>
                    <a:pt x="4358" y="22785"/>
                    <a:pt x="4311" y="22691"/>
                    <a:pt x="4232" y="22612"/>
                  </a:cubicBezTo>
                  <a:cubicBezTo>
                    <a:pt x="3151" y="21249"/>
                    <a:pt x="2665" y="19650"/>
                    <a:pt x="2304" y="17988"/>
                  </a:cubicBezTo>
                  <a:cubicBezTo>
                    <a:pt x="2006" y="16672"/>
                    <a:pt x="1615" y="15402"/>
                    <a:pt x="1113" y="14148"/>
                  </a:cubicBezTo>
                  <a:cubicBezTo>
                    <a:pt x="658" y="12973"/>
                    <a:pt x="455" y="11766"/>
                    <a:pt x="564" y="10512"/>
                  </a:cubicBezTo>
                  <a:cubicBezTo>
                    <a:pt x="589" y="10133"/>
                    <a:pt x="718" y="9973"/>
                    <a:pt x="1019" y="9973"/>
                  </a:cubicBezTo>
                  <a:close/>
                  <a:moveTo>
                    <a:pt x="25215" y="27178"/>
                  </a:moveTo>
                  <a:cubicBezTo>
                    <a:pt x="25267" y="27178"/>
                    <a:pt x="25321" y="27186"/>
                    <a:pt x="25377" y="27205"/>
                  </a:cubicBezTo>
                  <a:cubicBezTo>
                    <a:pt x="25910" y="27346"/>
                    <a:pt x="26020" y="27534"/>
                    <a:pt x="25972" y="28192"/>
                  </a:cubicBezTo>
                  <a:cubicBezTo>
                    <a:pt x="25925" y="28710"/>
                    <a:pt x="26004" y="29415"/>
                    <a:pt x="25596" y="29807"/>
                  </a:cubicBezTo>
                  <a:cubicBezTo>
                    <a:pt x="25393" y="29995"/>
                    <a:pt x="25110" y="30105"/>
                    <a:pt x="24828" y="30183"/>
                  </a:cubicBezTo>
                  <a:cubicBezTo>
                    <a:pt x="22266" y="31049"/>
                    <a:pt x="19865" y="31700"/>
                    <a:pt x="17285" y="31700"/>
                  </a:cubicBezTo>
                  <a:cubicBezTo>
                    <a:pt x="16457" y="31700"/>
                    <a:pt x="15610" y="31633"/>
                    <a:pt x="14734" y="31484"/>
                  </a:cubicBezTo>
                  <a:cubicBezTo>
                    <a:pt x="14473" y="31442"/>
                    <a:pt x="14198" y="31442"/>
                    <a:pt x="13922" y="31442"/>
                  </a:cubicBezTo>
                  <a:lnTo>
                    <a:pt x="13922" y="31442"/>
                  </a:lnTo>
                  <a:cubicBezTo>
                    <a:pt x="13785" y="31442"/>
                    <a:pt x="13647" y="31442"/>
                    <a:pt x="13511" y="31437"/>
                  </a:cubicBezTo>
                  <a:cubicBezTo>
                    <a:pt x="12540" y="31406"/>
                    <a:pt x="11678" y="31077"/>
                    <a:pt x="10862" y="30591"/>
                  </a:cubicBezTo>
                  <a:cubicBezTo>
                    <a:pt x="10753" y="30512"/>
                    <a:pt x="10596" y="30403"/>
                    <a:pt x="10565" y="30277"/>
                  </a:cubicBezTo>
                  <a:cubicBezTo>
                    <a:pt x="10408" y="29666"/>
                    <a:pt x="10157" y="29070"/>
                    <a:pt x="10188" y="28428"/>
                  </a:cubicBezTo>
                  <a:cubicBezTo>
                    <a:pt x="10202" y="28295"/>
                    <a:pt x="10327" y="28163"/>
                    <a:pt x="10432" y="28163"/>
                  </a:cubicBezTo>
                  <a:cubicBezTo>
                    <a:pt x="10451" y="28163"/>
                    <a:pt x="10469" y="28167"/>
                    <a:pt x="10486" y="28177"/>
                  </a:cubicBezTo>
                  <a:cubicBezTo>
                    <a:pt x="11552" y="28898"/>
                    <a:pt x="12806" y="28960"/>
                    <a:pt x="14013" y="29102"/>
                  </a:cubicBezTo>
                  <a:cubicBezTo>
                    <a:pt x="14707" y="29174"/>
                    <a:pt x="15397" y="29216"/>
                    <a:pt x="16086" y="29216"/>
                  </a:cubicBezTo>
                  <a:cubicBezTo>
                    <a:pt x="16891" y="29216"/>
                    <a:pt x="17693" y="29158"/>
                    <a:pt x="18496" y="29023"/>
                  </a:cubicBezTo>
                  <a:cubicBezTo>
                    <a:pt x="20628" y="28647"/>
                    <a:pt x="22759" y="28271"/>
                    <a:pt x="24750" y="27330"/>
                  </a:cubicBezTo>
                  <a:cubicBezTo>
                    <a:pt x="24905" y="27259"/>
                    <a:pt x="25051" y="27178"/>
                    <a:pt x="25215" y="27178"/>
                  </a:cubicBezTo>
                  <a:close/>
                  <a:moveTo>
                    <a:pt x="17551" y="1"/>
                  </a:moveTo>
                  <a:cubicBezTo>
                    <a:pt x="17284" y="1"/>
                    <a:pt x="17009" y="59"/>
                    <a:pt x="16725" y="198"/>
                  </a:cubicBezTo>
                  <a:cubicBezTo>
                    <a:pt x="16380" y="355"/>
                    <a:pt x="16019" y="449"/>
                    <a:pt x="15643" y="527"/>
                  </a:cubicBezTo>
                  <a:cubicBezTo>
                    <a:pt x="14906" y="715"/>
                    <a:pt x="14232" y="1013"/>
                    <a:pt x="13747" y="1624"/>
                  </a:cubicBezTo>
                  <a:cubicBezTo>
                    <a:pt x="13621" y="1766"/>
                    <a:pt x="13449" y="1860"/>
                    <a:pt x="13292" y="1954"/>
                  </a:cubicBezTo>
                  <a:cubicBezTo>
                    <a:pt x="12508" y="2487"/>
                    <a:pt x="11630" y="2800"/>
                    <a:pt x="10753" y="3082"/>
                  </a:cubicBezTo>
                  <a:cubicBezTo>
                    <a:pt x="10126" y="3270"/>
                    <a:pt x="9514" y="3474"/>
                    <a:pt x="9091" y="3976"/>
                  </a:cubicBezTo>
                  <a:cubicBezTo>
                    <a:pt x="8652" y="4509"/>
                    <a:pt x="8072" y="4838"/>
                    <a:pt x="7477" y="5151"/>
                  </a:cubicBezTo>
                  <a:cubicBezTo>
                    <a:pt x="6724" y="5559"/>
                    <a:pt x="5956" y="5935"/>
                    <a:pt x="5251" y="6436"/>
                  </a:cubicBezTo>
                  <a:cubicBezTo>
                    <a:pt x="4765" y="6766"/>
                    <a:pt x="4154" y="7016"/>
                    <a:pt x="3590" y="7048"/>
                  </a:cubicBezTo>
                  <a:cubicBezTo>
                    <a:pt x="2555" y="7095"/>
                    <a:pt x="1740" y="7628"/>
                    <a:pt x="894" y="8067"/>
                  </a:cubicBezTo>
                  <a:cubicBezTo>
                    <a:pt x="282" y="8396"/>
                    <a:pt x="16" y="9038"/>
                    <a:pt x="16" y="9681"/>
                  </a:cubicBezTo>
                  <a:cubicBezTo>
                    <a:pt x="47" y="11437"/>
                    <a:pt x="0" y="13208"/>
                    <a:pt x="815" y="14838"/>
                  </a:cubicBezTo>
                  <a:cubicBezTo>
                    <a:pt x="894" y="15010"/>
                    <a:pt x="941" y="15198"/>
                    <a:pt x="972" y="15387"/>
                  </a:cubicBezTo>
                  <a:cubicBezTo>
                    <a:pt x="1144" y="16405"/>
                    <a:pt x="1740" y="17330"/>
                    <a:pt x="1724" y="18412"/>
                  </a:cubicBezTo>
                  <a:cubicBezTo>
                    <a:pt x="1724" y="18553"/>
                    <a:pt x="1818" y="18694"/>
                    <a:pt x="1865" y="18835"/>
                  </a:cubicBezTo>
                  <a:cubicBezTo>
                    <a:pt x="2038" y="19321"/>
                    <a:pt x="2195" y="19822"/>
                    <a:pt x="2367" y="20324"/>
                  </a:cubicBezTo>
                  <a:cubicBezTo>
                    <a:pt x="2477" y="20637"/>
                    <a:pt x="2602" y="20951"/>
                    <a:pt x="2727" y="21264"/>
                  </a:cubicBezTo>
                  <a:cubicBezTo>
                    <a:pt x="3041" y="22032"/>
                    <a:pt x="3527" y="22691"/>
                    <a:pt x="3903" y="23412"/>
                  </a:cubicBezTo>
                  <a:cubicBezTo>
                    <a:pt x="4248" y="24070"/>
                    <a:pt x="4687" y="24603"/>
                    <a:pt x="5220" y="25073"/>
                  </a:cubicBezTo>
                  <a:cubicBezTo>
                    <a:pt x="6364" y="26045"/>
                    <a:pt x="7602" y="26891"/>
                    <a:pt x="8856" y="27691"/>
                  </a:cubicBezTo>
                  <a:cubicBezTo>
                    <a:pt x="9248" y="27926"/>
                    <a:pt x="9483" y="28177"/>
                    <a:pt x="9561" y="28616"/>
                  </a:cubicBezTo>
                  <a:cubicBezTo>
                    <a:pt x="9671" y="29164"/>
                    <a:pt x="9828" y="29713"/>
                    <a:pt x="9953" y="30261"/>
                  </a:cubicBezTo>
                  <a:cubicBezTo>
                    <a:pt x="10408" y="32456"/>
                    <a:pt x="14499" y="32362"/>
                    <a:pt x="16223" y="32409"/>
                  </a:cubicBezTo>
                  <a:cubicBezTo>
                    <a:pt x="16457" y="32416"/>
                    <a:pt x="16691" y="32419"/>
                    <a:pt x="16925" y="32419"/>
                  </a:cubicBezTo>
                  <a:cubicBezTo>
                    <a:pt x="19277" y="32419"/>
                    <a:pt x="21622" y="32066"/>
                    <a:pt x="23903" y="31453"/>
                  </a:cubicBezTo>
                  <a:cubicBezTo>
                    <a:pt x="24766" y="31233"/>
                    <a:pt x="27101" y="30450"/>
                    <a:pt x="26427" y="29102"/>
                  </a:cubicBezTo>
                  <a:cubicBezTo>
                    <a:pt x="26349" y="28960"/>
                    <a:pt x="26411" y="28725"/>
                    <a:pt x="26427" y="28553"/>
                  </a:cubicBezTo>
                  <a:cubicBezTo>
                    <a:pt x="26474" y="28224"/>
                    <a:pt x="26568" y="27879"/>
                    <a:pt x="26584" y="27550"/>
                  </a:cubicBezTo>
                  <a:cubicBezTo>
                    <a:pt x="26615" y="27080"/>
                    <a:pt x="26788" y="26719"/>
                    <a:pt x="27164" y="26390"/>
                  </a:cubicBezTo>
                  <a:cubicBezTo>
                    <a:pt x="28590" y="25136"/>
                    <a:pt x="29891" y="23757"/>
                    <a:pt x="31035" y="22205"/>
                  </a:cubicBezTo>
                  <a:cubicBezTo>
                    <a:pt x="31882" y="21029"/>
                    <a:pt x="32493" y="19760"/>
                    <a:pt x="32885" y="18396"/>
                  </a:cubicBezTo>
                  <a:cubicBezTo>
                    <a:pt x="33151" y="17424"/>
                    <a:pt x="33449" y="16452"/>
                    <a:pt x="33763" y="15496"/>
                  </a:cubicBezTo>
                  <a:cubicBezTo>
                    <a:pt x="34045" y="14681"/>
                    <a:pt x="34311" y="13866"/>
                    <a:pt x="34358" y="13004"/>
                  </a:cubicBezTo>
                  <a:cubicBezTo>
                    <a:pt x="34358" y="12816"/>
                    <a:pt x="34390" y="12628"/>
                    <a:pt x="34452" y="12440"/>
                  </a:cubicBezTo>
                  <a:cubicBezTo>
                    <a:pt x="34719" y="11625"/>
                    <a:pt x="34875" y="10778"/>
                    <a:pt x="34813" y="9995"/>
                  </a:cubicBezTo>
                  <a:cubicBezTo>
                    <a:pt x="34860" y="9603"/>
                    <a:pt x="34860" y="9305"/>
                    <a:pt x="34923" y="9023"/>
                  </a:cubicBezTo>
                  <a:cubicBezTo>
                    <a:pt x="35079" y="8333"/>
                    <a:pt x="34640" y="7957"/>
                    <a:pt x="34202" y="7643"/>
                  </a:cubicBezTo>
                  <a:cubicBezTo>
                    <a:pt x="33888" y="7440"/>
                    <a:pt x="33543" y="7299"/>
                    <a:pt x="33261" y="7048"/>
                  </a:cubicBezTo>
                  <a:cubicBezTo>
                    <a:pt x="33057" y="6875"/>
                    <a:pt x="32791" y="6828"/>
                    <a:pt x="32556" y="6719"/>
                  </a:cubicBezTo>
                  <a:cubicBezTo>
                    <a:pt x="31568" y="6327"/>
                    <a:pt x="30518" y="6217"/>
                    <a:pt x="29484" y="6107"/>
                  </a:cubicBezTo>
                  <a:cubicBezTo>
                    <a:pt x="28621" y="6029"/>
                    <a:pt x="28026" y="5606"/>
                    <a:pt x="27509" y="4979"/>
                  </a:cubicBezTo>
                  <a:cubicBezTo>
                    <a:pt x="27305" y="4712"/>
                    <a:pt x="27132" y="4430"/>
                    <a:pt x="26866" y="4195"/>
                  </a:cubicBezTo>
                  <a:cubicBezTo>
                    <a:pt x="25769" y="3270"/>
                    <a:pt x="24499" y="2769"/>
                    <a:pt x="23088" y="2706"/>
                  </a:cubicBezTo>
                  <a:cubicBezTo>
                    <a:pt x="22461" y="2690"/>
                    <a:pt x="22023" y="2502"/>
                    <a:pt x="21615" y="2063"/>
                  </a:cubicBezTo>
                  <a:cubicBezTo>
                    <a:pt x="21411" y="1860"/>
                    <a:pt x="21160" y="1671"/>
                    <a:pt x="20910" y="1515"/>
                  </a:cubicBezTo>
                  <a:cubicBezTo>
                    <a:pt x="20267" y="1139"/>
                    <a:pt x="19624" y="778"/>
                    <a:pt x="18950" y="433"/>
                  </a:cubicBezTo>
                  <a:cubicBezTo>
                    <a:pt x="18496" y="191"/>
                    <a:pt x="18035" y="1"/>
                    <a:pt x="175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24"/>
            <p:cNvSpPr/>
            <p:nvPr/>
          </p:nvSpPr>
          <p:spPr>
            <a:xfrm>
              <a:off x="9885175" y="2544725"/>
              <a:ext cx="144225" cy="117075"/>
            </a:xfrm>
            <a:custGeom>
              <a:avLst/>
              <a:gdLst/>
              <a:ahLst/>
              <a:cxnLst/>
              <a:rect l="l" t="t" r="r" b="b"/>
              <a:pathLst>
                <a:path w="5769" h="4683" extrusionOk="0">
                  <a:moveTo>
                    <a:pt x="4014" y="0"/>
                  </a:moveTo>
                  <a:cubicBezTo>
                    <a:pt x="3693" y="0"/>
                    <a:pt x="3551" y="287"/>
                    <a:pt x="3386" y="549"/>
                  </a:cubicBezTo>
                  <a:cubicBezTo>
                    <a:pt x="3142" y="915"/>
                    <a:pt x="2824" y="1177"/>
                    <a:pt x="2332" y="1177"/>
                  </a:cubicBezTo>
                  <a:cubicBezTo>
                    <a:pt x="2317" y="1177"/>
                    <a:pt x="2303" y="1177"/>
                    <a:pt x="2289" y="1176"/>
                  </a:cubicBezTo>
                  <a:cubicBezTo>
                    <a:pt x="1285" y="1176"/>
                    <a:pt x="721" y="1929"/>
                    <a:pt x="63" y="2524"/>
                  </a:cubicBezTo>
                  <a:cubicBezTo>
                    <a:pt x="0" y="2571"/>
                    <a:pt x="16" y="2744"/>
                    <a:pt x="47" y="2822"/>
                  </a:cubicBezTo>
                  <a:cubicBezTo>
                    <a:pt x="75" y="2893"/>
                    <a:pt x="120" y="2919"/>
                    <a:pt x="167" y="2919"/>
                  </a:cubicBezTo>
                  <a:cubicBezTo>
                    <a:pt x="225" y="2919"/>
                    <a:pt x="286" y="2881"/>
                    <a:pt x="329" y="2838"/>
                  </a:cubicBezTo>
                  <a:cubicBezTo>
                    <a:pt x="564" y="2603"/>
                    <a:pt x="768" y="2336"/>
                    <a:pt x="1019" y="2101"/>
                  </a:cubicBezTo>
                  <a:cubicBezTo>
                    <a:pt x="1279" y="1854"/>
                    <a:pt x="1558" y="1626"/>
                    <a:pt x="1911" y="1626"/>
                  </a:cubicBezTo>
                  <a:cubicBezTo>
                    <a:pt x="2005" y="1626"/>
                    <a:pt x="2105" y="1642"/>
                    <a:pt x="2210" y="1678"/>
                  </a:cubicBezTo>
                  <a:cubicBezTo>
                    <a:pt x="2266" y="1697"/>
                    <a:pt x="2319" y="1705"/>
                    <a:pt x="2372" y="1705"/>
                  </a:cubicBezTo>
                  <a:cubicBezTo>
                    <a:pt x="2542" y="1705"/>
                    <a:pt x="2697" y="1621"/>
                    <a:pt x="2853" y="1537"/>
                  </a:cubicBezTo>
                  <a:cubicBezTo>
                    <a:pt x="3104" y="1380"/>
                    <a:pt x="3370" y="1239"/>
                    <a:pt x="3637" y="1098"/>
                  </a:cubicBezTo>
                  <a:cubicBezTo>
                    <a:pt x="3807" y="1006"/>
                    <a:pt x="3879" y="717"/>
                    <a:pt x="4100" y="717"/>
                  </a:cubicBezTo>
                  <a:cubicBezTo>
                    <a:pt x="4143" y="717"/>
                    <a:pt x="4192" y="728"/>
                    <a:pt x="4248" y="753"/>
                  </a:cubicBezTo>
                  <a:cubicBezTo>
                    <a:pt x="4530" y="879"/>
                    <a:pt x="4530" y="1176"/>
                    <a:pt x="4640" y="1412"/>
                  </a:cubicBezTo>
                  <a:cubicBezTo>
                    <a:pt x="4796" y="1694"/>
                    <a:pt x="4859" y="2039"/>
                    <a:pt x="4969" y="2352"/>
                  </a:cubicBezTo>
                  <a:cubicBezTo>
                    <a:pt x="4985" y="2509"/>
                    <a:pt x="4985" y="2681"/>
                    <a:pt x="4875" y="2791"/>
                  </a:cubicBezTo>
                  <a:cubicBezTo>
                    <a:pt x="4514" y="3104"/>
                    <a:pt x="4154" y="3434"/>
                    <a:pt x="3762" y="3716"/>
                  </a:cubicBezTo>
                  <a:cubicBezTo>
                    <a:pt x="3658" y="3792"/>
                    <a:pt x="3548" y="3831"/>
                    <a:pt x="3439" y="3831"/>
                  </a:cubicBezTo>
                  <a:cubicBezTo>
                    <a:pt x="3300" y="3831"/>
                    <a:pt x="3163" y="3768"/>
                    <a:pt x="3041" y="3637"/>
                  </a:cubicBezTo>
                  <a:cubicBezTo>
                    <a:pt x="2963" y="3559"/>
                    <a:pt x="2900" y="3481"/>
                    <a:pt x="2806" y="3402"/>
                  </a:cubicBezTo>
                  <a:cubicBezTo>
                    <a:pt x="2757" y="3364"/>
                    <a:pt x="2703" y="3313"/>
                    <a:pt x="2647" y="3313"/>
                  </a:cubicBezTo>
                  <a:cubicBezTo>
                    <a:pt x="2611" y="3313"/>
                    <a:pt x="2575" y="3332"/>
                    <a:pt x="2539" y="3387"/>
                  </a:cubicBezTo>
                  <a:cubicBezTo>
                    <a:pt x="2508" y="3434"/>
                    <a:pt x="2492" y="3543"/>
                    <a:pt x="2524" y="3590"/>
                  </a:cubicBezTo>
                  <a:cubicBezTo>
                    <a:pt x="2680" y="3888"/>
                    <a:pt x="2821" y="4186"/>
                    <a:pt x="3010" y="4468"/>
                  </a:cubicBezTo>
                  <a:cubicBezTo>
                    <a:pt x="3111" y="4612"/>
                    <a:pt x="3222" y="4683"/>
                    <a:pt x="3342" y="4683"/>
                  </a:cubicBezTo>
                  <a:cubicBezTo>
                    <a:pt x="3444" y="4683"/>
                    <a:pt x="3553" y="4632"/>
                    <a:pt x="3668" y="4531"/>
                  </a:cubicBezTo>
                  <a:cubicBezTo>
                    <a:pt x="4201" y="4029"/>
                    <a:pt x="4608" y="3355"/>
                    <a:pt x="5329" y="3073"/>
                  </a:cubicBezTo>
                  <a:cubicBezTo>
                    <a:pt x="5392" y="3057"/>
                    <a:pt x="5439" y="2979"/>
                    <a:pt x="5486" y="2916"/>
                  </a:cubicBezTo>
                  <a:cubicBezTo>
                    <a:pt x="5721" y="2665"/>
                    <a:pt x="5768" y="2415"/>
                    <a:pt x="5549" y="2117"/>
                  </a:cubicBezTo>
                  <a:cubicBezTo>
                    <a:pt x="5329" y="1788"/>
                    <a:pt x="5188" y="1459"/>
                    <a:pt x="5157" y="1082"/>
                  </a:cubicBezTo>
                  <a:cubicBezTo>
                    <a:pt x="5141" y="973"/>
                    <a:pt x="5110" y="863"/>
                    <a:pt x="5063" y="753"/>
                  </a:cubicBezTo>
                  <a:cubicBezTo>
                    <a:pt x="4890" y="361"/>
                    <a:pt x="4577" y="111"/>
                    <a:pt x="4154" y="17"/>
                  </a:cubicBezTo>
                  <a:cubicBezTo>
                    <a:pt x="4104" y="5"/>
                    <a:pt x="4057" y="0"/>
                    <a:pt x="40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24"/>
            <p:cNvSpPr/>
            <p:nvPr/>
          </p:nvSpPr>
          <p:spPr>
            <a:xfrm>
              <a:off x="9731175" y="2566075"/>
              <a:ext cx="128150" cy="106425"/>
            </a:xfrm>
            <a:custGeom>
              <a:avLst/>
              <a:gdLst/>
              <a:ahLst/>
              <a:cxnLst/>
              <a:rect l="l" t="t" r="r" b="b"/>
              <a:pathLst>
                <a:path w="5126" h="4257" extrusionOk="0">
                  <a:moveTo>
                    <a:pt x="3492" y="0"/>
                  </a:moveTo>
                  <a:cubicBezTo>
                    <a:pt x="3427" y="0"/>
                    <a:pt x="3360" y="8"/>
                    <a:pt x="3292" y="25"/>
                  </a:cubicBezTo>
                  <a:cubicBezTo>
                    <a:pt x="2853" y="134"/>
                    <a:pt x="2477" y="338"/>
                    <a:pt x="2132" y="652"/>
                  </a:cubicBezTo>
                  <a:cubicBezTo>
                    <a:pt x="1520" y="1153"/>
                    <a:pt x="1066" y="1921"/>
                    <a:pt x="157" y="2015"/>
                  </a:cubicBezTo>
                  <a:cubicBezTo>
                    <a:pt x="47" y="2031"/>
                    <a:pt x="0" y="2172"/>
                    <a:pt x="31" y="2297"/>
                  </a:cubicBezTo>
                  <a:cubicBezTo>
                    <a:pt x="63" y="2407"/>
                    <a:pt x="125" y="2501"/>
                    <a:pt x="251" y="2501"/>
                  </a:cubicBezTo>
                  <a:cubicBezTo>
                    <a:pt x="286" y="2505"/>
                    <a:pt x="323" y="2507"/>
                    <a:pt x="361" y="2507"/>
                  </a:cubicBezTo>
                  <a:cubicBezTo>
                    <a:pt x="475" y="2507"/>
                    <a:pt x="596" y="2489"/>
                    <a:pt x="690" y="2454"/>
                  </a:cubicBezTo>
                  <a:cubicBezTo>
                    <a:pt x="1035" y="2297"/>
                    <a:pt x="1317" y="2047"/>
                    <a:pt x="1567" y="1780"/>
                  </a:cubicBezTo>
                  <a:cubicBezTo>
                    <a:pt x="1818" y="1498"/>
                    <a:pt x="2069" y="1216"/>
                    <a:pt x="2351" y="965"/>
                  </a:cubicBezTo>
                  <a:cubicBezTo>
                    <a:pt x="2596" y="734"/>
                    <a:pt x="2924" y="680"/>
                    <a:pt x="3252" y="680"/>
                  </a:cubicBezTo>
                  <a:cubicBezTo>
                    <a:pt x="3302" y="680"/>
                    <a:pt x="3352" y="681"/>
                    <a:pt x="3401" y="683"/>
                  </a:cubicBezTo>
                  <a:cubicBezTo>
                    <a:pt x="3668" y="714"/>
                    <a:pt x="3684" y="996"/>
                    <a:pt x="3809" y="1169"/>
                  </a:cubicBezTo>
                  <a:cubicBezTo>
                    <a:pt x="3934" y="1357"/>
                    <a:pt x="4107" y="1514"/>
                    <a:pt x="4232" y="1702"/>
                  </a:cubicBezTo>
                  <a:cubicBezTo>
                    <a:pt x="4796" y="2517"/>
                    <a:pt x="4593" y="3112"/>
                    <a:pt x="3652" y="3410"/>
                  </a:cubicBezTo>
                  <a:cubicBezTo>
                    <a:pt x="3527" y="3442"/>
                    <a:pt x="3370" y="3442"/>
                    <a:pt x="3213" y="3473"/>
                  </a:cubicBezTo>
                  <a:cubicBezTo>
                    <a:pt x="2931" y="3536"/>
                    <a:pt x="2618" y="3583"/>
                    <a:pt x="2351" y="3692"/>
                  </a:cubicBezTo>
                  <a:cubicBezTo>
                    <a:pt x="2178" y="3759"/>
                    <a:pt x="2008" y="3799"/>
                    <a:pt x="1839" y="3799"/>
                  </a:cubicBezTo>
                  <a:cubicBezTo>
                    <a:pt x="1687" y="3799"/>
                    <a:pt x="1535" y="3766"/>
                    <a:pt x="1379" y="3692"/>
                  </a:cubicBezTo>
                  <a:cubicBezTo>
                    <a:pt x="1223" y="3630"/>
                    <a:pt x="1035" y="3598"/>
                    <a:pt x="862" y="3551"/>
                  </a:cubicBezTo>
                  <a:lnTo>
                    <a:pt x="862" y="3551"/>
                  </a:lnTo>
                  <a:cubicBezTo>
                    <a:pt x="1231" y="3964"/>
                    <a:pt x="1623" y="4256"/>
                    <a:pt x="2079" y="4256"/>
                  </a:cubicBezTo>
                  <a:cubicBezTo>
                    <a:pt x="2281" y="4256"/>
                    <a:pt x="2496" y="4199"/>
                    <a:pt x="2727" y="4069"/>
                  </a:cubicBezTo>
                  <a:cubicBezTo>
                    <a:pt x="2884" y="3975"/>
                    <a:pt x="3088" y="3943"/>
                    <a:pt x="3276" y="3943"/>
                  </a:cubicBezTo>
                  <a:cubicBezTo>
                    <a:pt x="3746" y="3943"/>
                    <a:pt x="4122" y="3692"/>
                    <a:pt x="4546" y="3551"/>
                  </a:cubicBezTo>
                  <a:cubicBezTo>
                    <a:pt x="4969" y="3410"/>
                    <a:pt x="5094" y="3081"/>
                    <a:pt x="5110" y="2674"/>
                  </a:cubicBezTo>
                  <a:cubicBezTo>
                    <a:pt x="5126" y="2329"/>
                    <a:pt x="5000" y="2000"/>
                    <a:pt x="4812" y="1733"/>
                  </a:cubicBezTo>
                  <a:cubicBezTo>
                    <a:pt x="4499" y="1310"/>
                    <a:pt x="4201" y="887"/>
                    <a:pt x="4028" y="369"/>
                  </a:cubicBezTo>
                  <a:cubicBezTo>
                    <a:pt x="3954" y="121"/>
                    <a:pt x="3741" y="0"/>
                    <a:pt x="34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24"/>
            <p:cNvSpPr/>
            <p:nvPr/>
          </p:nvSpPr>
          <p:spPr>
            <a:xfrm>
              <a:off x="9760150" y="2401650"/>
              <a:ext cx="129350" cy="62075"/>
            </a:xfrm>
            <a:custGeom>
              <a:avLst/>
              <a:gdLst/>
              <a:ahLst/>
              <a:cxnLst/>
              <a:rect l="l" t="t" r="r" b="b"/>
              <a:pathLst>
                <a:path w="5174" h="2483" extrusionOk="0">
                  <a:moveTo>
                    <a:pt x="3391" y="1"/>
                  </a:moveTo>
                  <a:cubicBezTo>
                    <a:pt x="3291" y="1"/>
                    <a:pt x="3190" y="24"/>
                    <a:pt x="3089" y="81"/>
                  </a:cubicBezTo>
                  <a:cubicBezTo>
                    <a:pt x="2913" y="178"/>
                    <a:pt x="2731" y="206"/>
                    <a:pt x="2545" y="206"/>
                  </a:cubicBezTo>
                  <a:cubicBezTo>
                    <a:pt x="2400" y="206"/>
                    <a:pt x="2252" y="189"/>
                    <a:pt x="2101" y="175"/>
                  </a:cubicBezTo>
                  <a:cubicBezTo>
                    <a:pt x="1957" y="166"/>
                    <a:pt x="1807" y="157"/>
                    <a:pt x="1654" y="157"/>
                  </a:cubicBezTo>
                  <a:cubicBezTo>
                    <a:pt x="1543" y="157"/>
                    <a:pt x="1430" y="162"/>
                    <a:pt x="1318" y="175"/>
                  </a:cubicBezTo>
                  <a:cubicBezTo>
                    <a:pt x="1192" y="191"/>
                    <a:pt x="1004" y="254"/>
                    <a:pt x="926" y="348"/>
                  </a:cubicBezTo>
                  <a:cubicBezTo>
                    <a:pt x="487" y="896"/>
                    <a:pt x="1" y="1429"/>
                    <a:pt x="32" y="2260"/>
                  </a:cubicBezTo>
                  <a:cubicBezTo>
                    <a:pt x="32" y="2258"/>
                    <a:pt x="32" y="2257"/>
                    <a:pt x="32" y="2257"/>
                  </a:cubicBezTo>
                  <a:cubicBezTo>
                    <a:pt x="33" y="2257"/>
                    <a:pt x="34" y="2295"/>
                    <a:pt x="48" y="2323"/>
                  </a:cubicBezTo>
                  <a:cubicBezTo>
                    <a:pt x="64" y="2385"/>
                    <a:pt x="111" y="2479"/>
                    <a:pt x="158" y="2479"/>
                  </a:cubicBezTo>
                  <a:cubicBezTo>
                    <a:pt x="164" y="2481"/>
                    <a:pt x="171" y="2482"/>
                    <a:pt x="178" y="2482"/>
                  </a:cubicBezTo>
                  <a:cubicBezTo>
                    <a:pt x="225" y="2482"/>
                    <a:pt x="291" y="2442"/>
                    <a:pt x="346" y="2401"/>
                  </a:cubicBezTo>
                  <a:cubicBezTo>
                    <a:pt x="487" y="2260"/>
                    <a:pt x="471" y="2056"/>
                    <a:pt x="518" y="1884"/>
                  </a:cubicBezTo>
                  <a:cubicBezTo>
                    <a:pt x="785" y="1069"/>
                    <a:pt x="1130" y="818"/>
                    <a:pt x="1992" y="786"/>
                  </a:cubicBezTo>
                  <a:cubicBezTo>
                    <a:pt x="2242" y="786"/>
                    <a:pt x="2509" y="786"/>
                    <a:pt x="2760" y="739"/>
                  </a:cubicBezTo>
                  <a:cubicBezTo>
                    <a:pt x="2941" y="714"/>
                    <a:pt x="3118" y="689"/>
                    <a:pt x="3291" y="689"/>
                  </a:cubicBezTo>
                  <a:cubicBezTo>
                    <a:pt x="3550" y="689"/>
                    <a:pt x="3800" y="746"/>
                    <a:pt x="4045" y="943"/>
                  </a:cubicBezTo>
                  <a:cubicBezTo>
                    <a:pt x="4144" y="1020"/>
                    <a:pt x="4265" y="1058"/>
                    <a:pt x="4394" y="1058"/>
                  </a:cubicBezTo>
                  <a:cubicBezTo>
                    <a:pt x="4449" y="1058"/>
                    <a:pt x="4506" y="1051"/>
                    <a:pt x="4562" y="1037"/>
                  </a:cubicBezTo>
                  <a:cubicBezTo>
                    <a:pt x="4782" y="990"/>
                    <a:pt x="5079" y="1006"/>
                    <a:pt x="5126" y="739"/>
                  </a:cubicBezTo>
                  <a:cubicBezTo>
                    <a:pt x="5173" y="410"/>
                    <a:pt x="4860" y="457"/>
                    <a:pt x="4656" y="442"/>
                  </a:cubicBezTo>
                  <a:cubicBezTo>
                    <a:pt x="4358" y="410"/>
                    <a:pt x="4108" y="238"/>
                    <a:pt x="3841" y="128"/>
                  </a:cubicBezTo>
                  <a:cubicBezTo>
                    <a:pt x="3691" y="53"/>
                    <a:pt x="3541" y="1"/>
                    <a:pt x="339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24"/>
            <p:cNvSpPr/>
            <p:nvPr/>
          </p:nvSpPr>
          <p:spPr>
            <a:xfrm>
              <a:off x="9628100" y="2462200"/>
              <a:ext cx="61550" cy="25800"/>
            </a:xfrm>
            <a:custGeom>
              <a:avLst/>
              <a:gdLst/>
              <a:ahLst/>
              <a:cxnLst/>
              <a:rect l="l" t="t" r="r" b="b"/>
              <a:pathLst>
                <a:path w="2462" h="1032" extrusionOk="0">
                  <a:moveTo>
                    <a:pt x="262" y="1"/>
                  </a:moveTo>
                  <a:cubicBezTo>
                    <a:pt x="173" y="1"/>
                    <a:pt x="88" y="48"/>
                    <a:pt x="63" y="136"/>
                  </a:cubicBezTo>
                  <a:cubicBezTo>
                    <a:pt x="1" y="292"/>
                    <a:pt x="79" y="480"/>
                    <a:pt x="220" y="496"/>
                  </a:cubicBezTo>
                  <a:cubicBezTo>
                    <a:pt x="753" y="543"/>
                    <a:pt x="1208" y="825"/>
                    <a:pt x="1709" y="982"/>
                  </a:cubicBezTo>
                  <a:cubicBezTo>
                    <a:pt x="1814" y="1012"/>
                    <a:pt x="1919" y="1031"/>
                    <a:pt x="2022" y="1031"/>
                  </a:cubicBezTo>
                  <a:cubicBezTo>
                    <a:pt x="2134" y="1031"/>
                    <a:pt x="2245" y="1008"/>
                    <a:pt x="2352" y="951"/>
                  </a:cubicBezTo>
                  <a:cubicBezTo>
                    <a:pt x="2415" y="919"/>
                    <a:pt x="2430" y="825"/>
                    <a:pt x="2462" y="763"/>
                  </a:cubicBezTo>
                  <a:cubicBezTo>
                    <a:pt x="2430" y="716"/>
                    <a:pt x="2368" y="637"/>
                    <a:pt x="2336" y="637"/>
                  </a:cubicBezTo>
                  <a:cubicBezTo>
                    <a:pt x="2283" y="643"/>
                    <a:pt x="2232" y="646"/>
                    <a:pt x="2181" y="646"/>
                  </a:cubicBezTo>
                  <a:cubicBezTo>
                    <a:pt x="1810" y="646"/>
                    <a:pt x="1493" y="501"/>
                    <a:pt x="1176" y="308"/>
                  </a:cubicBezTo>
                  <a:cubicBezTo>
                    <a:pt x="925" y="167"/>
                    <a:pt x="628" y="104"/>
                    <a:pt x="330" y="10"/>
                  </a:cubicBezTo>
                  <a:cubicBezTo>
                    <a:pt x="307" y="4"/>
                    <a:pt x="284" y="1"/>
                    <a:pt x="2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24"/>
            <p:cNvSpPr/>
            <p:nvPr/>
          </p:nvSpPr>
          <p:spPr>
            <a:xfrm>
              <a:off x="9555600" y="2375200"/>
              <a:ext cx="39625" cy="22825"/>
            </a:xfrm>
            <a:custGeom>
              <a:avLst/>
              <a:gdLst/>
              <a:ahLst/>
              <a:cxnLst/>
              <a:rect l="l" t="t" r="r" b="b"/>
              <a:pathLst>
                <a:path w="1585" h="913" extrusionOk="0">
                  <a:moveTo>
                    <a:pt x="924" y="1"/>
                  </a:moveTo>
                  <a:cubicBezTo>
                    <a:pt x="779" y="1"/>
                    <a:pt x="632" y="32"/>
                    <a:pt x="487" y="89"/>
                  </a:cubicBezTo>
                  <a:cubicBezTo>
                    <a:pt x="142" y="230"/>
                    <a:pt x="64" y="559"/>
                    <a:pt x="1" y="904"/>
                  </a:cubicBezTo>
                  <a:cubicBezTo>
                    <a:pt x="36" y="910"/>
                    <a:pt x="69" y="913"/>
                    <a:pt x="101" y="913"/>
                  </a:cubicBezTo>
                  <a:cubicBezTo>
                    <a:pt x="390" y="913"/>
                    <a:pt x="524" y="672"/>
                    <a:pt x="722" y="559"/>
                  </a:cubicBezTo>
                  <a:cubicBezTo>
                    <a:pt x="831" y="498"/>
                    <a:pt x="940" y="484"/>
                    <a:pt x="1051" y="484"/>
                  </a:cubicBezTo>
                  <a:cubicBezTo>
                    <a:pt x="1142" y="484"/>
                    <a:pt x="1235" y="493"/>
                    <a:pt x="1329" y="493"/>
                  </a:cubicBezTo>
                  <a:cubicBezTo>
                    <a:pt x="1382" y="493"/>
                    <a:pt x="1436" y="490"/>
                    <a:pt x="1490" y="481"/>
                  </a:cubicBezTo>
                  <a:cubicBezTo>
                    <a:pt x="1521" y="465"/>
                    <a:pt x="1553" y="387"/>
                    <a:pt x="1584" y="324"/>
                  </a:cubicBezTo>
                  <a:cubicBezTo>
                    <a:pt x="1584" y="293"/>
                    <a:pt x="1568" y="246"/>
                    <a:pt x="1537" y="230"/>
                  </a:cubicBezTo>
                  <a:cubicBezTo>
                    <a:pt x="1349" y="71"/>
                    <a:pt x="1139" y="1"/>
                    <a:pt x="9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24"/>
            <p:cNvSpPr/>
            <p:nvPr/>
          </p:nvSpPr>
          <p:spPr>
            <a:xfrm>
              <a:off x="9614400" y="2396050"/>
              <a:ext cx="25475" cy="38150"/>
            </a:xfrm>
            <a:custGeom>
              <a:avLst/>
              <a:gdLst/>
              <a:ahLst/>
              <a:cxnLst/>
              <a:rect l="l" t="t" r="r" b="b"/>
              <a:pathLst>
                <a:path w="1019" h="1526" extrusionOk="0">
                  <a:moveTo>
                    <a:pt x="127" y="0"/>
                  </a:moveTo>
                  <a:cubicBezTo>
                    <a:pt x="117" y="0"/>
                    <a:pt x="110" y="2"/>
                    <a:pt x="110" y="7"/>
                  </a:cubicBezTo>
                  <a:cubicBezTo>
                    <a:pt x="63" y="54"/>
                    <a:pt x="0" y="148"/>
                    <a:pt x="16" y="180"/>
                  </a:cubicBezTo>
                  <a:cubicBezTo>
                    <a:pt x="329" y="587"/>
                    <a:pt x="361" y="1152"/>
                    <a:pt x="768" y="1512"/>
                  </a:cubicBezTo>
                  <a:cubicBezTo>
                    <a:pt x="778" y="1522"/>
                    <a:pt x="794" y="1525"/>
                    <a:pt x="813" y="1525"/>
                  </a:cubicBezTo>
                  <a:cubicBezTo>
                    <a:pt x="855" y="1525"/>
                    <a:pt x="913" y="1507"/>
                    <a:pt x="956" y="1496"/>
                  </a:cubicBezTo>
                  <a:cubicBezTo>
                    <a:pt x="972" y="1496"/>
                    <a:pt x="988" y="1434"/>
                    <a:pt x="1019" y="1371"/>
                  </a:cubicBezTo>
                  <a:cubicBezTo>
                    <a:pt x="831" y="916"/>
                    <a:pt x="737" y="415"/>
                    <a:pt x="314" y="70"/>
                  </a:cubicBezTo>
                  <a:cubicBezTo>
                    <a:pt x="282" y="39"/>
                    <a:pt x="235" y="23"/>
                    <a:pt x="204" y="7"/>
                  </a:cubicBezTo>
                  <a:cubicBezTo>
                    <a:pt x="183" y="7"/>
                    <a:pt x="148" y="0"/>
                    <a:pt x="1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24"/>
            <p:cNvSpPr/>
            <p:nvPr/>
          </p:nvSpPr>
          <p:spPr>
            <a:xfrm>
              <a:off x="10159850" y="2401375"/>
              <a:ext cx="16875" cy="13675"/>
            </a:xfrm>
            <a:custGeom>
              <a:avLst/>
              <a:gdLst/>
              <a:ahLst/>
              <a:cxnLst/>
              <a:rect l="l" t="t" r="r" b="b"/>
              <a:pathLst>
                <a:path w="675" h="547" extrusionOk="0">
                  <a:moveTo>
                    <a:pt x="543" y="0"/>
                  </a:moveTo>
                  <a:cubicBezTo>
                    <a:pt x="526" y="0"/>
                    <a:pt x="512" y="4"/>
                    <a:pt x="502" y="14"/>
                  </a:cubicBezTo>
                  <a:cubicBezTo>
                    <a:pt x="302" y="153"/>
                    <a:pt x="86" y="276"/>
                    <a:pt x="35" y="534"/>
                  </a:cubicBezTo>
                  <a:lnTo>
                    <a:pt x="35" y="534"/>
                  </a:lnTo>
                  <a:cubicBezTo>
                    <a:pt x="23" y="533"/>
                    <a:pt x="12" y="532"/>
                    <a:pt x="1" y="531"/>
                  </a:cubicBezTo>
                  <a:lnTo>
                    <a:pt x="1" y="531"/>
                  </a:lnTo>
                  <a:lnTo>
                    <a:pt x="32" y="547"/>
                  </a:lnTo>
                  <a:cubicBezTo>
                    <a:pt x="33" y="542"/>
                    <a:pt x="34" y="538"/>
                    <a:pt x="35" y="534"/>
                  </a:cubicBezTo>
                  <a:lnTo>
                    <a:pt x="35" y="534"/>
                  </a:lnTo>
                  <a:cubicBezTo>
                    <a:pt x="47" y="535"/>
                    <a:pt x="59" y="535"/>
                    <a:pt x="72" y="535"/>
                  </a:cubicBezTo>
                  <a:cubicBezTo>
                    <a:pt x="315" y="535"/>
                    <a:pt x="486" y="388"/>
                    <a:pt x="643" y="202"/>
                  </a:cubicBezTo>
                  <a:cubicBezTo>
                    <a:pt x="675" y="170"/>
                    <a:pt x="659" y="92"/>
                    <a:pt x="675" y="29"/>
                  </a:cubicBezTo>
                  <a:cubicBezTo>
                    <a:pt x="632" y="19"/>
                    <a:pt x="581" y="0"/>
                    <a:pt x="5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24"/>
            <p:cNvSpPr/>
            <p:nvPr/>
          </p:nvSpPr>
          <p:spPr>
            <a:xfrm>
              <a:off x="9794650" y="2005925"/>
              <a:ext cx="105825" cy="70675"/>
            </a:xfrm>
            <a:custGeom>
              <a:avLst/>
              <a:gdLst/>
              <a:ahLst/>
              <a:cxnLst/>
              <a:rect l="l" t="t" r="r" b="b"/>
              <a:pathLst>
                <a:path w="4233" h="2827" extrusionOk="0">
                  <a:moveTo>
                    <a:pt x="3935" y="1"/>
                  </a:moveTo>
                  <a:cubicBezTo>
                    <a:pt x="3841" y="1"/>
                    <a:pt x="3668" y="16"/>
                    <a:pt x="3637" y="79"/>
                  </a:cubicBezTo>
                  <a:cubicBezTo>
                    <a:pt x="3496" y="298"/>
                    <a:pt x="3417" y="549"/>
                    <a:pt x="3292" y="784"/>
                  </a:cubicBezTo>
                  <a:cubicBezTo>
                    <a:pt x="3041" y="1270"/>
                    <a:pt x="2618" y="1568"/>
                    <a:pt x="2148" y="1803"/>
                  </a:cubicBezTo>
                  <a:cubicBezTo>
                    <a:pt x="2029" y="1865"/>
                    <a:pt x="1912" y="1890"/>
                    <a:pt x="1795" y="1890"/>
                  </a:cubicBezTo>
                  <a:cubicBezTo>
                    <a:pt x="1558" y="1890"/>
                    <a:pt x="1324" y="1788"/>
                    <a:pt x="1082" y="1693"/>
                  </a:cubicBezTo>
                  <a:cubicBezTo>
                    <a:pt x="957" y="1634"/>
                    <a:pt x="854" y="1604"/>
                    <a:pt x="764" y="1604"/>
                  </a:cubicBezTo>
                  <a:cubicBezTo>
                    <a:pt x="596" y="1604"/>
                    <a:pt x="473" y="1708"/>
                    <a:pt x="329" y="1913"/>
                  </a:cubicBezTo>
                  <a:cubicBezTo>
                    <a:pt x="220" y="2101"/>
                    <a:pt x="110" y="2289"/>
                    <a:pt x="16" y="2493"/>
                  </a:cubicBezTo>
                  <a:cubicBezTo>
                    <a:pt x="0" y="2556"/>
                    <a:pt x="16" y="2665"/>
                    <a:pt x="47" y="2697"/>
                  </a:cubicBezTo>
                  <a:cubicBezTo>
                    <a:pt x="141" y="2759"/>
                    <a:pt x="235" y="2806"/>
                    <a:pt x="345" y="2822"/>
                  </a:cubicBezTo>
                  <a:cubicBezTo>
                    <a:pt x="356" y="2825"/>
                    <a:pt x="369" y="2826"/>
                    <a:pt x="382" y="2826"/>
                  </a:cubicBezTo>
                  <a:cubicBezTo>
                    <a:pt x="444" y="2826"/>
                    <a:pt x="523" y="2798"/>
                    <a:pt x="549" y="2759"/>
                  </a:cubicBezTo>
                  <a:cubicBezTo>
                    <a:pt x="735" y="2480"/>
                    <a:pt x="983" y="2419"/>
                    <a:pt x="1247" y="2419"/>
                  </a:cubicBezTo>
                  <a:cubicBezTo>
                    <a:pt x="1383" y="2419"/>
                    <a:pt x="1523" y="2435"/>
                    <a:pt x="1662" y="2446"/>
                  </a:cubicBezTo>
                  <a:cubicBezTo>
                    <a:pt x="1735" y="2451"/>
                    <a:pt x="1810" y="2456"/>
                    <a:pt x="1884" y="2456"/>
                  </a:cubicBezTo>
                  <a:cubicBezTo>
                    <a:pt x="2033" y="2456"/>
                    <a:pt x="2179" y="2435"/>
                    <a:pt x="2304" y="2352"/>
                  </a:cubicBezTo>
                  <a:cubicBezTo>
                    <a:pt x="3010" y="1882"/>
                    <a:pt x="3731" y="1411"/>
                    <a:pt x="4154" y="612"/>
                  </a:cubicBezTo>
                  <a:cubicBezTo>
                    <a:pt x="4201" y="518"/>
                    <a:pt x="4217" y="408"/>
                    <a:pt x="4232" y="330"/>
                  </a:cubicBezTo>
                  <a:cubicBezTo>
                    <a:pt x="4185" y="142"/>
                    <a:pt x="4091" y="16"/>
                    <a:pt x="39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24"/>
            <p:cNvSpPr/>
            <p:nvPr/>
          </p:nvSpPr>
          <p:spPr>
            <a:xfrm>
              <a:off x="9889475" y="2226100"/>
              <a:ext cx="9425" cy="8375"/>
            </a:xfrm>
            <a:custGeom>
              <a:avLst/>
              <a:gdLst/>
              <a:ahLst/>
              <a:cxnLst/>
              <a:rect l="l" t="t" r="r" b="b"/>
              <a:pathLst>
                <a:path w="377" h="335" extrusionOk="0">
                  <a:moveTo>
                    <a:pt x="221" y="0"/>
                  </a:moveTo>
                  <a:cubicBezTo>
                    <a:pt x="210" y="0"/>
                    <a:pt x="200" y="1"/>
                    <a:pt x="189" y="3"/>
                  </a:cubicBezTo>
                  <a:cubicBezTo>
                    <a:pt x="142" y="3"/>
                    <a:pt x="63" y="65"/>
                    <a:pt x="48" y="128"/>
                  </a:cubicBezTo>
                  <a:cubicBezTo>
                    <a:pt x="0" y="238"/>
                    <a:pt x="63" y="332"/>
                    <a:pt x="173" y="332"/>
                  </a:cubicBezTo>
                  <a:cubicBezTo>
                    <a:pt x="184" y="333"/>
                    <a:pt x="195" y="334"/>
                    <a:pt x="205" y="334"/>
                  </a:cubicBezTo>
                  <a:cubicBezTo>
                    <a:pt x="298" y="334"/>
                    <a:pt x="363" y="274"/>
                    <a:pt x="377" y="175"/>
                  </a:cubicBezTo>
                  <a:cubicBezTo>
                    <a:pt x="377" y="62"/>
                    <a:pt x="313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7" name="Google Shape;707;p24"/>
          <p:cNvGrpSpPr/>
          <p:nvPr/>
        </p:nvGrpSpPr>
        <p:grpSpPr>
          <a:xfrm rot="1030390">
            <a:off x="129686" y="3189083"/>
            <a:ext cx="310345" cy="630611"/>
            <a:chOff x="7642550" y="2045675"/>
            <a:chExt cx="534925" cy="1086950"/>
          </a:xfrm>
        </p:grpSpPr>
        <p:sp>
          <p:nvSpPr>
            <p:cNvPr id="708" name="Google Shape;708;p24"/>
            <p:cNvSpPr/>
            <p:nvPr/>
          </p:nvSpPr>
          <p:spPr>
            <a:xfrm>
              <a:off x="7642550" y="2045675"/>
              <a:ext cx="534925" cy="1086950"/>
            </a:xfrm>
            <a:custGeom>
              <a:avLst/>
              <a:gdLst/>
              <a:ahLst/>
              <a:cxnLst/>
              <a:rect l="l" t="t" r="r" b="b"/>
              <a:pathLst>
                <a:path w="21397" h="43478" extrusionOk="0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24"/>
            <p:cNvSpPr/>
            <p:nvPr/>
          </p:nvSpPr>
          <p:spPr>
            <a:xfrm>
              <a:off x="7709175" y="2402375"/>
              <a:ext cx="401950" cy="33925"/>
            </a:xfrm>
            <a:custGeom>
              <a:avLst/>
              <a:gdLst/>
              <a:ahLst/>
              <a:cxnLst/>
              <a:rect l="l" t="t" r="r" b="b"/>
              <a:pathLst>
                <a:path w="16078" h="1357" extrusionOk="0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24"/>
            <p:cNvSpPr/>
            <p:nvPr/>
          </p:nvSpPr>
          <p:spPr>
            <a:xfrm>
              <a:off x="7730725" y="2596350"/>
              <a:ext cx="363200" cy="33250"/>
            </a:xfrm>
            <a:custGeom>
              <a:avLst/>
              <a:gdLst/>
              <a:ahLst/>
              <a:cxnLst/>
              <a:rect l="l" t="t" r="r" b="b"/>
              <a:pathLst>
                <a:path w="14528" h="1330" extrusionOk="0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24"/>
            <p:cNvSpPr/>
            <p:nvPr/>
          </p:nvSpPr>
          <p:spPr>
            <a:xfrm>
              <a:off x="7803225" y="2477575"/>
              <a:ext cx="191250" cy="49050"/>
            </a:xfrm>
            <a:custGeom>
              <a:avLst/>
              <a:gdLst/>
              <a:ahLst/>
              <a:cxnLst/>
              <a:rect l="l" t="t" r="r" b="b"/>
              <a:pathLst>
                <a:path w="7650" h="1962" extrusionOk="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24"/>
            <p:cNvSpPr/>
            <p:nvPr/>
          </p:nvSpPr>
          <p:spPr>
            <a:xfrm>
              <a:off x="7912300" y="2532550"/>
              <a:ext cx="113125" cy="30175"/>
            </a:xfrm>
            <a:custGeom>
              <a:avLst/>
              <a:gdLst/>
              <a:ahLst/>
              <a:cxnLst/>
              <a:rect l="l" t="t" r="r" b="b"/>
              <a:pathLst>
                <a:path w="4525" h="1207" extrusionOk="0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24"/>
            <p:cNvSpPr/>
            <p:nvPr/>
          </p:nvSpPr>
          <p:spPr>
            <a:xfrm>
              <a:off x="7777350" y="2209475"/>
              <a:ext cx="240625" cy="224800"/>
            </a:xfrm>
            <a:custGeom>
              <a:avLst/>
              <a:gdLst/>
              <a:ahLst/>
              <a:cxnLst/>
              <a:rect l="l" t="t" r="r" b="b"/>
              <a:pathLst>
                <a:path w="9625" h="8992" extrusionOk="0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24"/>
            <p:cNvSpPr/>
            <p:nvPr/>
          </p:nvSpPr>
          <p:spPr>
            <a:xfrm>
              <a:off x="7814200" y="2292100"/>
              <a:ext cx="137950" cy="140075"/>
            </a:xfrm>
            <a:custGeom>
              <a:avLst/>
              <a:gdLst/>
              <a:ahLst/>
              <a:cxnLst/>
              <a:rect l="l" t="t" r="r" b="b"/>
              <a:pathLst>
                <a:path w="5518" h="5603" extrusionOk="0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914400" lvl="1" indent="-3048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"/>
              <a:buChar char="○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1371600" lvl="2" indent="-3048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"/>
              <a:buChar char="■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1828800" lvl="3" indent="-3048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2286000" lvl="4" indent="-3048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"/>
              <a:buChar char="○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2743200" lvl="5" indent="-3048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"/>
              <a:buChar char="■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3200400" lvl="6" indent="-3048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3657600" lvl="7" indent="-3048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"/>
              <a:buChar char="○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4114800" lvl="8" indent="-30480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Noto Sans"/>
              <a:buChar char="■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5" r:id="rId3"/>
    <p:sldLayoutId id="2147483658" r:id="rId4"/>
    <p:sldLayoutId id="2147483661" r:id="rId5"/>
    <p:sldLayoutId id="2147483663" r:id="rId6"/>
    <p:sldLayoutId id="2147483664" r:id="rId7"/>
    <p:sldLayoutId id="2147483669" r:id="rId8"/>
    <p:sldLayoutId id="2147483670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EDE9"/>
        </a:solidFill>
        <a:effectLst/>
      </p:bgPr>
    </p:bg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28"/>
          <p:cNvSpPr txBox="1">
            <a:spLocks noGrp="1"/>
          </p:cNvSpPr>
          <p:nvPr>
            <p:ph type="ctrTitle"/>
          </p:nvPr>
        </p:nvSpPr>
        <p:spPr>
          <a:xfrm>
            <a:off x="1572300" y="714725"/>
            <a:ext cx="6009900" cy="313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800" b="1" dirty="0">
                <a:solidFill>
                  <a:schemeClr val="accent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Cognitive Works</a:t>
            </a:r>
            <a:endParaRPr sz="7800" b="1" dirty="0">
              <a:solidFill>
                <a:schemeClr val="dk2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grpSp>
        <p:nvGrpSpPr>
          <p:cNvPr id="727" name="Google Shape;727;p28"/>
          <p:cNvGrpSpPr/>
          <p:nvPr/>
        </p:nvGrpSpPr>
        <p:grpSpPr>
          <a:xfrm>
            <a:off x="822587" y="1123506"/>
            <a:ext cx="308073" cy="455232"/>
            <a:chOff x="5446181" y="2529085"/>
            <a:chExt cx="138174" cy="204177"/>
          </a:xfrm>
        </p:grpSpPr>
        <p:sp>
          <p:nvSpPr>
            <p:cNvPr id="728" name="Google Shape;728;p28"/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28"/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30" name="Google Shape;730;p28"/>
          <p:cNvGrpSpPr/>
          <p:nvPr/>
        </p:nvGrpSpPr>
        <p:grpSpPr>
          <a:xfrm>
            <a:off x="7963945" y="4378704"/>
            <a:ext cx="256505" cy="379362"/>
            <a:chOff x="4510355" y="4299794"/>
            <a:chExt cx="138144" cy="204299"/>
          </a:xfrm>
        </p:grpSpPr>
        <p:sp>
          <p:nvSpPr>
            <p:cNvPr id="731" name="Google Shape;731;p28"/>
            <p:cNvSpPr/>
            <p:nvPr/>
          </p:nvSpPr>
          <p:spPr>
            <a:xfrm>
              <a:off x="4510355" y="4392307"/>
              <a:ext cx="138144" cy="27946"/>
            </a:xfrm>
            <a:custGeom>
              <a:avLst/>
              <a:gdLst/>
              <a:ahLst/>
              <a:cxnLst/>
              <a:rect l="l" t="t" r="r" b="b"/>
              <a:pathLst>
                <a:path w="4523" h="915" extrusionOk="0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28"/>
            <p:cNvSpPr/>
            <p:nvPr/>
          </p:nvSpPr>
          <p:spPr>
            <a:xfrm>
              <a:off x="4557788" y="4299794"/>
              <a:ext cx="44806" cy="204299"/>
            </a:xfrm>
            <a:custGeom>
              <a:avLst/>
              <a:gdLst/>
              <a:ahLst/>
              <a:cxnLst/>
              <a:rect l="l" t="t" r="r" b="b"/>
              <a:pathLst>
                <a:path w="1467" h="6689" extrusionOk="0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33" name="Google Shape;733;p28"/>
          <p:cNvSpPr/>
          <p:nvPr/>
        </p:nvSpPr>
        <p:spPr>
          <a:xfrm>
            <a:off x="8112610" y="3807393"/>
            <a:ext cx="190400" cy="148207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p28"/>
          <p:cNvSpPr/>
          <p:nvPr/>
        </p:nvSpPr>
        <p:spPr>
          <a:xfrm>
            <a:off x="8292217" y="2438295"/>
            <a:ext cx="129525" cy="100461"/>
          </a:xfrm>
          <a:custGeom>
            <a:avLst/>
            <a:gdLst/>
            <a:ahLst/>
            <a:cxnLst/>
            <a:rect l="l" t="t" r="r" b="b"/>
            <a:pathLst>
              <a:path w="1218" h="945" extrusionOk="0">
                <a:moveTo>
                  <a:pt x="609" y="1"/>
                </a:moveTo>
                <a:cubicBezTo>
                  <a:pt x="0" y="1"/>
                  <a:pt x="0" y="945"/>
                  <a:pt x="609" y="945"/>
                </a:cubicBezTo>
                <a:cubicBezTo>
                  <a:pt x="1218" y="945"/>
                  <a:pt x="1218" y="1"/>
                  <a:pt x="60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35" name="Google Shape;735;p28"/>
          <p:cNvGrpSpPr/>
          <p:nvPr/>
        </p:nvGrpSpPr>
        <p:grpSpPr>
          <a:xfrm>
            <a:off x="8306430" y="3033186"/>
            <a:ext cx="248701" cy="368034"/>
            <a:chOff x="6173278" y="4434517"/>
            <a:chExt cx="58489" cy="86557"/>
          </a:xfrm>
        </p:grpSpPr>
        <p:sp>
          <p:nvSpPr>
            <p:cNvPr id="736" name="Google Shape;736;p28"/>
            <p:cNvSpPr/>
            <p:nvPr/>
          </p:nvSpPr>
          <p:spPr>
            <a:xfrm>
              <a:off x="6173278" y="4473642"/>
              <a:ext cx="58489" cy="11850"/>
            </a:xfrm>
            <a:custGeom>
              <a:avLst/>
              <a:gdLst/>
              <a:ahLst/>
              <a:cxnLst/>
              <a:rect l="l" t="t" r="r" b="b"/>
              <a:pathLst>
                <a:path w="1915" h="388" extrusionOk="0">
                  <a:moveTo>
                    <a:pt x="836" y="1"/>
                  </a:moveTo>
                  <a:cubicBezTo>
                    <a:pt x="633" y="1"/>
                    <a:pt x="430" y="7"/>
                    <a:pt x="225" y="12"/>
                  </a:cubicBezTo>
                  <a:cubicBezTo>
                    <a:pt x="1" y="25"/>
                    <a:pt x="1" y="372"/>
                    <a:pt x="225" y="372"/>
                  </a:cubicBezTo>
                  <a:cubicBezTo>
                    <a:pt x="451" y="378"/>
                    <a:pt x="675" y="387"/>
                    <a:pt x="899" y="387"/>
                  </a:cubicBezTo>
                  <a:cubicBezTo>
                    <a:pt x="1204" y="387"/>
                    <a:pt x="1507" y="369"/>
                    <a:pt x="1815" y="298"/>
                  </a:cubicBezTo>
                  <a:cubicBezTo>
                    <a:pt x="1914" y="285"/>
                    <a:pt x="1914" y="112"/>
                    <a:pt x="1815" y="87"/>
                  </a:cubicBezTo>
                  <a:cubicBezTo>
                    <a:pt x="1486" y="18"/>
                    <a:pt x="1161" y="1"/>
                    <a:pt x="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28"/>
            <p:cNvSpPr/>
            <p:nvPr/>
          </p:nvSpPr>
          <p:spPr>
            <a:xfrm>
              <a:off x="6193406" y="4434517"/>
              <a:ext cx="18997" cy="86557"/>
            </a:xfrm>
            <a:custGeom>
              <a:avLst/>
              <a:gdLst/>
              <a:ahLst/>
              <a:cxnLst/>
              <a:rect l="l" t="t" r="r" b="b"/>
              <a:pathLst>
                <a:path w="622" h="2834" extrusionOk="0">
                  <a:moveTo>
                    <a:pt x="311" y="1"/>
                  </a:moveTo>
                  <a:cubicBezTo>
                    <a:pt x="243" y="1"/>
                    <a:pt x="174" y="38"/>
                    <a:pt x="162" y="113"/>
                  </a:cubicBezTo>
                  <a:cubicBezTo>
                    <a:pt x="1" y="1007"/>
                    <a:pt x="63" y="1865"/>
                    <a:pt x="212" y="2759"/>
                  </a:cubicBezTo>
                  <a:cubicBezTo>
                    <a:pt x="218" y="2809"/>
                    <a:pt x="265" y="2834"/>
                    <a:pt x="311" y="2834"/>
                  </a:cubicBezTo>
                  <a:cubicBezTo>
                    <a:pt x="358" y="2834"/>
                    <a:pt x="404" y="2809"/>
                    <a:pt x="411" y="2759"/>
                  </a:cubicBezTo>
                  <a:cubicBezTo>
                    <a:pt x="547" y="1865"/>
                    <a:pt x="622" y="1007"/>
                    <a:pt x="460" y="113"/>
                  </a:cubicBezTo>
                  <a:cubicBezTo>
                    <a:pt x="448" y="38"/>
                    <a:pt x="379" y="1"/>
                    <a:pt x="3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38" name="Google Shape;738;p28"/>
          <p:cNvSpPr/>
          <p:nvPr/>
        </p:nvSpPr>
        <p:spPr>
          <a:xfrm rot="-1799938">
            <a:off x="7838766" y="-76535"/>
            <a:ext cx="1007431" cy="2361808"/>
          </a:xfrm>
          <a:custGeom>
            <a:avLst/>
            <a:gdLst/>
            <a:ahLst/>
            <a:cxnLst/>
            <a:rect l="l" t="t" r="r" b="b"/>
            <a:pathLst>
              <a:path w="13643" h="31983" extrusionOk="0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39" name="Google Shape;739;p28"/>
          <p:cNvGrpSpPr/>
          <p:nvPr/>
        </p:nvGrpSpPr>
        <p:grpSpPr>
          <a:xfrm rot="919050">
            <a:off x="901999" y="3606134"/>
            <a:ext cx="564555" cy="1147157"/>
            <a:chOff x="7642550" y="2045675"/>
            <a:chExt cx="534925" cy="1086950"/>
          </a:xfrm>
        </p:grpSpPr>
        <p:sp>
          <p:nvSpPr>
            <p:cNvPr id="740" name="Google Shape;740;p28"/>
            <p:cNvSpPr/>
            <p:nvPr/>
          </p:nvSpPr>
          <p:spPr>
            <a:xfrm>
              <a:off x="7642550" y="2045675"/>
              <a:ext cx="534925" cy="1086950"/>
            </a:xfrm>
            <a:custGeom>
              <a:avLst/>
              <a:gdLst/>
              <a:ahLst/>
              <a:cxnLst/>
              <a:rect l="l" t="t" r="r" b="b"/>
              <a:pathLst>
                <a:path w="21397" h="43478" extrusionOk="0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28"/>
            <p:cNvSpPr/>
            <p:nvPr/>
          </p:nvSpPr>
          <p:spPr>
            <a:xfrm>
              <a:off x="7709175" y="2402375"/>
              <a:ext cx="401950" cy="33925"/>
            </a:xfrm>
            <a:custGeom>
              <a:avLst/>
              <a:gdLst/>
              <a:ahLst/>
              <a:cxnLst/>
              <a:rect l="l" t="t" r="r" b="b"/>
              <a:pathLst>
                <a:path w="16078" h="1357" extrusionOk="0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28"/>
            <p:cNvSpPr/>
            <p:nvPr/>
          </p:nvSpPr>
          <p:spPr>
            <a:xfrm>
              <a:off x="7730725" y="2596350"/>
              <a:ext cx="363200" cy="33250"/>
            </a:xfrm>
            <a:custGeom>
              <a:avLst/>
              <a:gdLst/>
              <a:ahLst/>
              <a:cxnLst/>
              <a:rect l="l" t="t" r="r" b="b"/>
              <a:pathLst>
                <a:path w="14528" h="1330" extrusionOk="0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28"/>
            <p:cNvSpPr/>
            <p:nvPr/>
          </p:nvSpPr>
          <p:spPr>
            <a:xfrm>
              <a:off x="7803225" y="2477575"/>
              <a:ext cx="191250" cy="49050"/>
            </a:xfrm>
            <a:custGeom>
              <a:avLst/>
              <a:gdLst/>
              <a:ahLst/>
              <a:cxnLst/>
              <a:rect l="l" t="t" r="r" b="b"/>
              <a:pathLst>
                <a:path w="7650" h="1962" extrusionOk="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28"/>
            <p:cNvSpPr/>
            <p:nvPr/>
          </p:nvSpPr>
          <p:spPr>
            <a:xfrm>
              <a:off x="7912300" y="2532550"/>
              <a:ext cx="113125" cy="30175"/>
            </a:xfrm>
            <a:custGeom>
              <a:avLst/>
              <a:gdLst/>
              <a:ahLst/>
              <a:cxnLst/>
              <a:rect l="l" t="t" r="r" b="b"/>
              <a:pathLst>
                <a:path w="4525" h="1207" extrusionOk="0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28"/>
            <p:cNvSpPr/>
            <p:nvPr/>
          </p:nvSpPr>
          <p:spPr>
            <a:xfrm>
              <a:off x="7777350" y="2209475"/>
              <a:ext cx="240625" cy="224800"/>
            </a:xfrm>
            <a:custGeom>
              <a:avLst/>
              <a:gdLst/>
              <a:ahLst/>
              <a:cxnLst/>
              <a:rect l="l" t="t" r="r" b="b"/>
              <a:pathLst>
                <a:path w="9625" h="8992" extrusionOk="0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28"/>
            <p:cNvSpPr/>
            <p:nvPr/>
          </p:nvSpPr>
          <p:spPr>
            <a:xfrm>
              <a:off x="7814200" y="2292100"/>
              <a:ext cx="137950" cy="140075"/>
            </a:xfrm>
            <a:custGeom>
              <a:avLst/>
              <a:gdLst/>
              <a:ahLst/>
              <a:cxnLst/>
              <a:rect l="l" t="t" r="r" b="b"/>
              <a:pathLst>
                <a:path w="5518" h="5603" extrusionOk="0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7" name="Google Shape;747;p28"/>
          <p:cNvGrpSpPr/>
          <p:nvPr/>
        </p:nvGrpSpPr>
        <p:grpSpPr>
          <a:xfrm rot="751883">
            <a:off x="6964338" y="193070"/>
            <a:ext cx="688616" cy="637589"/>
            <a:chOff x="6865500" y="2954725"/>
            <a:chExt cx="715575" cy="662550"/>
          </a:xfrm>
        </p:grpSpPr>
        <p:sp>
          <p:nvSpPr>
            <p:cNvPr id="748" name="Google Shape;748;p28"/>
            <p:cNvSpPr/>
            <p:nvPr/>
          </p:nvSpPr>
          <p:spPr>
            <a:xfrm>
              <a:off x="6865500" y="2954725"/>
              <a:ext cx="715575" cy="662550"/>
            </a:xfrm>
            <a:custGeom>
              <a:avLst/>
              <a:gdLst/>
              <a:ahLst/>
              <a:cxnLst/>
              <a:rect l="l" t="t" r="r" b="b"/>
              <a:pathLst>
                <a:path w="28623" h="26502" extrusionOk="0">
                  <a:moveTo>
                    <a:pt x="6317" y="3570"/>
                  </a:moveTo>
                  <a:cubicBezTo>
                    <a:pt x="6349" y="3570"/>
                    <a:pt x="6380" y="3586"/>
                    <a:pt x="6412" y="3601"/>
                  </a:cubicBezTo>
                  <a:cubicBezTo>
                    <a:pt x="6412" y="3633"/>
                    <a:pt x="6412" y="3664"/>
                    <a:pt x="6396" y="3680"/>
                  </a:cubicBezTo>
                  <a:cubicBezTo>
                    <a:pt x="6385" y="3691"/>
                    <a:pt x="6358" y="3702"/>
                    <a:pt x="6332" y="3702"/>
                  </a:cubicBezTo>
                  <a:cubicBezTo>
                    <a:pt x="6322" y="3702"/>
                    <a:pt x="6311" y="3700"/>
                    <a:pt x="6302" y="3695"/>
                  </a:cubicBezTo>
                  <a:cubicBezTo>
                    <a:pt x="6208" y="3648"/>
                    <a:pt x="6208" y="3601"/>
                    <a:pt x="6317" y="3570"/>
                  </a:cubicBezTo>
                  <a:close/>
                  <a:moveTo>
                    <a:pt x="14967" y="603"/>
                  </a:moveTo>
                  <a:cubicBezTo>
                    <a:pt x="15221" y="603"/>
                    <a:pt x="15474" y="643"/>
                    <a:pt x="15722" y="717"/>
                  </a:cubicBezTo>
                  <a:cubicBezTo>
                    <a:pt x="16741" y="999"/>
                    <a:pt x="16741" y="1015"/>
                    <a:pt x="16835" y="1955"/>
                  </a:cubicBezTo>
                  <a:cubicBezTo>
                    <a:pt x="17007" y="3711"/>
                    <a:pt x="16992" y="3398"/>
                    <a:pt x="15456" y="3554"/>
                  </a:cubicBezTo>
                  <a:cubicBezTo>
                    <a:pt x="15382" y="3554"/>
                    <a:pt x="15302" y="3575"/>
                    <a:pt x="15229" y="3575"/>
                  </a:cubicBezTo>
                  <a:cubicBezTo>
                    <a:pt x="15193" y="3575"/>
                    <a:pt x="15158" y="3570"/>
                    <a:pt x="15126" y="3554"/>
                  </a:cubicBezTo>
                  <a:cubicBezTo>
                    <a:pt x="14820" y="3411"/>
                    <a:pt x="14513" y="3365"/>
                    <a:pt x="14207" y="3365"/>
                  </a:cubicBezTo>
                  <a:cubicBezTo>
                    <a:pt x="13776" y="3365"/>
                    <a:pt x="13346" y="3455"/>
                    <a:pt x="12916" y="3492"/>
                  </a:cubicBezTo>
                  <a:cubicBezTo>
                    <a:pt x="12872" y="3503"/>
                    <a:pt x="12820" y="3514"/>
                    <a:pt x="12765" y="3514"/>
                  </a:cubicBezTo>
                  <a:cubicBezTo>
                    <a:pt x="12743" y="3514"/>
                    <a:pt x="12720" y="3512"/>
                    <a:pt x="12697" y="3507"/>
                  </a:cubicBezTo>
                  <a:cubicBezTo>
                    <a:pt x="12363" y="3458"/>
                    <a:pt x="12030" y="3439"/>
                    <a:pt x="11699" y="3439"/>
                  </a:cubicBezTo>
                  <a:cubicBezTo>
                    <a:pt x="10878" y="3439"/>
                    <a:pt x="10063" y="3552"/>
                    <a:pt x="9249" y="3586"/>
                  </a:cubicBezTo>
                  <a:cubicBezTo>
                    <a:pt x="9167" y="3592"/>
                    <a:pt x="9086" y="3595"/>
                    <a:pt x="9008" y="3595"/>
                  </a:cubicBezTo>
                  <a:cubicBezTo>
                    <a:pt x="8680" y="3595"/>
                    <a:pt x="8379" y="3531"/>
                    <a:pt x="8089" y="3303"/>
                  </a:cubicBezTo>
                  <a:cubicBezTo>
                    <a:pt x="7867" y="3121"/>
                    <a:pt x="6798" y="2971"/>
                    <a:pt x="6274" y="2971"/>
                  </a:cubicBezTo>
                  <a:cubicBezTo>
                    <a:pt x="6169" y="2971"/>
                    <a:pt x="6085" y="2977"/>
                    <a:pt x="6035" y="2990"/>
                  </a:cubicBezTo>
                  <a:cubicBezTo>
                    <a:pt x="5706" y="3068"/>
                    <a:pt x="5377" y="3131"/>
                    <a:pt x="5267" y="3539"/>
                  </a:cubicBezTo>
                  <a:cubicBezTo>
                    <a:pt x="5220" y="3742"/>
                    <a:pt x="5017" y="3789"/>
                    <a:pt x="4828" y="3805"/>
                  </a:cubicBezTo>
                  <a:cubicBezTo>
                    <a:pt x="4672" y="3805"/>
                    <a:pt x="4499" y="3758"/>
                    <a:pt x="4468" y="3601"/>
                  </a:cubicBezTo>
                  <a:cubicBezTo>
                    <a:pt x="4390" y="3084"/>
                    <a:pt x="4327" y="2567"/>
                    <a:pt x="4280" y="2050"/>
                  </a:cubicBezTo>
                  <a:cubicBezTo>
                    <a:pt x="4248" y="1673"/>
                    <a:pt x="4437" y="1407"/>
                    <a:pt x="4813" y="1297"/>
                  </a:cubicBezTo>
                  <a:cubicBezTo>
                    <a:pt x="5032" y="1250"/>
                    <a:pt x="5267" y="1219"/>
                    <a:pt x="5487" y="1219"/>
                  </a:cubicBezTo>
                  <a:cubicBezTo>
                    <a:pt x="5816" y="1219"/>
                    <a:pt x="6145" y="1250"/>
                    <a:pt x="6490" y="1281"/>
                  </a:cubicBezTo>
                  <a:cubicBezTo>
                    <a:pt x="6589" y="1284"/>
                    <a:pt x="6689" y="1285"/>
                    <a:pt x="6789" y="1285"/>
                  </a:cubicBezTo>
                  <a:cubicBezTo>
                    <a:pt x="7320" y="1285"/>
                    <a:pt x="7859" y="1248"/>
                    <a:pt x="8387" y="1156"/>
                  </a:cubicBezTo>
                  <a:cubicBezTo>
                    <a:pt x="8956" y="1047"/>
                    <a:pt x="9525" y="1021"/>
                    <a:pt x="10100" y="1021"/>
                  </a:cubicBezTo>
                  <a:cubicBezTo>
                    <a:pt x="10348" y="1021"/>
                    <a:pt x="10597" y="1026"/>
                    <a:pt x="10847" y="1031"/>
                  </a:cubicBezTo>
                  <a:cubicBezTo>
                    <a:pt x="10972" y="1032"/>
                    <a:pt x="11097" y="1033"/>
                    <a:pt x="11221" y="1033"/>
                  </a:cubicBezTo>
                  <a:cubicBezTo>
                    <a:pt x="12253" y="1033"/>
                    <a:pt x="13273" y="967"/>
                    <a:pt x="14280" y="702"/>
                  </a:cubicBezTo>
                  <a:cubicBezTo>
                    <a:pt x="14510" y="635"/>
                    <a:pt x="14739" y="603"/>
                    <a:pt x="14967" y="603"/>
                  </a:cubicBezTo>
                  <a:close/>
                  <a:moveTo>
                    <a:pt x="12275" y="3999"/>
                  </a:moveTo>
                  <a:cubicBezTo>
                    <a:pt x="12405" y="3999"/>
                    <a:pt x="12535" y="4002"/>
                    <a:pt x="12666" y="4009"/>
                  </a:cubicBezTo>
                  <a:cubicBezTo>
                    <a:pt x="12995" y="4025"/>
                    <a:pt x="13340" y="4025"/>
                    <a:pt x="13653" y="4072"/>
                  </a:cubicBezTo>
                  <a:cubicBezTo>
                    <a:pt x="13974" y="4134"/>
                    <a:pt x="14292" y="4166"/>
                    <a:pt x="14607" y="4166"/>
                  </a:cubicBezTo>
                  <a:cubicBezTo>
                    <a:pt x="14923" y="4166"/>
                    <a:pt x="15236" y="4134"/>
                    <a:pt x="15550" y="4072"/>
                  </a:cubicBezTo>
                  <a:cubicBezTo>
                    <a:pt x="15779" y="4022"/>
                    <a:pt x="16013" y="3999"/>
                    <a:pt x="16246" y="3999"/>
                  </a:cubicBezTo>
                  <a:cubicBezTo>
                    <a:pt x="16460" y="3999"/>
                    <a:pt x="16673" y="4018"/>
                    <a:pt x="16882" y="4056"/>
                  </a:cubicBezTo>
                  <a:cubicBezTo>
                    <a:pt x="17007" y="4087"/>
                    <a:pt x="17164" y="4244"/>
                    <a:pt x="17180" y="4354"/>
                  </a:cubicBezTo>
                  <a:cubicBezTo>
                    <a:pt x="17209" y="4499"/>
                    <a:pt x="17063" y="4590"/>
                    <a:pt x="16916" y="4590"/>
                  </a:cubicBezTo>
                  <a:cubicBezTo>
                    <a:pt x="16905" y="4590"/>
                    <a:pt x="16893" y="4590"/>
                    <a:pt x="16882" y="4589"/>
                  </a:cubicBezTo>
                  <a:cubicBezTo>
                    <a:pt x="16786" y="4586"/>
                    <a:pt x="16691" y="4584"/>
                    <a:pt x="16595" y="4584"/>
                  </a:cubicBezTo>
                  <a:cubicBezTo>
                    <a:pt x="15192" y="4584"/>
                    <a:pt x="13825" y="4889"/>
                    <a:pt x="12430" y="4918"/>
                  </a:cubicBezTo>
                  <a:cubicBezTo>
                    <a:pt x="12133" y="4926"/>
                    <a:pt x="11831" y="4930"/>
                    <a:pt x="11529" y="4930"/>
                  </a:cubicBezTo>
                  <a:cubicBezTo>
                    <a:pt x="11227" y="4930"/>
                    <a:pt x="10926" y="4926"/>
                    <a:pt x="10628" y="4918"/>
                  </a:cubicBezTo>
                  <a:cubicBezTo>
                    <a:pt x="10399" y="4909"/>
                    <a:pt x="10170" y="4904"/>
                    <a:pt x="9941" y="4904"/>
                  </a:cubicBezTo>
                  <a:cubicBezTo>
                    <a:pt x="9355" y="4904"/>
                    <a:pt x="8769" y="4937"/>
                    <a:pt x="8183" y="5028"/>
                  </a:cubicBezTo>
                  <a:cubicBezTo>
                    <a:pt x="8009" y="5061"/>
                    <a:pt x="7836" y="5072"/>
                    <a:pt x="7662" y="5072"/>
                  </a:cubicBezTo>
                  <a:cubicBezTo>
                    <a:pt x="7428" y="5072"/>
                    <a:pt x="7194" y="5052"/>
                    <a:pt x="6960" y="5043"/>
                  </a:cubicBezTo>
                  <a:cubicBezTo>
                    <a:pt x="5910" y="4981"/>
                    <a:pt x="4875" y="4918"/>
                    <a:pt x="3794" y="4855"/>
                  </a:cubicBezTo>
                  <a:cubicBezTo>
                    <a:pt x="4029" y="4495"/>
                    <a:pt x="4343" y="4542"/>
                    <a:pt x="4625" y="4510"/>
                  </a:cubicBezTo>
                  <a:cubicBezTo>
                    <a:pt x="6145" y="4354"/>
                    <a:pt x="7665" y="4213"/>
                    <a:pt x="9202" y="4197"/>
                  </a:cubicBezTo>
                  <a:cubicBezTo>
                    <a:pt x="10219" y="4197"/>
                    <a:pt x="11236" y="3999"/>
                    <a:pt x="12275" y="3999"/>
                  </a:cubicBezTo>
                  <a:close/>
                  <a:moveTo>
                    <a:pt x="21862" y="4166"/>
                  </a:moveTo>
                  <a:cubicBezTo>
                    <a:pt x="21936" y="4166"/>
                    <a:pt x="22013" y="4186"/>
                    <a:pt x="22055" y="4228"/>
                  </a:cubicBezTo>
                  <a:cubicBezTo>
                    <a:pt x="22149" y="4307"/>
                    <a:pt x="22102" y="4432"/>
                    <a:pt x="22023" y="4510"/>
                  </a:cubicBezTo>
                  <a:cubicBezTo>
                    <a:pt x="21271" y="5216"/>
                    <a:pt x="20409" y="5686"/>
                    <a:pt x="19406" y="5937"/>
                  </a:cubicBezTo>
                  <a:lnTo>
                    <a:pt x="19312" y="5937"/>
                  </a:lnTo>
                  <a:cubicBezTo>
                    <a:pt x="19264" y="5905"/>
                    <a:pt x="19217" y="5905"/>
                    <a:pt x="19217" y="5874"/>
                  </a:cubicBezTo>
                  <a:cubicBezTo>
                    <a:pt x="19186" y="5811"/>
                    <a:pt x="19170" y="5733"/>
                    <a:pt x="19186" y="5686"/>
                  </a:cubicBezTo>
                  <a:cubicBezTo>
                    <a:pt x="19217" y="5608"/>
                    <a:pt x="19264" y="5545"/>
                    <a:pt x="19327" y="5498"/>
                  </a:cubicBezTo>
                  <a:cubicBezTo>
                    <a:pt x="20080" y="4965"/>
                    <a:pt x="20863" y="4463"/>
                    <a:pt x="21757" y="4181"/>
                  </a:cubicBezTo>
                  <a:cubicBezTo>
                    <a:pt x="21788" y="4171"/>
                    <a:pt x="21825" y="4166"/>
                    <a:pt x="21862" y="4166"/>
                  </a:cubicBezTo>
                  <a:close/>
                  <a:moveTo>
                    <a:pt x="16071" y="5133"/>
                  </a:moveTo>
                  <a:cubicBezTo>
                    <a:pt x="16272" y="5133"/>
                    <a:pt x="16473" y="5149"/>
                    <a:pt x="16678" y="5184"/>
                  </a:cubicBezTo>
                  <a:cubicBezTo>
                    <a:pt x="16788" y="5200"/>
                    <a:pt x="16898" y="5231"/>
                    <a:pt x="16992" y="5278"/>
                  </a:cubicBezTo>
                  <a:cubicBezTo>
                    <a:pt x="17227" y="5372"/>
                    <a:pt x="17290" y="5608"/>
                    <a:pt x="17305" y="5827"/>
                  </a:cubicBezTo>
                  <a:cubicBezTo>
                    <a:pt x="17321" y="6062"/>
                    <a:pt x="17133" y="6172"/>
                    <a:pt x="16960" y="6203"/>
                  </a:cubicBezTo>
                  <a:cubicBezTo>
                    <a:pt x="16067" y="6329"/>
                    <a:pt x="15205" y="6626"/>
                    <a:pt x="14311" y="6642"/>
                  </a:cubicBezTo>
                  <a:cubicBezTo>
                    <a:pt x="14050" y="6647"/>
                    <a:pt x="13787" y="6649"/>
                    <a:pt x="13524" y="6649"/>
                  </a:cubicBezTo>
                  <a:cubicBezTo>
                    <a:pt x="12997" y="6649"/>
                    <a:pt x="12467" y="6642"/>
                    <a:pt x="11945" y="6642"/>
                  </a:cubicBezTo>
                  <a:lnTo>
                    <a:pt x="11945" y="6673"/>
                  </a:lnTo>
                  <a:cubicBezTo>
                    <a:pt x="11443" y="6673"/>
                    <a:pt x="10935" y="6650"/>
                    <a:pt x="10429" y="6650"/>
                  </a:cubicBezTo>
                  <a:cubicBezTo>
                    <a:pt x="10113" y="6650"/>
                    <a:pt x="9797" y="6659"/>
                    <a:pt x="9484" y="6689"/>
                  </a:cubicBezTo>
                  <a:cubicBezTo>
                    <a:pt x="9075" y="6731"/>
                    <a:pt x="8667" y="6745"/>
                    <a:pt x="8257" y="6745"/>
                  </a:cubicBezTo>
                  <a:cubicBezTo>
                    <a:pt x="7739" y="6745"/>
                    <a:pt x="7219" y="6722"/>
                    <a:pt x="6694" y="6705"/>
                  </a:cubicBezTo>
                  <a:cubicBezTo>
                    <a:pt x="6570" y="6702"/>
                    <a:pt x="6446" y="6701"/>
                    <a:pt x="6323" y="6701"/>
                  </a:cubicBezTo>
                  <a:cubicBezTo>
                    <a:pt x="5773" y="6701"/>
                    <a:pt x="5225" y="6726"/>
                    <a:pt x="4687" y="6752"/>
                  </a:cubicBezTo>
                  <a:cubicBezTo>
                    <a:pt x="4644" y="6754"/>
                    <a:pt x="4601" y="6755"/>
                    <a:pt x="4558" y="6755"/>
                  </a:cubicBezTo>
                  <a:cubicBezTo>
                    <a:pt x="4216" y="6755"/>
                    <a:pt x="3900" y="6693"/>
                    <a:pt x="3622" y="6470"/>
                  </a:cubicBezTo>
                  <a:cubicBezTo>
                    <a:pt x="3496" y="6376"/>
                    <a:pt x="3355" y="6282"/>
                    <a:pt x="3418" y="6125"/>
                  </a:cubicBezTo>
                  <a:cubicBezTo>
                    <a:pt x="3465" y="6015"/>
                    <a:pt x="3606" y="5905"/>
                    <a:pt x="3731" y="5858"/>
                  </a:cubicBezTo>
                  <a:cubicBezTo>
                    <a:pt x="3904" y="5780"/>
                    <a:pt x="4092" y="5749"/>
                    <a:pt x="4280" y="5749"/>
                  </a:cubicBezTo>
                  <a:cubicBezTo>
                    <a:pt x="4593" y="5743"/>
                    <a:pt x="4905" y="5742"/>
                    <a:pt x="5216" y="5742"/>
                  </a:cubicBezTo>
                  <a:cubicBezTo>
                    <a:pt x="5839" y="5742"/>
                    <a:pt x="6459" y="5749"/>
                    <a:pt x="7086" y="5749"/>
                  </a:cubicBezTo>
                  <a:cubicBezTo>
                    <a:pt x="7336" y="5749"/>
                    <a:pt x="7593" y="5772"/>
                    <a:pt x="7845" y="5772"/>
                  </a:cubicBezTo>
                  <a:cubicBezTo>
                    <a:pt x="8002" y="5772"/>
                    <a:pt x="8157" y="5763"/>
                    <a:pt x="8308" y="5733"/>
                  </a:cubicBezTo>
                  <a:cubicBezTo>
                    <a:pt x="9020" y="5584"/>
                    <a:pt x="9724" y="5552"/>
                    <a:pt x="10431" y="5552"/>
                  </a:cubicBezTo>
                  <a:cubicBezTo>
                    <a:pt x="10690" y="5552"/>
                    <a:pt x="10948" y="5556"/>
                    <a:pt x="11208" y="5561"/>
                  </a:cubicBezTo>
                  <a:cubicBezTo>
                    <a:pt x="12603" y="5561"/>
                    <a:pt x="13967" y="5404"/>
                    <a:pt x="15330" y="5200"/>
                  </a:cubicBezTo>
                  <a:cubicBezTo>
                    <a:pt x="15580" y="5157"/>
                    <a:pt x="15825" y="5133"/>
                    <a:pt x="16071" y="5133"/>
                  </a:cubicBezTo>
                  <a:close/>
                  <a:moveTo>
                    <a:pt x="17255" y="6653"/>
                  </a:moveTo>
                  <a:cubicBezTo>
                    <a:pt x="17368" y="6653"/>
                    <a:pt x="17461" y="6708"/>
                    <a:pt x="17509" y="6877"/>
                  </a:cubicBezTo>
                  <a:cubicBezTo>
                    <a:pt x="17603" y="7206"/>
                    <a:pt x="17086" y="7222"/>
                    <a:pt x="16835" y="7269"/>
                  </a:cubicBezTo>
                  <a:cubicBezTo>
                    <a:pt x="15221" y="7614"/>
                    <a:pt x="13606" y="7912"/>
                    <a:pt x="11960" y="8037"/>
                  </a:cubicBezTo>
                  <a:cubicBezTo>
                    <a:pt x="10877" y="8114"/>
                    <a:pt x="9794" y="8211"/>
                    <a:pt x="8703" y="8211"/>
                  </a:cubicBezTo>
                  <a:cubicBezTo>
                    <a:pt x="8451" y="8211"/>
                    <a:pt x="8200" y="8206"/>
                    <a:pt x="7948" y="8194"/>
                  </a:cubicBezTo>
                  <a:cubicBezTo>
                    <a:pt x="7455" y="8205"/>
                    <a:pt x="6963" y="8217"/>
                    <a:pt x="6472" y="8217"/>
                  </a:cubicBezTo>
                  <a:cubicBezTo>
                    <a:pt x="5617" y="8217"/>
                    <a:pt x="4765" y="8182"/>
                    <a:pt x="3919" y="8053"/>
                  </a:cubicBezTo>
                  <a:cubicBezTo>
                    <a:pt x="3778" y="8037"/>
                    <a:pt x="3622" y="8021"/>
                    <a:pt x="3480" y="7959"/>
                  </a:cubicBezTo>
                  <a:cubicBezTo>
                    <a:pt x="3324" y="7896"/>
                    <a:pt x="3308" y="7739"/>
                    <a:pt x="3308" y="7583"/>
                  </a:cubicBezTo>
                  <a:cubicBezTo>
                    <a:pt x="3324" y="7426"/>
                    <a:pt x="3418" y="7300"/>
                    <a:pt x="3590" y="7300"/>
                  </a:cubicBezTo>
                  <a:cubicBezTo>
                    <a:pt x="4907" y="7316"/>
                    <a:pt x="6208" y="7316"/>
                    <a:pt x="7524" y="7347"/>
                  </a:cubicBezTo>
                  <a:cubicBezTo>
                    <a:pt x="8120" y="7347"/>
                    <a:pt x="8716" y="7316"/>
                    <a:pt x="9311" y="7253"/>
                  </a:cubicBezTo>
                  <a:cubicBezTo>
                    <a:pt x="10020" y="7168"/>
                    <a:pt x="10733" y="7129"/>
                    <a:pt x="11445" y="7129"/>
                  </a:cubicBezTo>
                  <a:cubicBezTo>
                    <a:pt x="12041" y="7129"/>
                    <a:pt x="12637" y="7156"/>
                    <a:pt x="13230" y="7206"/>
                  </a:cubicBezTo>
                  <a:cubicBezTo>
                    <a:pt x="13412" y="7221"/>
                    <a:pt x="13593" y="7228"/>
                    <a:pt x="13773" y="7228"/>
                  </a:cubicBezTo>
                  <a:cubicBezTo>
                    <a:pt x="14755" y="7228"/>
                    <a:pt x="15709" y="7029"/>
                    <a:pt x="16663" y="6830"/>
                  </a:cubicBezTo>
                  <a:cubicBezTo>
                    <a:pt x="16845" y="6792"/>
                    <a:pt x="17075" y="6653"/>
                    <a:pt x="17255" y="6653"/>
                  </a:cubicBezTo>
                  <a:close/>
                  <a:moveTo>
                    <a:pt x="23186" y="6225"/>
                  </a:moveTo>
                  <a:cubicBezTo>
                    <a:pt x="23385" y="6225"/>
                    <a:pt x="23619" y="6293"/>
                    <a:pt x="23685" y="6391"/>
                  </a:cubicBezTo>
                  <a:cubicBezTo>
                    <a:pt x="23747" y="6485"/>
                    <a:pt x="23794" y="6595"/>
                    <a:pt x="23826" y="6705"/>
                  </a:cubicBezTo>
                  <a:cubicBezTo>
                    <a:pt x="24061" y="7598"/>
                    <a:pt x="24766" y="7896"/>
                    <a:pt x="25566" y="8053"/>
                  </a:cubicBezTo>
                  <a:cubicBezTo>
                    <a:pt x="25957" y="8131"/>
                    <a:pt x="26381" y="8053"/>
                    <a:pt x="26882" y="8366"/>
                  </a:cubicBezTo>
                  <a:cubicBezTo>
                    <a:pt x="26389" y="8492"/>
                    <a:pt x="25945" y="8541"/>
                    <a:pt x="25529" y="8541"/>
                  </a:cubicBezTo>
                  <a:cubicBezTo>
                    <a:pt x="25164" y="8541"/>
                    <a:pt x="24821" y="8503"/>
                    <a:pt x="24484" y="8445"/>
                  </a:cubicBezTo>
                  <a:cubicBezTo>
                    <a:pt x="23591" y="8304"/>
                    <a:pt x="22807" y="7739"/>
                    <a:pt x="22823" y="6658"/>
                  </a:cubicBezTo>
                  <a:cubicBezTo>
                    <a:pt x="22823" y="6501"/>
                    <a:pt x="22807" y="6360"/>
                    <a:pt x="22964" y="6266"/>
                  </a:cubicBezTo>
                  <a:cubicBezTo>
                    <a:pt x="23020" y="6238"/>
                    <a:pt x="23100" y="6225"/>
                    <a:pt x="23186" y="6225"/>
                  </a:cubicBezTo>
                  <a:close/>
                  <a:moveTo>
                    <a:pt x="17870" y="7583"/>
                  </a:moveTo>
                  <a:cubicBezTo>
                    <a:pt x="18139" y="7583"/>
                    <a:pt x="18388" y="7676"/>
                    <a:pt x="18606" y="7943"/>
                  </a:cubicBezTo>
                  <a:cubicBezTo>
                    <a:pt x="18826" y="8210"/>
                    <a:pt x="19108" y="8398"/>
                    <a:pt x="19421" y="8523"/>
                  </a:cubicBezTo>
                  <a:cubicBezTo>
                    <a:pt x="19735" y="8648"/>
                    <a:pt x="19986" y="8899"/>
                    <a:pt x="20189" y="9166"/>
                  </a:cubicBezTo>
                  <a:cubicBezTo>
                    <a:pt x="20299" y="9307"/>
                    <a:pt x="20236" y="9463"/>
                    <a:pt x="20080" y="9526"/>
                  </a:cubicBezTo>
                  <a:cubicBezTo>
                    <a:pt x="19719" y="9636"/>
                    <a:pt x="19374" y="9761"/>
                    <a:pt x="18998" y="9808"/>
                  </a:cubicBezTo>
                  <a:cubicBezTo>
                    <a:pt x="17258" y="10043"/>
                    <a:pt x="15518" y="10263"/>
                    <a:pt x="13763" y="10467"/>
                  </a:cubicBezTo>
                  <a:cubicBezTo>
                    <a:pt x="12807" y="10576"/>
                    <a:pt x="11835" y="10639"/>
                    <a:pt x="10832" y="10717"/>
                  </a:cubicBezTo>
                  <a:cubicBezTo>
                    <a:pt x="10189" y="10655"/>
                    <a:pt x="9515" y="10592"/>
                    <a:pt x="8841" y="10514"/>
                  </a:cubicBezTo>
                  <a:cubicBezTo>
                    <a:pt x="8547" y="10476"/>
                    <a:pt x="8258" y="10455"/>
                    <a:pt x="7965" y="10455"/>
                  </a:cubicBezTo>
                  <a:cubicBezTo>
                    <a:pt x="7774" y="10455"/>
                    <a:pt x="7581" y="10464"/>
                    <a:pt x="7383" y="10482"/>
                  </a:cubicBezTo>
                  <a:cubicBezTo>
                    <a:pt x="6784" y="10557"/>
                    <a:pt x="6183" y="10582"/>
                    <a:pt x="5581" y="10582"/>
                  </a:cubicBezTo>
                  <a:cubicBezTo>
                    <a:pt x="4280" y="10582"/>
                    <a:pt x="2975" y="10462"/>
                    <a:pt x="1678" y="10451"/>
                  </a:cubicBezTo>
                  <a:cubicBezTo>
                    <a:pt x="1600" y="10451"/>
                    <a:pt x="1521" y="10451"/>
                    <a:pt x="1458" y="10404"/>
                  </a:cubicBezTo>
                  <a:cubicBezTo>
                    <a:pt x="1396" y="10388"/>
                    <a:pt x="1333" y="10326"/>
                    <a:pt x="1317" y="10263"/>
                  </a:cubicBezTo>
                  <a:cubicBezTo>
                    <a:pt x="1302" y="10200"/>
                    <a:pt x="1333" y="10106"/>
                    <a:pt x="1380" y="10059"/>
                  </a:cubicBezTo>
                  <a:cubicBezTo>
                    <a:pt x="2334" y="9395"/>
                    <a:pt x="3220" y="8663"/>
                    <a:pt x="4483" y="8663"/>
                  </a:cubicBezTo>
                  <a:cubicBezTo>
                    <a:pt x="4590" y="8663"/>
                    <a:pt x="4700" y="8669"/>
                    <a:pt x="4813" y="8680"/>
                  </a:cubicBezTo>
                  <a:cubicBezTo>
                    <a:pt x="5639" y="8762"/>
                    <a:pt x="6468" y="8787"/>
                    <a:pt x="7298" y="8787"/>
                  </a:cubicBezTo>
                  <a:cubicBezTo>
                    <a:pt x="8373" y="8787"/>
                    <a:pt x="9448" y="8744"/>
                    <a:pt x="10518" y="8727"/>
                  </a:cubicBezTo>
                  <a:cubicBezTo>
                    <a:pt x="12713" y="8711"/>
                    <a:pt x="14829" y="8210"/>
                    <a:pt x="16945" y="7771"/>
                  </a:cubicBezTo>
                  <a:cubicBezTo>
                    <a:pt x="17101" y="7739"/>
                    <a:pt x="17242" y="7708"/>
                    <a:pt x="17384" y="7661"/>
                  </a:cubicBezTo>
                  <a:cubicBezTo>
                    <a:pt x="17551" y="7615"/>
                    <a:pt x="17714" y="7583"/>
                    <a:pt x="17870" y="7583"/>
                  </a:cubicBezTo>
                  <a:close/>
                  <a:moveTo>
                    <a:pt x="20412" y="10143"/>
                  </a:moveTo>
                  <a:cubicBezTo>
                    <a:pt x="20633" y="10143"/>
                    <a:pt x="20841" y="10209"/>
                    <a:pt x="21020" y="10388"/>
                  </a:cubicBezTo>
                  <a:cubicBezTo>
                    <a:pt x="21663" y="11000"/>
                    <a:pt x="21475" y="11297"/>
                    <a:pt x="20848" y="11533"/>
                  </a:cubicBezTo>
                  <a:cubicBezTo>
                    <a:pt x="20360" y="11712"/>
                    <a:pt x="19862" y="11871"/>
                    <a:pt x="19345" y="11871"/>
                  </a:cubicBezTo>
                  <a:cubicBezTo>
                    <a:pt x="19230" y="11871"/>
                    <a:pt x="19115" y="11863"/>
                    <a:pt x="18998" y="11846"/>
                  </a:cubicBezTo>
                  <a:cubicBezTo>
                    <a:pt x="18885" y="11829"/>
                    <a:pt x="18776" y="11820"/>
                    <a:pt x="18670" y="11820"/>
                  </a:cubicBezTo>
                  <a:cubicBezTo>
                    <a:pt x="18290" y="11820"/>
                    <a:pt x="17953" y="11934"/>
                    <a:pt x="17634" y="12191"/>
                  </a:cubicBezTo>
                  <a:cubicBezTo>
                    <a:pt x="17305" y="12457"/>
                    <a:pt x="16913" y="12536"/>
                    <a:pt x="16490" y="12598"/>
                  </a:cubicBezTo>
                  <a:cubicBezTo>
                    <a:pt x="15687" y="12711"/>
                    <a:pt x="14884" y="12773"/>
                    <a:pt x="14081" y="12773"/>
                  </a:cubicBezTo>
                  <a:cubicBezTo>
                    <a:pt x="13990" y="12773"/>
                    <a:pt x="13900" y="12772"/>
                    <a:pt x="13810" y="12771"/>
                  </a:cubicBezTo>
                  <a:cubicBezTo>
                    <a:pt x="13599" y="12763"/>
                    <a:pt x="13381" y="12741"/>
                    <a:pt x="13165" y="12741"/>
                  </a:cubicBezTo>
                  <a:cubicBezTo>
                    <a:pt x="12930" y="12741"/>
                    <a:pt x="12698" y="12767"/>
                    <a:pt x="12478" y="12865"/>
                  </a:cubicBezTo>
                  <a:cubicBezTo>
                    <a:pt x="12426" y="12890"/>
                    <a:pt x="12354" y="12916"/>
                    <a:pt x="12295" y="12916"/>
                  </a:cubicBezTo>
                  <a:cubicBezTo>
                    <a:pt x="12282" y="12916"/>
                    <a:pt x="12270" y="12915"/>
                    <a:pt x="12258" y="12912"/>
                  </a:cubicBezTo>
                  <a:cubicBezTo>
                    <a:pt x="11940" y="12834"/>
                    <a:pt x="11630" y="12795"/>
                    <a:pt x="11322" y="12795"/>
                  </a:cubicBezTo>
                  <a:cubicBezTo>
                    <a:pt x="10826" y="12795"/>
                    <a:pt x="10338" y="12897"/>
                    <a:pt x="9844" y="13100"/>
                  </a:cubicBezTo>
                  <a:cubicBezTo>
                    <a:pt x="9804" y="13117"/>
                    <a:pt x="9753" y="13124"/>
                    <a:pt x="9698" y="13124"/>
                  </a:cubicBezTo>
                  <a:cubicBezTo>
                    <a:pt x="9603" y="13124"/>
                    <a:pt x="9495" y="13104"/>
                    <a:pt x="9405" y="13084"/>
                  </a:cubicBezTo>
                  <a:cubicBezTo>
                    <a:pt x="9147" y="13022"/>
                    <a:pt x="8896" y="12975"/>
                    <a:pt x="8645" y="12975"/>
                  </a:cubicBezTo>
                  <a:cubicBezTo>
                    <a:pt x="8394" y="12975"/>
                    <a:pt x="8144" y="13022"/>
                    <a:pt x="7885" y="13147"/>
                  </a:cubicBezTo>
                  <a:cubicBezTo>
                    <a:pt x="7802" y="13189"/>
                    <a:pt x="7720" y="13207"/>
                    <a:pt x="7640" y="13207"/>
                  </a:cubicBezTo>
                  <a:cubicBezTo>
                    <a:pt x="7391" y="13207"/>
                    <a:pt x="7162" y="13031"/>
                    <a:pt x="6960" y="12865"/>
                  </a:cubicBezTo>
                  <a:cubicBezTo>
                    <a:pt x="6781" y="12720"/>
                    <a:pt x="6617" y="12668"/>
                    <a:pt x="6438" y="12668"/>
                  </a:cubicBezTo>
                  <a:cubicBezTo>
                    <a:pt x="6288" y="12668"/>
                    <a:pt x="6128" y="12705"/>
                    <a:pt x="5941" y="12755"/>
                  </a:cubicBezTo>
                  <a:cubicBezTo>
                    <a:pt x="5111" y="12943"/>
                    <a:pt x="4248" y="13006"/>
                    <a:pt x="3402" y="13116"/>
                  </a:cubicBezTo>
                  <a:cubicBezTo>
                    <a:pt x="2618" y="12677"/>
                    <a:pt x="1756" y="12771"/>
                    <a:pt x="910" y="12708"/>
                  </a:cubicBezTo>
                  <a:cubicBezTo>
                    <a:pt x="737" y="12708"/>
                    <a:pt x="643" y="12567"/>
                    <a:pt x="643" y="12410"/>
                  </a:cubicBezTo>
                  <a:cubicBezTo>
                    <a:pt x="643" y="12050"/>
                    <a:pt x="800" y="11752"/>
                    <a:pt x="988" y="11470"/>
                  </a:cubicBezTo>
                  <a:cubicBezTo>
                    <a:pt x="1145" y="11235"/>
                    <a:pt x="1427" y="11172"/>
                    <a:pt x="1694" y="11172"/>
                  </a:cubicBezTo>
                  <a:cubicBezTo>
                    <a:pt x="1903" y="11167"/>
                    <a:pt x="2113" y="11165"/>
                    <a:pt x="2325" y="11165"/>
                  </a:cubicBezTo>
                  <a:cubicBezTo>
                    <a:pt x="2747" y="11165"/>
                    <a:pt x="3172" y="11172"/>
                    <a:pt x="3590" y="11172"/>
                  </a:cubicBezTo>
                  <a:cubicBezTo>
                    <a:pt x="3590" y="11156"/>
                    <a:pt x="3590" y="11156"/>
                    <a:pt x="3590" y="11141"/>
                  </a:cubicBezTo>
                  <a:cubicBezTo>
                    <a:pt x="4311" y="11188"/>
                    <a:pt x="5017" y="11250"/>
                    <a:pt x="5722" y="11282"/>
                  </a:cubicBezTo>
                  <a:cubicBezTo>
                    <a:pt x="5847" y="11287"/>
                    <a:pt x="5973" y="11290"/>
                    <a:pt x="6097" y="11290"/>
                  </a:cubicBezTo>
                  <a:cubicBezTo>
                    <a:pt x="6347" y="11290"/>
                    <a:pt x="6594" y="11276"/>
                    <a:pt x="6835" y="11235"/>
                  </a:cubicBezTo>
                  <a:cubicBezTo>
                    <a:pt x="7209" y="11170"/>
                    <a:pt x="7580" y="11143"/>
                    <a:pt x="7949" y="11143"/>
                  </a:cubicBezTo>
                  <a:cubicBezTo>
                    <a:pt x="8477" y="11143"/>
                    <a:pt x="8999" y="11199"/>
                    <a:pt x="9515" y="11282"/>
                  </a:cubicBezTo>
                  <a:cubicBezTo>
                    <a:pt x="9892" y="11337"/>
                    <a:pt x="10263" y="11360"/>
                    <a:pt x="10635" y="11360"/>
                  </a:cubicBezTo>
                  <a:cubicBezTo>
                    <a:pt x="10898" y="11360"/>
                    <a:pt x="11161" y="11348"/>
                    <a:pt x="11427" y="11329"/>
                  </a:cubicBezTo>
                  <a:cubicBezTo>
                    <a:pt x="13512" y="11125"/>
                    <a:pt x="15581" y="10874"/>
                    <a:pt x="17650" y="10561"/>
                  </a:cubicBezTo>
                  <a:cubicBezTo>
                    <a:pt x="18465" y="10435"/>
                    <a:pt x="19280" y="10388"/>
                    <a:pt x="20080" y="10185"/>
                  </a:cubicBezTo>
                  <a:cubicBezTo>
                    <a:pt x="20192" y="10159"/>
                    <a:pt x="20304" y="10143"/>
                    <a:pt x="20412" y="10143"/>
                  </a:cubicBezTo>
                  <a:close/>
                  <a:moveTo>
                    <a:pt x="20802" y="12196"/>
                  </a:moveTo>
                  <a:cubicBezTo>
                    <a:pt x="20870" y="12196"/>
                    <a:pt x="20940" y="12204"/>
                    <a:pt x="21004" y="12222"/>
                  </a:cubicBezTo>
                  <a:cubicBezTo>
                    <a:pt x="21271" y="12269"/>
                    <a:pt x="21490" y="12395"/>
                    <a:pt x="21537" y="12692"/>
                  </a:cubicBezTo>
                  <a:cubicBezTo>
                    <a:pt x="21553" y="12739"/>
                    <a:pt x="21553" y="12771"/>
                    <a:pt x="21569" y="12802"/>
                  </a:cubicBezTo>
                  <a:cubicBezTo>
                    <a:pt x="21788" y="14808"/>
                    <a:pt x="22086" y="16815"/>
                    <a:pt x="22007" y="18837"/>
                  </a:cubicBezTo>
                  <a:cubicBezTo>
                    <a:pt x="21960" y="19652"/>
                    <a:pt x="21992" y="20483"/>
                    <a:pt x="21851" y="21298"/>
                  </a:cubicBezTo>
                  <a:cubicBezTo>
                    <a:pt x="21772" y="21846"/>
                    <a:pt x="21851" y="22410"/>
                    <a:pt x="21851" y="22975"/>
                  </a:cubicBezTo>
                  <a:cubicBezTo>
                    <a:pt x="21851" y="23116"/>
                    <a:pt x="21882" y="23273"/>
                    <a:pt x="21835" y="23414"/>
                  </a:cubicBezTo>
                  <a:cubicBezTo>
                    <a:pt x="21600" y="24417"/>
                    <a:pt x="21835" y="24432"/>
                    <a:pt x="20707" y="24636"/>
                  </a:cubicBezTo>
                  <a:cubicBezTo>
                    <a:pt x="19719" y="24809"/>
                    <a:pt x="18732" y="24997"/>
                    <a:pt x="17744" y="25169"/>
                  </a:cubicBezTo>
                  <a:cubicBezTo>
                    <a:pt x="16976" y="25310"/>
                    <a:pt x="16208" y="25514"/>
                    <a:pt x="15440" y="25624"/>
                  </a:cubicBezTo>
                  <a:cubicBezTo>
                    <a:pt x="15023" y="25682"/>
                    <a:pt x="14607" y="25722"/>
                    <a:pt x="14190" y="25722"/>
                  </a:cubicBezTo>
                  <a:cubicBezTo>
                    <a:pt x="13933" y="25722"/>
                    <a:pt x="13675" y="25707"/>
                    <a:pt x="13418" y="25671"/>
                  </a:cubicBezTo>
                  <a:cubicBezTo>
                    <a:pt x="13248" y="25640"/>
                    <a:pt x="13075" y="25629"/>
                    <a:pt x="12902" y="25629"/>
                  </a:cubicBezTo>
                  <a:cubicBezTo>
                    <a:pt x="12629" y="25629"/>
                    <a:pt x="12354" y="25658"/>
                    <a:pt x="12086" y="25686"/>
                  </a:cubicBezTo>
                  <a:cubicBezTo>
                    <a:pt x="11291" y="25795"/>
                    <a:pt x="10497" y="25821"/>
                    <a:pt x="9704" y="25821"/>
                  </a:cubicBezTo>
                  <a:cubicBezTo>
                    <a:pt x="8960" y="25821"/>
                    <a:pt x="8217" y="25798"/>
                    <a:pt x="7475" y="25798"/>
                  </a:cubicBezTo>
                  <a:cubicBezTo>
                    <a:pt x="7183" y="25798"/>
                    <a:pt x="6891" y="25802"/>
                    <a:pt x="6600" y="25812"/>
                  </a:cubicBezTo>
                  <a:cubicBezTo>
                    <a:pt x="5502" y="25561"/>
                    <a:pt x="4405" y="25310"/>
                    <a:pt x="3324" y="25044"/>
                  </a:cubicBezTo>
                  <a:cubicBezTo>
                    <a:pt x="2916" y="24950"/>
                    <a:pt x="2540" y="24793"/>
                    <a:pt x="2148" y="24668"/>
                  </a:cubicBezTo>
                  <a:cubicBezTo>
                    <a:pt x="1600" y="24479"/>
                    <a:pt x="1270" y="24150"/>
                    <a:pt x="1270" y="23523"/>
                  </a:cubicBezTo>
                  <a:cubicBezTo>
                    <a:pt x="1270" y="23006"/>
                    <a:pt x="1270" y="22489"/>
                    <a:pt x="863" y="22066"/>
                  </a:cubicBezTo>
                  <a:cubicBezTo>
                    <a:pt x="628" y="21815"/>
                    <a:pt x="659" y="21439"/>
                    <a:pt x="643" y="21094"/>
                  </a:cubicBezTo>
                  <a:cubicBezTo>
                    <a:pt x="596" y="20012"/>
                    <a:pt x="549" y="18931"/>
                    <a:pt x="502" y="17849"/>
                  </a:cubicBezTo>
                  <a:lnTo>
                    <a:pt x="455" y="17849"/>
                  </a:lnTo>
                  <a:cubicBezTo>
                    <a:pt x="455" y="17097"/>
                    <a:pt x="455" y="16345"/>
                    <a:pt x="455" y="15608"/>
                  </a:cubicBezTo>
                  <a:cubicBezTo>
                    <a:pt x="455" y="15263"/>
                    <a:pt x="455" y="14934"/>
                    <a:pt x="487" y="14589"/>
                  </a:cubicBezTo>
                  <a:cubicBezTo>
                    <a:pt x="534" y="14276"/>
                    <a:pt x="424" y="13868"/>
                    <a:pt x="769" y="13680"/>
                  </a:cubicBezTo>
                  <a:cubicBezTo>
                    <a:pt x="1100" y="13503"/>
                    <a:pt x="1471" y="13318"/>
                    <a:pt x="1831" y="13318"/>
                  </a:cubicBezTo>
                  <a:cubicBezTo>
                    <a:pt x="1982" y="13318"/>
                    <a:pt x="2130" y="13351"/>
                    <a:pt x="2274" y="13429"/>
                  </a:cubicBezTo>
                  <a:cubicBezTo>
                    <a:pt x="2704" y="13673"/>
                    <a:pt x="3135" y="13746"/>
                    <a:pt x="3567" y="13746"/>
                  </a:cubicBezTo>
                  <a:cubicBezTo>
                    <a:pt x="4079" y="13746"/>
                    <a:pt x="4592" y="13644"/>
                    <a:pt x="5111" y="13602"/>
                  </a:cubicBezTo>
                  <a:cubicBezTo>
                    <a:pt x="5267" y="13602"/>
                    <a:pt x="5408" y="13570"/>
                    <a:pt x="5549" y="13539"/>
                  </a:cubicBezTo>
                  <a:cubicBezTo>
                    <a:pt x="5770" y="13480"/>
                    <a:pt x="5988" y="13446"/>
                    <a:pt x="6203" y="13446"/>
                  </a:cubicBezTo>
                  <a:cubicBezTo>
                    <a:pt x="6506" y="13446"/>
                    <a:pt x="6801" y="13515"/>
                    <a:pt x="7086" y="13680"/>
                  </a:cubicBezTo>
                  <a:cubicBezTo>
                    <a:pt x="7251" y="13775"/>
                    <a:pt x="7444" y="13869"/>
                    <a:pt x="7637" y="13869"/>
                  </a:cubicBezTo>
                  <a:cubicBezTo>
                    <a:pt x="7699" y="13869"/>
                    <a:pt x="7761" y="13860"/>
                    <a:pt x="7822" y="13837"/>
                  </a:cubicBezTo>
                  <a:cubicBezTo>
                    <a:pt x="8155" y="13714"/>
                    <a:pt x="8483" y="13675"/>
                    <a:pt x="8811" y="13675"/>
                  </a:cubicBezTo>
                  <a:cubicBezTo>
                    <a:pt x="9071" y="13675"/>
                    <a:pt x="9331" y="13699"/>
                    <a:pt x="9593" y="13727"/>
                  </a:cubicBezTo>
                  <a:cubicBezTo>
                    <a:pt x="9614" y="13730"/>
                    <a:pt x="9634" y="13731"/>
                    <a:pt x="9655" y="13731"/>
                  </a:cubicBezTo>
                  <a:cubicBezTo>
                    <a:pt x="9749" y="13731"/>
                    <a:pt x="9849" y="13705"/>
                    <a:pt x="9938" y="13680"/>
                  </a:cubicBezTo>
                  <a:cubicBezTo>
                    <a:pt x="10367" y="13554"/>
                    <a:pt x="10795" y="13429"/>
                    <a:pt x="11233" y="13429"/>
                  </a:cubicBezTo>
                  <a:cubicBezTo>
                    <a:pt x="11452" y="13429"/>
                    <a:pt x="11673" y="13460"/>
                    <a:pt x="11898" y="13539"/>
                  </a:cubicBezTo>
                  <a:cubicBezTo>
                    <a:pt x="12791" y="13335"/>
                    <a:pt x="13700" y="13445"/>
                    <a:pt x="14594" y="13366"/>
                  </a:cubicBezTo>
                  <a:cubicBezTo>
                    <a:pt x="15221" y="13319"/>
                    <a:pt x="15847" y="13257"/>
                    <a:pt x="16490" y="13210"/>
                  </a:cubicBezTo>
                  <a:cubicBezTo>
                    <a:pt x="17086" y="13163"/>
                    <a:pt x="17666" y="13100"/>
                    <a:pt x="18167" y="12677"/>
                  </a:cubicBezTo>
                  <a:cubicBezTo>
                    <a:pt x="18253" y="12591"/>
                    <a:pt x="18405" y="12518"/>
                    <a:pt x="18526" y="12518"/>
                  </a:cubicBezTo>
                  <a:cubicBezTo>
                    <a:pt x="18537" y="12518"/>
                    <a:pt x="18548" y="12519"/>
                    <a:pt x="18559" y="12520"/>
                  </a:cubicBezTo>
                  <a:cubicBezTo>
                    <a:pt x="18584" y="12521"/>
                    <a:pt x="18608" y="12521"/>
                    <a:pt x="18633" y="12521"/>
                  </a:cubicBezTo>
                  <a:cubicBezTo>
                    <a:pt x="19327" y="12521"/>
                    <a:pt x="19993" y="12312"/>
                    <a:pt x="20660" y="12206"/>
                  </a:cubicBezTo>
                  <a:cubicBezTo>
                    <a:pt x="20705" y="12200"/>
                    <a:pt x="20753" y="12196"/>
                    <a:pt x="20802" y="12196"/>
                  </a:cubicBezTo>
                  <a:close/>
                  <a:moveTo>
                    <a:pt x="14878" y="0"/>
                  </a:moveTo>
                  <a:cubicBezTo>
                    <a:pt x="14573" y="0"/>
                    <a:pt x="14269" y="32"/>
                    <a:pt x="13967" y="122"/>
                  </a:cubicBezTo>
                  <a:cubicBezTo>
                    <a:pt x="13141" y="342"/>
                    <a:pt x="12316" y="408"/>
                    <a:pt x="11484" y="408"/>
                  </a:cubicBezTo>
                  <a:cubicBezTo>
                    <a:pt x="11194" y="408"/>
                    <a:pt x="10904" y="400"/>
                    <a:pt x="10612" y="388"/>
                  </a:cubicBezTo>
                  <a:cubicBezTo>
                    <a:pt x="10499" y="385"/>
                    <a:pt x="10387" y="383"/>
                    <a:pt x="10275" y="383"/>
                  </a:cubicBezTo>
                  <a:cubicBezTo>
                    <a:pt x="9828" y="383"/>
                    <a:pt x="9387" y="413"/>
                    <a:pt x="8935" y="513"/>
                  </a:cubicBezTo>
                  <a:cubicBezTo>
                    <a:pt x="8430" y="633"/>
                    <a:pt x="7920" y="683"/>
                    <a:pt x="7411" y="683"/>
                  </a:cubicBezTo>
                  <a:cubicBezTo>
                    <a:pt x="6988" y="683"/>
                    <a:pt x="6565" y="649"/>
                    <a:pt x="6145" y="592"/>
                  </a:cubicBezTo>
                  <a:cubicBezTo>
                    <a:pt x="5938" y="560"/>
                    <a:pt x="5739" y="538"/>
                    <a:pt x="5544" y="538"/>
                  </a:cubicBezTo>
                  <a:cubicBezTo>
                    <a:pt x="5266" y="538"/>
                    <a:pt x="4995" y="582"/>
                    <a:pt x="4719" y="702"/>
                  </a:cubicBezTo>
                  <a:cubicBezTo>
                    <a:pt x="4619" y="745"/>
                    <a:pt x="4520" y="761"/>
                    <a:pt x="4420" y="761"/>
                  </a:cubicBezTo>
                  <a:cubicBezTo>
                    <a:pt x="4269" y="761"/>
                    <a:pt x="4118" y="724"/>
                    <a:pt x="3966" y="686"/>
                  </a:cubicBezTo>
                  <a:cubicBezTo>
                    <a:pt x="3898" y="665"/>
                    <a:pt x="3836" y="655"/>
                    <a:pt x="3780" y="655"/>
                  </a:cubicBezTo>
                  <a:cubicBezTo>
                    <a:pt x="3580" y="655"/>
                    <a:pt x="3456" y="783"/>
                    <a:pt x="3371" y="1015"/>
                  </a:cubicBezTo>
                  <a:cubicBezTo>
                    <a:pt x="3261" y="1297"/>
                    <a:pt x="3324" y="1517"/>
                    <a:pt x="3496" y="1752"/>
                  </a:cubicBezTo>
                  <a:cubicBezTo>
                    <a:pt x="3825" y="2238"/>
                    <a:pt x="3872" y="2802"/>
                    <a:pt x="3904" y="3366"/>
                  </a:cubicBezTo>
                  <a:cubicBezTo>
                    <a:pt x="3919" y="3648"/>
                    <a:pt x="3794" y="3868"/>
                    <a:pt x="3496" y="3946"/>
                  </a:cubicBezTo>
                  <a:cubicBezTo>
                    <a:pt x="3167" y="4040"/>
                    <a:pt x="2838" y="4134"/>
                    <a:pt x="2524" y="4244"/>
                  </a:cubicBezTo>
                  <a:cubicBezTo>
                    <a:pt x="2132" y="4385"/>
                    <a:pt x="2054" y="4777"/>
                    <a:pt x="2430" y="4996"/>
                  </a:cubicBezTo>
                  <a:cubicBezTo>
                    <a:pt x="2822" y="5231"/>
                    <a:pt x="2916" y="5514"/>
                    <a:pt x="2838" y="5921"/>
                  </a:cubicBezTo>
                  <a:cubicBezTo>
                    <a:pt x="2775" y="6329"/>
                    <a:pt x="2697" y="6752"/>
                    <a:pt x="2728" y="7144"/>
                  </a:cubicBezTo>
                  <a:cubicBezTo>
                    <a:pt x="2791" y="7739"/>
                    <a:pt x="2556" y="8163"/>
                    <a:pt x="2179" y="8554"/>
                  </a:cubicBezTo>
                  <a:cubicBezTo>
                    <a:pt x="1647" y="9087"/>
                    <a:pt x="1192" y="9683"/>
                    <a:pt x="518" y="10059"/>
                  </a:cubicBezTo>
                  <a:cubicBezTo>
                    <a:pt x="157" y="10263"/>
                    <a:pt x="63" y="10576"/>
                    <a:pt x="79" y="11000"/>
                  </a:cubicBezTo>
                  <a:cubicBezTo>
                    <a:pt x="110" y="11893"/>
                    <a:pt x="79" y="12786"/>
                    <a:pt x="63" y="13696"/>
                  </a:cubicBezTo>
                  <a:cubicBezTo>
                    <a:pt x="63" y="14323"/>
                    <a:pt x="1" y="14965"/>
                    <a:pt x="1" y="15592"/>
                  </a:cubicBezTo>
                  <a:cubicBezTo>
                    <a:pt x="48" y="17316"/>
                    <a:pt x="110" y="19041"/>
                    <a:pt x="173" y="20765"/>
                  </a:cubicBezTo>
                  <a:cubicBezTo>
                    <a:pt x="220" y="21831"/>
                    <a:pt x="299" y="22912"/>
                    <a:pt x="534" y="23978"/>
                  </a:cubicBezTo>
                  <a:cubicBezTo>
                    <a:pt x="675" y="24605"/>
                    <a:pt x="973" y="25075"/>
                    <a:pt x="1631" y="25248"/>
                  </a:cubicBezTo>
                  <a:cubicBezTo>
                    <a:pt x="1850" y="25310"/>
                    <a:pt x="2054" y="25420"/>
                    <a:pt x="2274" y="25483"/>
                  </a:cubicBezTo>
                  <a:cubicBezTo>
                    <a:pt x="3245" y="25749"/>
                    <a:pt x="4217" y="26000"/>
                    <a:pt x="5189" y="26266"/>
                  </a:cubicBezTo>
                  <a:cubicBezTo>
                    <a:pt x="5816" y="26423"/>
                    <a:pt x="6443" y="26501"/>
                    <a:pt x="7086" y="26501"/>
                  </a:cubicBezTo>
                  <a:cubicBezTo>
                    <a:pt x="7509" y="26496"/>
                    <a:pt x="7932" y="26495"/>
                    <a:pt x="8355" y="26495"/>
                  </a:cubicBezTo>
                  <a:cubicBezTo>
                    <a:pt x="9202" y="26495"/>
                    <a:pt x="10048" y="26501"/>
                    <a:pt x="10894" y="26501"/>
                  </a:cubicBezTo>
                  <a:cubicBezTo>
                    <a:pt x="10894" y="26454"/>
                    <a:pt x="10894" y="26423"/>
                    <a:pt x="10894" y="26376"/>
                  </a:cubicBezTo>
                  <a:cubicBezTo>
                    <a:pt x="11344" y="26376"/>
                    <a:pt x="11793" y="26383"/>
                    <a:pt x="12242" y="26383"/>
                  </a:cubicBezTo>
                  <a:cubicBezTo>
                    <a:pt x="12467" y="26383"/>
                    <a:pt x="12692" y="26381"/>
                    <a:pt x="12916" y="26376"/>
                  </a:cubicBezTo>
                  <a:cubicBezTo>
                    <a:pt x="14155" y="26360"/>
                    <a:pt x="15409" y="26376"/>
                    <a:pt x="16616" y="26094"/>
                  </a:cubicBezTo>
                  <a:cubicBezTo>
                    <a:pt x="18183" y="25749"/>
                    <a:pt x="19766" y="25530"/>
                    <a:pt x="21349" y="25248"/>
                  </a:cubicBezTo>
                  <a:cubicBezTo>
                    <a:pt x="21584" y="25201"/>
                    <a:pt x="21819" y="25185"/>
                    <a:pt x="21960" y="25012"/>
                  </a:cubicBezTo>
                  <a:cubicBezTo>
                    <a:pt x="22368" y="24558"/>
                    <a:pt x="22729" y="24088"/>
                    <a:pt x="22525" y="23398"/>
                  </a:cubicBezTo>
                  <a:cubicBezTo>
                    <a:pt x="22352" y="22865"/>
                    <a:pt x="22321" y="22285"/>
                    <a:pt x="22415" y="21736"/>
                  </a:cubicBezTo>
                  <a:cubicBezTo>
                    <a:pt x="22587" y="20702"/>
                    <a:pt x="22650" y="19652"/>
                    <a:pt x="22587" y="18617"/>
                  </a:cubicBezTo>
                  <a:cubicBezTo>
                    <a:pt x="22525" y="17379"/>
                    <a:pt x="22525" y="16141"/>
                    <a:pt x="22352" y="14918"/>
                  </a:cubicBezTo>
                  <a:cubicBezTo>
                    <a:pt x="22211" y="13915"/>
                    <a:pt x="22086" y="12912"/>
                    <a:pt x="22227" y="11909"/>
                  </a:cubicBezTo>
                  <a:cubicBezTo>
                    <a:pt x="22290" y="11423"/>
                    <a:pt x="22196" y="11015"/>
                    <a:pt x="22023" y="10608"/>
                  </a:cubicBezTo>
                  <a:cubicBezTo>
                    <a:pt x="21882" y="10279"/>
                    <a:pt x="21600" y="9981"/>
                    <a:pt x="21898" y="9573"/>
                  </a:cubicBezTo>
                  <a:cubicBezTo>
                    <a:pt x="21976" y="9463"/>
                    <a:pt x="21835" y="9291"/>
                    <a:pt x="21710" y="9213"/>
                  </a:cubicBezTo>
                  <a:cubicBezTo>
                    <a:pt x="21553" y="9103"/>
                    <a:pt x="21381" y="9009"/>
                    <a:pt x="21208" y="8946"/>
                  </a:cubicBezTo>
                  <a:cubicBezTo>
                    <a:pt x="20315" y="8601"/>
                    <a:pt x="19750" y="7786"/>
                    <a:pt x="18967" y="7285"/>
                  </a:cubicBezTo>
                  <a:cubicBezTo>
                    <a:pt x="18810" y="7191"/>
                    <a:pt x="18888" y="6893"/>
                    <a:pt x="19076" y="6846"/>
                  </a:cubicBezTo>
                  <a:cubicBezTo>
                    <a:pt x="19578" y="6705"/>
                    <a:pt x="20095" y="6579"/>
                    <a:pt x="20597" y="6501"/>
                  </a:cubicBezTo>
                  <a:cubicBezTo>
                    <a:pt x="20799" y="6469"/>
                    <a:pt x="20974" y="6451"/>
                    <a:pt x="21129" y="6451"/>
                  </a:cubicBezTo>
                  <a:cubicBezTo>
                    <a:pt x="21725" y="6451"/>
                    <a:pt x="22010" y="6716"/>
                    <a:pt x="22384" y="7426"/>
                  </a:cubicBezTo>
                  <a:cubicBezTo>
                    <a:pt x="22901" y="8429"/>
                    <a:pt x="23716" y="8915"/>
                    <a:pt x="24829" y="8915"/>
                  </a:cubicBezTo>
                  <a:cubicBezTo>
                    <a:pt x="25472" y="8915"/>
                    <a:pt x="26098" y="8899"/>
                    <a:pt x="26725" y="8774"/>
                  </a:cubicBezTo>
                  <a:cubicBezTo>
                    <a:pt x="26889" y="8741"/>
                    <a:pt x="27004" y="8720"/>
                    <a:pt x="27092" y="8720"/>
                  </a:cubicBezTo>
                  <a:cubicBezTo>
                    <a:pt x="27299" y="8720"/>
                    <a:pt x="27358" y="8839"/>
                    <a:pt x="27556" y="9213"/>
                  </a:cubicBezTo>
                  <a:cubicBezTo>
                    <a:pt x="27603" y="9307"/>
                    <a:pt x="27650" y="9416"/>
                    <a:pt x="27729" y="9495"/>
                  </a:cubicBezTo>
                  <a:cubicBezTo>
                    <a:pt x="27797" y="9556"/>
                    <a:pt x="27924" y="9585"/>
                    <a:pt x="28056" y="9585"/>
                  </a:cubicBezTo>
                  <a:cubicBezTo>
                    <a:pt x="28226" y="9585"/>
                    <a:pt x="28403" y="9536"/>
                    <a:pt x="28465" y="9448"/>
                  </a:cubicBezTo>
                  <a:cubicBezTo>
                    <a:pt x="28622" y="9244"/>
                    <a:pt x="28622" y="8695"/>
                    <a:pt x="28434" y="8507"/>
                  </a:cubicBezTo>
                  <a:cubicBezTo>
                    <a:pt x="28277" y="8351"/>
                    <a:pt x="28042" y="8257"/>
                    <a:pt x="27917" y="8084"/>
                  </a:cubicBezTo>
                  <a:cubicBezTo>
                    <a:pt x="27647" y="7734"/>
                    <a:pt x="27332" y="7604"/>
                    <a:pt x="26930" y="7604"/>
                  </a:cubicBezTo>
                  <a:cubicBezTo>
                    <a:pt x="26864" y="7604"/>
                    <a:pt x="26796" y="7607"/>
                    <a:pt x="26725" y="7614"/>
                  </a:cubicBezTo>
                  <a:cubicBezTo>
                    <a:pt x="26633" y="7624"/>
                    <a:pt x="26542" y="7629"/>
                    <a:pt x="26451" y="7629"/>
                  </a:cubicBezTo>
                  <a:cubicBezTo>
                    <a:pt x="25983" y="7629"/>
                    <a:pt x="25526" y="7502"/>
                    <a:pt x="25080" y="7332"/>
                  </a:cubicBezTo>
                  <a:cubicBezTo>
                    <a:pt x="24782" y="7222"/>
                    <a:pt x="24562" y="7050"/>
                    <a:pt x="24468" y="6736"/>
                  </a:cubicBezTo>
                  <a:cubicBezTo>
                    <a:pt x="24437" y="6595"/>
                    <a:pt x="24406" y="6438"/>
                    <a:pt x="24359" y="6297"/>
                  </a:cubicBezTo>
                  <a:cubicBezTo>
                    <a:pt x="24233" y="5921"/>
                    <a:pt x="24139" y="5827"/>
                    <a:pt x="23716" y="5827"/>
                  </a:cubicBezTo>
                  <a:cubicBezTo>
                    <a:pt x="23120" y="5827"/>
                    <a:pt x="22525" y="5874"/>
                    <a:pt x="21913" y="5890"/>
                  </a:cubicBezTo>
                  <a:cubicBezTo>
                    <a:pt x="21819" y="5890"/>
                    <a:pt x="21710" y="5811"/>
                    <a:pt x="21647" y="5733"/>
                  </a:cubicBezTo>
                  <a:cubicBezTo>
                    <a:pt x="21569" y="5623"/>
                    <a:pt x="21663" y="5529"/>
                    <a:pt x="21757" y="5467"/>
                  </a:cubicBezTo>
                  <a:cubicBezTo>
                    <a:pt x="22117" y="5216"/>
                    <a:pt x="22493" y="4949"/>
                    <a:pt x="22744" y="4573"/>
                  </a:cubicBezTo>
                  <a:cubicBezTo>
                    <a:pt x="22885" y="4338"/>
                    <a:pt x="22979" y="4087"/>
                    <a:pt x="22807" y="3836"/>
                  </a:cubicBezTo>
                  <a:cubicBezTo>
                    <a:pt x="22689" y="3647"/>
                    <a:pt x="22499" y="3583"/>
                    <a:pt x="22299" y="3583"/>
                  </a:cubicBezTo>
                  <a:cubicBezTo>
                    <a:pt x="22233" y="3583"/>
                    <a:pt x="22167" y="3590"/>
                    <a:pt x="22102" y="3601"/>
                  </a:cubicBezTo>
                  <a:cubicBezTo>
                    <a:pt x="21882" y="3633"/>
                    <a:pt x="21678" y="3742"/>
                    <a:pt x="21475" y="3836"/>
                  </a:cubicBezTo>
                  <a:cubicBezTo>
                    <a:pt x="20503" y="4228"/>
                    <a:pt x="19609" y="4777"/>
                    <a:pt x="18747" y="5372"/>
                  </a:cubicBezTo>
                  <a:cubicBezTo>
                    <a:pt x="18636" y="5445"/>
                    <a:pt x="18534" y="5480"/>
                    <a:pt x="18450" y="5480"/>
                  </a:cubicBezTo>
                  <a:cubicBezTo>
                    <a:pt x="18296" y="5480"/>
                    <a:pt x="18199" y="5365"/>
                    <a:pt x="18199" y="5153"/>
                  </a:cubicBezTo>
                  <a:cubicBezTo>
                    <a:pt x="18183" y="4934"/>
                    <a:pt x="18167" y="4698"/>
                    <a:pt x="18214" y="4495"/>
                  </a:cubicBezTo>
                  <a:cubicBezTo>
                    <a:pt x="18308" y="4072"/>
                    <a:pt x="18167" y="3758"/>
                    <a:pt x="17838" y="3507"/>
                  </a:cubicBezTo>
                  <a:cubicBezTo>
                    <a:pt x="17556" y="3319"/>
                    <a:pt x="17509" y="3053"/>
                    <a:pt x="17509" y="2724"/>
                  </a:cubicBezTo>
                  <a:cubicBezTo>
                    <a:pt x="17509" y="2206"/>
                    <a:pt x="17462" y="1673"/>
                    <a:pt x="17399" y="1156"/>
                  </a:cubicBezTo>
                  <a:cubicBezTo>
                    <a:pt x="17352" y="576"/>
                    <a:pt x="17070" y="216"/>
                    <a:pt x="16521" y="153"/>
                  </a:cubicBezTo>
                  <a:cubicBezTo>
                    <a:pt x="15977" y="103"/>
                    <a:pt x="15427" y="0"/>
                    <a:pt x="1487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28"/>
            <p:cNvSpPr/>
            <p:nvPr/>
          </p:nvSpPr>
          <p:spPr>
            <a:xfrm>
              <a:off x="6936825" y="3457675"/>
              <a:ext cx="56825" cy="50275"/>
            </a:xfrm>
            <a:custGeom>
              <a:avLst/>
              <a:gdLst/>
              <a:ahLst/>
              <a:cxnLst/>
              <a:rect l="l" t="t" r="r" b="b"/>
              <a:pathLst>
                <a:path w="2273" h="2011" extrusionOk="0">
                  <a:moveTo>
                    <a:pt x="1477" y="425"/>
                  </a:moveTo>
                  <a:cubicBezTo>
                    <a:pt x="1623" y="425"/>
                    <a:pt x="1729" y="490"/>
                    <a:pt x="1772" y="631"/>
                  </a:cubicBezTo>
                  <a:cubicBezTo>
                    <a:pt x="1864" y="1032"/>
                    <a:pt x="1517" y="1478"/>
                    <a:pt x="1103" y="1478"/>
                  </a:cubicBezTo>
                  <a:cubicBezTo>
                    <a:pt x="1096" y="1478"/>
                    <a:pt x="1089" y="1478"/>
                    <a:pt x="1082" y="1477"/>
                  </a:cubicBezTo>
                  <a:cubicBezTo>
                    <a:pt x="1019" y="1430"/>
                    <a:pt x="910" y="1368"/>
                    <a:pt x="878" y="1289"/>
                  </a:cubicBezTo>
                  <a:cubicBezTo>
                    <a:pt x="800" y="1117"/>
                    <a:pt x="737" y="929"/>
                    <a:pt x="878" y="772"/>
                  </a:cubicBezTo>
                  <a:cubicBezTo>
                    <a:pt x="1019" y="600"/>
                    <a:pt x="1207" y="459"/>
                    <a:pt x="1427" y="427"/>
                  </a:cubicBezTo>
                  <a:cubicBezTo>
                    <a:pt x="1444" y="426"/>
                    <a:pt x="1461" y="425"/>
                    <a:pt x="1477" y="425"/>
                  </a:cubicBezTo>
                  <a:close/>
                  <a:moveTo>
                    <a:pt x="1387" y="1"/>
                  </a:moveTo>
                  <a:cubicBezTo>
                    <a:pt x="656" y="1"/>
                    <a:pt x="173" y="396"/>
                    <a:pt x="47" y="1383"/>
                  </a:cubicBezTo>
                  <a:cubicBezTo>
                    <a:pt x="0" y="1634"/>
                    <a:pt x="142" y="1807"/>
                    <a:pt x="377" y="1901"/>
                  </a:cubicBezTo>
                  <a:cubicBezTo>
                    <a:pt x="502" y="1948"/>
                    <a:pt x="659" y="1979"/>
                    <a:pt x="737" y="2010"/>
                  </a:cubicBezTo>
                  <a:cubicBezTo>
                    <a:pt x="747" y="2011"/>
                    <a:pt x="756" y="2011"/>
                    <a:pt x="766" y="2011"/>
                  </a:cubicBezTo>
                  <a:cubicBezTo>
                    <a:pt x="1599" y="2011"/>
                    <a:pt x="2273" y="1344"/>
                    <a:pt x="2211" y="631"/>
                  </a:cubicBezTo>
                  <a:cubicBezTo>
                    <a:pt x="2195" y="302"/>
                    <a:pt x="1991" y="67"/>
                    <a:pt x="1678" y="20"/>
                  </a:cubicBezTo>
                  <a:cubicBezTo>
                    <a:pt x="1577" y="7"/>
                    <a:pt x="1480" y="1"/>
                    <a:pt x="13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28"/>
            <p:cNvSpPr/>
            <p:nvPr/>
          </p:nvSpPr>
          <p:spPr>
            <a:xfrm>
              <a:off x="7093575" y="3448975"/>
              <a:ext cx="41550" cy="40225"/>
            </a:xfrm>
            <a:custGeom>
              <a:avLst/>
              <a:gdLst/>
              <a:ahLst/>
              <a:cxnLst/>
              <a:rect l="l" t="t" r="r" b="b"/>
              <a:pathLst>
                <a:path w="1662" h="1609" extrusionOk="0">
                  <a:moveTo>
                    <a:pt x="1124" y="0"/>
                  </a:moveTo>
                  <a:cubicBezTo>
                    <a:pt x="641" y="0"/>
                    <a:pt x="149" y="356"/>
                    <a:pt x="47" y="807"/>
                  </a:cubicBezTo>
                  <a:cubicBezTo>
                    <a:pt x="0" y="1042"/>
                    <a:pt x="63" y="1245"/>
                    <a:pt x="204" y="1434"/>
                  </a:cubicBezTo>
                  <a:cubicBezTo>
                    <a:pt x="303" y="1546"/>
                    <a:pt x="414" y="1608"/>
                    <a:pt x="549" y="1608"/>
                  </a:cubicBezTo>
                  <a:cubicBezTo>
                    <a:pt x="564" y="1608"/>
                    <a:pt x="580" y="1608"/>
                    <a:pt x="596" y="1606"/>
                  </a:cubicBezTo>
                  <a:cubicBezTo>
                    <a:pt x="1113" y="1559"/>
                    <a:pt x="1630" y="979"/>
                    <a:pt x="1646" y="462"/>
                  </a:cubicBezTo>
                  <a:cubicBezTo>
                    <a:pt x="1662" y="258"/>
                    <a:pt x="1458" y="23"/>
                    <a:pt x="1238" y="7"/>
                  </a:cubicBezTo>
                  <a:cubicBezTo>
                    <a:pt x="1200" y="3"/>
                    <a:pt x="1162" y="0"/>
                    <a:pt x="11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28"/>
            <p:cNvSpPr/>
            <p:nvPr/>
          </p:nvSpPr>
          <p:spPr>
            <a:xfrm>
              <a:off x="7217000" y="3498975"/>
              <a:ext cx="45475" cy="47825"/>
            </a:xfrm>
            <a:custGeom>
              <a:avLst/>
              <a:gdLst/>
              <a:ahLst/>
              <a:cxnLst/>
              <a:rect l="l" t="t" r="r" b="b"/>
              <a:pathLst>
                <a:path w="1819" h="1913" extrusionOk="0">
                  <a:moveTo>
                    <a:pt x="1218" y="589"/>
                  </a:moveTo>
                  <a:cubicBezTo>
                    <a:pt x="1231" y="589"/>
                    <a:pt x="1243" y="591"/>
                    <a:pt x="1255" y="593"/>
                  </a:cubicBezTo>
                  <a:cubicBezTo>
                    <a:pt x="1302" y="609"/>
                    <a:pt x="1317" y="703"/>
                    <a:pt x="1349" y="750"/>
                  </a:cubicBezTo>
                  <a:cubicBezTo>
                    <a:pt x="1364" y="985"/>
                    <a:pt x="1317" y="1189"/>
                    <a:pt x="1113" y="1314"/>
                  </a:cubicBezTo>
                  <a:cubicBezTo>
                    <a:pt x="1086" y="1333"/>
                    <a:pt x="1048" y="1340"/>
                    <a:pt x="1008" y="1340"/>
                  </a:cubicBezTo>
                  <a:cubicBezTo>
                    <a:pt x="980" y="1340"/>
                    <a:pt x="951" y="1337"/>
                    <a:pt x="925" y="1330"/>
                  </a:cubicBezTo>
                  <a:cubicBezTo>
                    <a:pt x="894" y="1330"/>
                    <a:pt x="863" y="1267"/>
                    <a:pt x="863" y="1252"/>
                  </a:cubicBezTo>
                  <a:cubicBezTo>
                    <a:pt x="925" y="1048"/>
                    <a:pt x="988" y="844"/>
                    <a:pt x="1066" y="656"/>
                  </a:cubicBezTo>
                  <a:cubicBezTo>
                    <a:pt x="1079" y="617"/>
                    <a:pt x="1156" y="589"/>
                    <a:pt x="1218" y="589"/>
                  </a:cubicBezTo>
                  <a:close/>
                  <a:moveTo>
                    <a:pt x="1226" y="0"/>
                  </a:moveTo>
                  <a:cubicBezTo>
                    <a:pt x="1064" y="0"/>
                    <a:pt x="913" y="83"/>
                    <a:pt x="769" y="186"/>
                  </a:cubicBezTo>
                  <a:cubicBezTo>
                    <a:pt x="455" y="421"/>
                    <a:pt x="267" y="750"/>
                    <a:pt x="110" y="1079"/>
                  </a:cubicBezTo>
                  <a:cubicBezTo>
                    <a:pt x="1" y="1314"/>
                    <a:pt x="79" y="1518"/>
                    <a:pt x="267" y="1691"/>
                  </a:cubicBezTo>
                  <a:cubicBezTo>
                    <a:pt x="447" y="1838"/>
                    <a:pt x="627" y="1912"/>
                    <a:pt x="804" y="1912"/>
                  </a:cubicBezTo>
                  <a:cubicBezTo>
                    <a:pt x="967" y="1912"/>
                    <a:pt x="1128" y="1850"/>
                    <a:pt x="1286" y="1722"/>
                  </a:cubicBezTo>
                  <a:cubicBezTo>
                    <a:pt x="1631" y="1440"/>
                    <a:pt x="1819" y="1095"/>
                    <a:pt x="1787" y="640"/>
                  </a:cubicBezTo>
                  <a:cubicBezTo>
                    <a:pt x="1772" y="405"/>
                    <a:pt x="1709" y="202"/>
                    <a:pt x="1490" y="76"/>
                  </a:cubicBezTo>
                  <a:cubicBezTo>
                    <a:pt x="1398" y="23"/>
                    <a:pt x="1311" y="0"/>
                    <a:pt x="122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28"/>
            <p:cNvSpPr/>
            <p:nvPr/>
          </p:nvSpPr>
          <p:spPr>
            <a:xfrm>
              <a:off x="6912125" y="3363375"/>
              <a:ext cx="38050" cy="27800"/>
            </a:xfrm>
            <a:custGeom>
              <a:avLst/>
              <a:gdLst/>
              <a:ahLst/>
              <a:cxnLst/>
              <a:rect l="l" t="t" r="r" b="b"/>
              <a:pathLst>
                <a:path w="1522" h="1112" extrusionOk="0">
                  <a:moveTo>
                    <a:pt x="805" y="0"/>
                  </a:moveTo>
                  <a:cubicBezTo>
                    <a:pt x="499" y="0"/>
                    <a:pt x="212" y="190"/>
                    <a:pt x="95" y="531"/>
                  </a:cubicBezTo>
                  <a:cubicBezTo>
                    <a:pt x="1" y="798"/>
                    <a:pt x="189" y="1096"/>
                    <a:pt x="456" y="1111"/>
                  </a:cubicBezTo>
                  <a:cubicBezTo>
                    <a:pt x="800" y="1111"/>
                    <a:pt x="1161" y="923"/>
                    <a:pt x="1396" y="625"/>
                  </a:cubicBezTo>
                  <a:cubicBezTo>
                    <a:pt x="1521" y="484"/>
                    <a:pt x="1459" y="328"/>
                    <a:pt x="1349" y="218"/>
                  </a:cubicBezTo>
                  <a:cubicBezTo>
                    <a:pt x="1183" y="70"/>
                    <a:pt x="991" y="0"/>
                    <a:pt x="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28"/>
            <p:cNvSpPr/>
            <p:nvPr/>
          </p:nvSpPr>
          <p:spPr>
            <a:xfrm>
              <a:off x="7175475" y="3356250"/>
              <a:ext cx="23925" cy="24600"/>
            </a:xfrm>
            <a:custGeom>
              <a:avLst/>
              <a:gdLst/>
              <a:ahLst/>
              <a:cxnLst/>
              <a:rect l="l" t="t" r="r" b="b"/>
              <a:pathLst>
                <a:path w="957" h="984" extrusionOk="0">
                  <a:moveTo>
                    <a:pt x="452" y="1"/>
                  </a:moveTo>
                  <a:cubicBezTo>
                    <a:pt x="224" y="1"/>
                    <a:pt x="16" y="278"/>
                    <a:pt x="16" y="644"/>
                  </a:cubicBezTo>
                  <a:cubicBezTo>
                    <a:pt x="0" y="816"/>
                    <a:pt x="94" y="942"/>
                    <a:pt x="251" y="973"/>
                  </a:cubicBezTo>
                  <a:cubicBezTo>
                    <a:pt x="288" y="981"/>
                    <a:pt x="324" y="984"/>
                    <a:pt x="361" y="984"/>
                  </a:cubicBezTo>
                  <a:cubicBezTo>
                    <a:pt x="637" y="984"/>
                    <a:pt x="897" y="785"/>
                    <a:pt x="925" y="550"/>
                  </a:cubicBezTo>
                  <a:cubicBezTo>
                    <a:pt x="956" y="315"/>
                    <a:pt x="705" y="17"/>
                    <a:pt x="470" y="1"/>
                  </a:cubicBezTo>
                  <a:cubicBezTo>
                    <a:pt x="464" y="1"/>
                    <a:pt x="458" y="1"/>
                    <a:pt x="4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28"/>
            <p:cNvSpPr/>
            <p:nvPr/>
          </p:nvSpPr>
          <p:spPr>
            <a:xfrm>
              <a:off x="7342800" y="3370350"/>
              <a:ext cx="22350" cy="21275"/>
            </a:xfrm>
            <a:custGeom>
              <a:avLst/>
              <a:gdLst/>
              <a:ahLst/>
              <a:cxnLst/>
              <a:rect l="l" t="t" r="r" b="b"/>
              <a:pathLst>
                <a:path w="894" h="851" extrusionOk="0">
                  <a:moveTo>
                    <a:pt x="508" y="1"/>
                  </a:moveTo>
                  <a:cubicBezTo>
                    <a:pt x="501" y="1"/>
                    <a:pt x="493" y="1"/>
                    <a:pt x="486" y="2"/>
                  </a:cubicBezTo>
                  <a:cubicBezTo>
                    <a:pt x="204" y="17"/>
                    <a:pt x="0" y="205"/>
                    <a:pt x="0" y="488"/>
                  </a:cubicBezTo>
                  <a:cubicBezTo>
                    <a:pt x="0" y="691"/>
                    <a:pt x="110" y="817"/>
                    <a:pt x="329" y="848"/>
                  </a:cubicBezTo>
                  <a:cubicBezTo>
                    <a:pt x="342" y="850"/>
                    <a:pt x="355" y="850"/>
                    <a:pt x="368" y="850"/>
                  </a:cubicBezTo>
                  <a:cubicBezTo>
                    <a:pt x="624" y="850"/>
                    <a:pt x="894" y="568"/>
                    <a:pt x="894" y="299"/>
                  </a:cubicBezTo>
                  <a:cubicBezTo>
                    <a:pt x="879" y="164"/>
                    <a:pt x="677" y="1"/>
                    <a:pt x="5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28"/>
            <p:cNvSpPr/>
            <p:nvPr/>
          </p:nvSpPr>
          <p:spPr>
            <a:xfrm>
              <a:off x="7136275" y="2994975"/>
              <a:ext cx="20025" cy="18250"/>
            </a:xfrm>
            <a:custGeom>
              <a:avLst/>
              <a:gdLst/>
              <a:ahLst/>
              <a:cxnLst/>
              <a:rect l="l" t="t" r="r" b="b"/>
              <a:pathLst>
                <a:path w="801" h="730" extrusionOk="0">
                  <a:moveTo>
                    <a:pt x="471" y="1"/>
                  </a:moveTo>
                  <a:cubicBezTo>
                    <a:pt x="236" y="1"/>
                    <a:pt x="16" y="157"/>
                    <a:pt x="1" y="361"/>
                  </a:cubicBezTo>
                  <a:cubicBezTo>
                    <a:pt x="1" y="581"/>
                    <a:pt x="157" y="675"/>
                    <a:pt x="346" y="722"/>
                  </a:cubicBezTo>
                  <a:cubicBezTo>
                    <a:pt x="372" y="727"/>
                    <a:pt x="397" y="729"/>
                    <a:pt x="422" y="729"/>
                  </a:cubicBezTo>
                  <a:cubicBezTo>
                    <a:pt x="620" y="729"/>
                    <a:pt x="770" y="570"/>
                    <a:pt x="784" y="361"/>
                  </a:cubicBezTo>
                  <a:cubicBezTo>
                    <a:pt x="800" y="157"/>
                    <a:pt x="659" y="1"/>
                    <a:pt x="4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28"/>
            <p:cNvSpPr/>
            <p:nvPr/>
          </p:nvSpPr>
          <p:spPr>
            <a:xfrm>
              <a:off x="7237025" y="2983600"/>
              <a:ext cx="16050" cy="14975"/>
            </a:xfrm>
            <a:custGeom>
              <a:avLst/>
              <a:gdLst/>
              <a:ahLst/>
              <a:cxnLst/>
              <a:rect l="l" t="t" r="r" b="b"/>
              <a:pathLst>
                <a:path w="642" h="599" extrusionOk="0">
                  <a:moveTo>
                    <a:pt x="337" y="0"/>
                  </a:moveTo>
                  <a:cubicBezTo>
                    <a:pt x="158" y="0"/>
                    <a:pt x="1" y="181"/>
                    <a:pt x="46" y="362"/>
                  </a:cubicBezTo>
                  <a:cubicBezTo>
                    <a:pt x="75" y="507"/>
                    <a:pt x="185" y="598"/>
                    <a:pt x="338" y="598"/>
                  </a:cubicBezTo>
                  <a:cubicBezTo>
                    <a:pt x="350" y="598"/>
                    <a:pt x="363" y="598"/>
                    <a:pt x="375" y="597"/>
                  </a:cubicBezTo>
                  <a:cubicBezTo>
                    <a:pt x="532" y="565"/>
                    <a:pt x="626" y="471"/>
                    <a:pt x="642" y="299"/>
                  </a:cubicBezTo>
                  <a:cubicBezTo>
                    <a:pt x="642" y="158"/>
                    <a:pt x="501" y="17"/>
                    <a:pt x="360" y="1"/>
                  </a:cubicBezTo>
                  <a:cubicBezTo>
                    <a:pt x="352" y="0"/>
                    <a:pt x="345" y="0"/>
                    <a:pt x="3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28"/>
            <p:cNvSpPr/>
            <p:nvPr/>
          </p:nvSpPr>
          <p:spPr>
            <a:xfrm>
              <a:off x="7003825" y="2998150"/>
              <a:ext cx="9425" cy="7000"/>
            </a:xfrm>
            <a:custGeom>
              <a:avLst/>
              <a:gdLst/>
              <a:ahLst/>
              <a:cxnLst/>
              <a:rect l="l" t="t" r="r" b="b"/>
              <a:pathLst>
                <a:path w="377" h="280" extrusionOk="0">
                  <a:moveTo>
                    <a:pt x="168" y="1"/>
                  </a:moveTo>
                  <a:cubicBezTo>
                    <a:pt x="109" y="1"/>
                    <a:pt x="54" y="27"/>
                    <a:pt x="16" y="93"/>
                  </a:cubicBezTo>
                  <a:cubicBezTo>
                    <a:pt x="1" y="124"/>
                    <a:pt x="63" y="218"/>
                    <a:pt x="111" y="250"/>
                  </a:cubicBezTo>
                  <a:cubicBezTo>
                    <a:pt x="148" y="268"/>
                    <a:pt x="187" y="280"/>
                    <a:pt x="226" y="280"/>
                  </a:cubicBezTo>
                  <a:cubicBezTo>
                    <a:pt x="284" y="280"/>
                    <a:pt x="339" y="253"/>
                    <a:pt x="377" y="187"/>
                  </a:cubicBezTo>
                  <a:cubicBezTo>
                    <a:pt x="346" y="140"/>
                    <a:pt x="330" y="62"/>
                    <a:pt x="283" y="30"/>
                  </a:cubicBezTo>
                  <a:cubicBezTo>
                    <a:pt x="246" y="12"/>
                    <a:pt x="206" y="1"/>
                    <a:pt x="1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28"/>
            <p:cNvSpPr/>
            <p:nvPr/>
          </p:nvSpPr>
          <p:spPr>
            <a:xfrm>
              <a:off x="7152350" y="3141700"/>
              <a:ext cx="7075" cy="6900"/>
            </a:xfrm>
            <a:custGeom>
              <a:avLst/>
              <a:gdLst/>
              <a:ahLst/>
              <a:cxnLst/>
              <a:rect l="l" t="t" r="r" b="b"/>
              <a:pathLst>
                <a:path w="283" h="276" extrusionOk="0">
                  <a:moveTo>
                    <a:pt x="135" y="0"/>
                  </a:moveTo>
                  <a:cubicBezTo>
                    <a:pt x="65" y="0"/>
                    <a:pt x="12" y="55"/>
                    <a:pt x="0" y="135"/>
                  </a:cubicBezTo>
                  <a:cubicBezTo>
                    <a:pt x="0" y="182"/>
                    <a:pt x="63" y="229"/>
                    <a:pt x="94" y="276"/>
                  </a:cubicBezTo>
                  <a:cubicBezTo>
                    <a:pt x="157" y="260"/>
                    <a:pt x="251" y="245"/>
                    <a:pt x="267" y="198"/>
                  </a:cubicBezTo>
                  <a:cubicBezTo>
                    <a:pt x="282" y="151"/>
                    <a:pt x="251" y="41"/>
                    <a:pt x="220" y="25"/>
                  </a:cubicBezTo>
                  <a:cubicBezTo>
                    <a:pt x="190" y="8"/>
                    <a:pt x="161" y="0"/>
                    <a:pt x="1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59" name="Google Shape;759;p28"/>
          <p:cNvGrpSpPr/>
          <p:nvPr/>
        </p:nvGrpSpPr>
        <p:grpSpPr>
          <a:xfrm>
            <a:off x="238325" y="3005125"/>
            <a:ext cx="735150" cy="424150"/>
            <a:chOff x="9589700" y="3420525"/>
            <a:chExt cx="735150" cy="424150"/>
          </a:xfrm>
        </p:grpSpPr>
        <p:sp>
          <p:nvSpPr>
            <p:cNvPr id="760" name="Google Shape;760;p28"/>
            <p:cNvSpPr/>
            <p:nvPr/>
          </p:nvSpPr>
          <p:spPr>
            <a:xfrm>
              <a:off x="9589700" y="3420525"/>
              <a:ext cx="735150" cy="424150"/>
            </a:xfrm>
            <a:custGeom>
              <a:avLst/>
              <a:gdLst/>
              <a:ahLst/>
              <a:cxnLst/>
              <a:rect l="l" t="t" r="r" b="b"/>
              <a:pathLst>
                <a:path w="29406" h="16966" extrusionOk="0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28"/>
            <p:cNvSpPr/>
            <p:nvPr/>
          </p:nvSpPr>
          <p:spPr>
            <a:xfrm>
              <a:off x="10025050" y="3507475"/>
              <a:ext cx="107000" cy="155300"/>
            </a:xfrm>
            <a:custGeom>
              <a:avLst/>
              <a:gdLst/>
              <a:ahLst/>
              <a:cxnLst/>
              <a:rect l="l" t="t" r="r" b="b"/>
              <a:pathLst>
                <a:path w="4280" h="6212" extrusionOk="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28"/>
            <p:cNvSpPr/>
            <p:nvPr/>
          </p:nvSpPr>
          <p:spPr>
            <a:xfrm>
              <a:off x="9764075" y="3530325"/>
              <a:ext cx="119150" cy="158800"/>
            </a:xfrm>
            <a:custGeom>
              <a:avLst/>
              <a:gdLst/>
              <a:ahLst/>
              <a:cxnLst/>
              <a:rect l="l" t="t" r="r" b="b"/>
              <a:pathLst>
                <a:path w="4766" h="6352" extrusionOk="0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28"/>
            <p:cNvSpPr/>
            <p:nvPr/>
          </p:nvSpPr>
          <p:spPr>
            <a:xfrm>
              <a:off x="9932575" y="3520100"/>
              <a:ext cx="77225" cy="135250"/>
            </a:xfrm>
            <a:custGeom>
              <a:avLst/>
              <a:gdLst/>
              <a:ahLst/>
              <a:cxnLst/>
              <a:rect l="l" t="t" r="r" b="b"/>
              <a:pathLst>
                <a:path w="3089" h="5410" extrusionOk="0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28"/>
            <p:cNvSpPr/>
            <p:nvPr/>
          </p:nvSpPr>
          <p:spPr>
            <a:xfrm>
              <a:off x="9641425" y="3803025"/>
              <a:ext cx="196350" cy="7875"/>
            </a:xfrm>
            <a:custGeom>
              <a:avLst/>
              <a:gdLst/>
              <a:ahLst/>
              <a:cxnLst/>
              <a:rect l="l" t="t" r="r" b="b"/>
              <a:pathLst>
                <a:path w="7854" h="315" extrusionOk="0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28"/>
            <p:cNvSpPr/>
            <p:nvPr/>
          </p:nvSpPr>
          <p:spPr>
            <a:xfrm>
              <a:off x="9702950" y="3780250"/>
              <a:ext cx="183425" cy="13300"/>
            </a:xfrm>
            <a:custGeom>
              <a:avLst/>
              <a:gdLst/>
              <a:ahLst/>
              <a:cxnLst/>
              <a:rect l="l" t="t" r="r" b="b"/>
              <a:pathLst>
                <a:path w="7337" h="532" extrusionOk="0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28"/>
            <p:cNvSpPr/>
            <p:nvPr/>
          </p:nvSpPr>
          <p:spPr>
            <a:xfrm>
              <a:off x="10197075" y="3481625"/>
              <a:ext cx="51650" cy="87900"/>
            </a:xfrm>
            <a:custGeom>
              <a:avLst/>
              <a:gdLst/>
              <a:ahLst/>
              <a:cxnLst/>
              <a:rect l="l" t="t" r="r" b="b"/>
              <a:pathLst>
                <a:path w="2066" h="3516" extrusionOk="0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7" name="Google Shape;767;p28"/>
          <p:cNvGrpSpPr/>
          <p:nvPr/>
        </p:nvGrpSpPr>
        <p:grpSpPr>
          <a:xfrm rot="-898875">
            <a:off x="7539492" y="1559440"/>
            <a:ext cx="914215" cy="511669"/>
            <a:chOff x="7740925" y="3341850"/>
            <a:chExt cx="914225" cy="511675"/>
          </a:xfrm>
        </p:grpSpPr>
        <p:sp>
          <p:nvSpPr>
            <p:cNvPr id="768" name="Google Shape;768;p28"/>
            <p:cNvSpPr/>
            <p:nvPr/>
          </p:nvSpPr>
          <p:spPr>
            <a:xfrm>
              <a:off x="7740925" y="3341850"/>
              <a:ext cx="914225" cy="511675"/>
            </a:xfrm>
            <a:custGeom>
              <a:avLst/>
              <a:gdLst/>
              <a:ahLst/>
              <a:cxnLst/>
              <a:rect l="l" t="t" r="r" b="b"/>
              <a:pathLst>
                <a:path w="36569" h="20467" extrusionOk="0">
                  <a:moveTo>
                    <a:pt x="3135" y="6299"/>
                  </a:moveTo>
                  <a:lnTo>
                    <a:pt x="3135" y="6299"/>
                  </a:lnTo>
                  <a:cubicBezTo>
                    <a:pt x="3136" y="6304"/>
                    <a:pt x="3136" y="6310"/>
                    <a:pt x="3136" y="6315"/>
                  </a:cubicBezTo>
                  <a:lnTo>
                    <a:pt x="3136" y="6315"/>
                  </a:lnTo>
                  <a:cubicBezTo>
                    <a:pt x="3141" y="6315"/>
                    <a:pt x="3146" y="6314"/>
                    <a:pt x="3151" y="6314"/>
                  </a:cubicBezTo>
                  <a:lnTo>
                    <a:pt x="3135" y="6299"/>
                  </a:lnTo>
                  <a:close/>
                  <a:moveTo>
                    <a:pt x="24142" y="8822"/>
                  </a:moveTo>
                  <a:cubicBezTo>
                    <a:pt x="24394" y="8822"/>
                    <a:pt x="24623" y="8951"/>
                    <a:pt x="24844" y="9073"/>
                  </a:cubicBezTo>
                  <a:cubicBezTo>
                    <a:pt x="25095" y="9198"/>
                    <a:pt x="25157" y="9465"/>
                    <a:pt x="25252" y="9700"/>
                  </a:cubicBezTo>
                  <a:cubicBezTo>
                    <a:pt x="25346" y="9951"/>
                    <a:pt x="25252" y="10170"/>
                    <a:pt x="25048" y="10264"/>
                  </a:cubicBezTo>
                  <a:cubicBezTo>
                    <a:pt x="24995" y="10284"/>
                    <a:pt x="24945" y="10294"/>
                    <a:pt x="24899" y="10294"/>
                  </a:cubicBezTo>
                  <a:cubicBezTo>
                    <a:pt x="24767" y="10294"/>
                    <a:pt x="24663" y="10215"/>
                    <a:pt x="24593" y="10076"/>
                  </a:cubicBezTo>
                  <a:cubicBezTo>
                    <a:pt x="24452" y="9857"/>
                    <a:pt x="24327" y="9637"/>
                    <a:pt x="24170" y="9433"/>
                  </a:cubicBezTo>
                  <a:cubicBezTo>
                    <a:pt x="24045" y="9261"/>
                    <a:pt x="23778" y="9198"/>
                    <a:pt x="23809" y="8900"/>
                  </a:cubicBezTo>
                  <a:cubicBezTo>
                    <a:pt x="23925" y="8845"/>
                    <a:pt x="24036" y="8822"/>
                    <a:pt x="24142" y="8822"/>
                  </a:cubicBezTo>
                  <a:close/>
                  <a:moveTo>
                    <a:pt x="26859" y="4859"/>
                  </a:moveTo>
                  <a:cubicBezTo>
                    <a:pt x="27494" y="4859"/>
                    <a:pt x="28176" y="4959"/>
                    <a:pt x="28747" y="5186"/>
                  </a:cubicBezTo>
                  <a:cubicBezTo>
                    <a:pt x="29170" y="5358"/>
                    <a:pt x="29593" y="5436"/>
                    <a:pt x="30048" y="5452"/>
                  </a:cubicBezTo>
                  <a:cubicBezTo>
                    <a:pt x="31208" y="5483"/>
                    <a:pt x="32305" y="5828"/>
                    <a:pt x="33418" y="6189"/>
                  </a:cubicBezTo>
                  <a:cubicBezTo>
                    <a:pt x="34092" y="6393"/>
                    <a:pt x="34437" y="6910"/>
                    <a:pt x="34782" y="7443"/>
                  </a:cubicBezTo>
                  <a:cubicBezTo>
                    <a:pt x="34938" y="7662"/>
                    <a:pt x="34923" y="7944"/>
                    <a:pt x="34734" y="8179"/>
                  </a:cubicBezTo>
                  <a:cubicBezTo>
                    <a:pt x="34280" y="8775"/>
                    <a:pt x="33778" y="9308"/>
                    <a:pt x="33010" y="9527"/>
                  </a:cubicBezTo>
                  <a:cubicBezTo>
                    <a:pt x="32007" y="9825"/>
                    <a:pt x="30973" y="10013"/>
                    <a:pt x="29938" y="10123"/>
                  </a:cubicBezTo>
                  <a:cubicBezTo>
                    <a:pt x="28966" y="10217"/>
                    <a:pt x="27995" y="10264"/>
                    <a:pt x="27023" y="10327"/>
                  </a:cubicBezTo>
                  <a:cubicBezTo>
                    <a:pt x="26937" y="10335"/>
                    <a:pt x="26846" y="10339"/>
                    <a:pt x="26754" y="10339"/>
                  </a:cubicBezTo>
                  <a:cubicBezTo>
                    <a:pt x="26662" y="10339"/>
                    <a:pt x="26568" y="10335"/>
                    <a:pt x="26474" y="10327"/>
                  </a:cubicBezTo>
                  <a:cubicBezTo>
                    <a:pt x="26004" y="10311"/>
                    <a:pt x="25737" y="9825"/>
                    <a:pt x="25926" y="9355"/>
                  </a:cubicBezTo>
                  <a:cubicBezTo>
                    <a:pt x="25988" y="9198"/>
                    <a:pt x="26129" y="9136"/>
                    <a:pt x="26270" y="9120"/>
                  </a:cubicBezTo>
                  <a:cubicBezTo>
                    <a:pt x="26772" y="9057"/>
                    <a:pt x="27179" y="8791"/>
                    <a:pt x="27509" y="8415"/>
                  </a:cubicBezTo>
                  <a:cubicBezTo>
                    <a:pt x="28057" y="7788"/>
                    <a:pt x="28684" y="7286"/>
                    <a:pt x="29531" y="7082"/>
                  </a:cubicBezTo>
                  <a:cubicBezTo>
                    <a:pt x="29672" y="7051"/>
                    <a:pt x="29797" y="6957"/>
                    <a:pt x="29813" y="6784"/>
                  </a:cubicBezTo>
                  <a:cubicBezTo>
                    <a:pt x="29813" y="6565"/>
                    <a:pt x="29672" y="6408"/>
                    <a:pt x="29484" y="6377"/>
                  </a:cubicBezTo>
                  <a:cubicBezTo>
                    <a:pt x="28919" y="6299"/>
                    <a:pt x="28449" y="5969"/>
                    <a:pt x="27947" y="5734"/>
                  </a:cubicBezTo>
                  <a:cubicBezTo>
                    <a:pt x="27477" y="5499"/>
                    <a:pt x="26991" y="5295"/>
                    <a:pt x="26474" y="5186"/>
                  </a:cubicBezTo>
                  <a:cubicBezTo>
                    <a:pt x="26302" y="5154"/>
                    <a:pt x="26114" y="5139"/>
                    <a:pt x="26035" y="4919"/>
                  </a:cubicBezTo>
                  <a:cubicBezTo>
                    <a:pt x="26290" y="4880"/>
                    <a:pt x="26570" y="4859"/>
                    <a:pt x="26859" y="4859"/>
                  </a:cubicBezTo>
                  <a:close/>
                  <a:moveTo>
                    <a:pt x="20675" y="483"/>
                  </a:moveTo>
                  <a:cubicBezTo>
                    <a:pt x="22665" y="546"/>
                    <a:pt x="24640" y="671"/>
                    <a:pt x="26600" y="969"/>
                  </a:cubicBezTo>
                  <a:cubicBezTo>
                    <a:pt x="28057" y="1189"/>
                    <a:pt x="29421" y="1722"/>
                    <a:pt x="30738" y="2317"/>
                  </a:cubicBezTo>
                  <a:cubicBezTo>
                    <a:pt x="31803" y="2803"/>
                    <a:pt x="32901" y="3179"/>
                    <a:pt x="33825" y="3932"/>
                  </a:cubicBezTo>
                  <a:cubicBezTo>
                    <a:pt x="34311" y="4324"/>
                    <a:pt x="34813" y="4715"/>
                    <a:pt x="35267" y="5154"/>
                  </a:cubicBezTo>
                  <a:cubicBezTo>
                    <a:pt x="35832" y="5734"/>
                    <a:pt x="36239" y="6393"/>
                    <a:pt x="36098" y="7270"/>
                  </a:cubicBezTo>
                  <a:cubicBezTo>
                    <a:pt x="36068" y="7467"/>
                    <a:pt x="36140" y="7694"/>
                    <a:pt x="36173" y="7907"/>
                  </a:cubicBezTo>
                  <a:lnTo>
                    <a:pt x="36173" y="7907"/>
                  </a:lnTo>
                  <a:cubicBezTo>
                    <a:pt x="35744" y="7767"/>
                    <a:pt x="35438" y="7607"/>
                    <a:pt x="35283" y="7067"/>
                  </a:cubicBezTo>
                  <a:cubicBezTo>
                    <a:pt x="35017" y="6220"/>
                    <a:pt x="34405" y="5625"/>
                    <a:pt x="33465" y="5421"/>
                  </a:cubicBezTo>
                  <a:cubicBezTo>
                    <a:pt x="32477" y="5201"/>
                    <a:pt x="31506" y="4935"/>
                    <a:pt x="30487" y="4903"/>
                  </a:cubicBezTo>
                  <a:cubicBezTo>
                    <a:pt x="30079" y="4903"/>
                    <a:pt x="29672" y="4778"/>
                    <a:pt x="29280" y="4668"/>
                  </a:cubicBezTo>
                  <a:cubicBezTo>
                    <a:pt x="28449" y="4449"/>
                    <a:pt x="27603" y="4292"/>
                    <a:pt x="26741" y="4261"/>
                  </a:cubicBezTo>
                  <a:cubicBezTo>
                    <a:pt x="26443" y="4245"/>
                    <a:pt x="26145" y="4182"/>
                    <a:pt x="25847" y="4135"/>
                  </a:cubicBezTo>
                  <a:cubicBezTo>
                    <a:pt x="24938" y="3947"/>
                    <a:pt x="24389" y="3211"/>
                    <a:pt x="24452" y="2270"/>
                  </a:cubicBezTo>
                  <a:cubicBezTo>
                    <a:pt x="24483" y="1988"/>
                    <a:pt x="24687" y="1643"/>
                    <a:pt x="24374" y="1439"/>
                  </a:cubicBezTo>
                  <a:cubicBezTo>
                    <a:pt x="24272" y="1381"/>
                    <a:pt x="24177" y="1356"/>
                    <a:pt x="24087" y="1356"/>
                  </a:cubicBezTo>
                  <a:cubicBezTo>
                    <a:pt x="23818" y="1356"/>
                    <a:pt x="23598" y="1577"/>
                    <a:pt x="23386" y="1753"/>
                  </a:cubicBezTo>
                  <a:cubicBezTo>
                    <a:pt x="23339" y="1800"/>
                    <a:pt x="23308" y="1878"/>
                    <a:pt x="23214" y="1988"/>
                  </a:cubicBezTo>
                  <a:cubicBezTo>
                    <a:pt x="23621" y="2270"/>
                    <a:pt x="23778" y="2709"/>
                    <a:pt x="23935" y="3164"/>
                  </a:cubicBezTo>
                  <a:cubicBezTo>
                    <a:pt x="24076" y="3556"/>
                    <a:pt x="24327" y="3885"/>
                    <a:pt x="24499" y="4261"/>
                  </a:cubicBezTo>
                  <a:cubicBezTo>
                    <a:pt x="24687" y="4684"/>
                    <a:pt x="24781" y="4903"/>
                    <a:pt x="24217" y="5154"/>
                  </a:cubicBezTo>
                  <a:cubicBezTo>
                    <a:pt x="24092" y="5217"/>
                    <a:pt x="23951" y="5280"/>
                    <a:pt x="23841" y="5374"/>
                  </a:cubicBezTo>
                  <a:cubicBezTo>
                    <a:pt x="23715" y="5483"/>
                    <a:pt x="23700" y="5656"/>
                    <a:pt x="23794" y="5781"/>
                  </a:cubicBezTo>
                  <a:cubicBezTo>
                    <a:pt x="23850" y="5851"/>
                    <a:pt x="23982" y="5909"/>
                    <a:pt x="24053" y="5909"/>
                  </a:cubicBezTo>
                  <a:cubicBezTo>
                    <a:pt x="24062" y="5909"/>
                    <a:pt x="24069" y="5908"/>
                    <a:pt x="24076" y="5907"/>
                  </a:cubicBezTo>
                  <a:cubicBezTo>
                    <a:pt x="24463" y="5723"/>
                    <a:pt x="24840" y="5652"/>
                    <a:pt x="25210" y="5652"/>
                  </a:cubicBezTo>
                  <a:cubicBezTo>
                    <a:pt x="26007" y="5652"/>
                    <a:pt x="26774" y="5980"/>
                    <a:pt x="27556" y="6204"/>
                  </a:cubicBezTo>
                  <a:cubicBezTo>
                    <a:pt x="27728" y="6251"/>
                    <a:pt x="27869" y="6393"/>
                    <a:pt x="28026" y="6502"/>
                  </a:cubicBezTo>
                  <a:cubicBezTo>
                    <a:pt x="28245" y="6675"/>
                    <a:pt x="28245" y="6831"/>
                    <a:pt x="28026" y="7051"/>
                  </a:cubicBezTo>
                  <a:cubicBezTo>
                    <a:pt x="27744" y="7349"/>
                    <a:pt x="27446" y="7631"/>
                    <a:pt x="27164" y="7929"/>
                  </a:cubicBezTo>
                  <a:cubicBezTo>
                    <a:pt x="26761" y="8369"/>
                    <a:pt x="26277" y="8577"/>
                    <a:pt x="25737" y="8577"/>
                  </a:cubicBezTo>
                  <a:cubicBezTo>
                    <a:pt x="25605" y="8577"/>
                    <a:pt x="25469" y="8565"/>
                    <a:pt x="25330" y="8540"/>
                  </a:cubicBezTo>
                  <a:cubicBezTo>
                    <a:pt x="24781" y="8446"/>
                    <a:pt x="24233" y="8336"/>
                    <a:pt x="23668" y="8226"/>
                  </a:cubicBezTo>
                  <a:cubicBezTo>
                    <a:pt x="23418" y="8195"/>
                    <a:pt x="23151" y="8132"/>
                    <a:pt x="22900" y="8132"/>
                  </a:cubicBezTo>
                  <a:cubicBezTo>
                    <a:pt x="22890" y="8132"/>
                    <a:pt x="22880" y="8132"/>
                    <a:pt x="22870" y="8132"/>
                  </a:cubicBezTo>
                  <a:cubicBezTo>
                    <a:pt x="22601" y="8132"/>
                    <a:pt x="22381" y="8330"/>
                    <a:pt x="22320" y="8571"/>
                  </a:cubicBezTo>
                  <a:cubicBezTo>
                    <a:pt x="22258" y="8822"/>
                    <a:pt x="22352" y="9026"/>
                    <a:pt x="22556" y="9151"/>
                  </a:cubicBezTo>
                  <a:cubicBezTo>
                    <a:pt x="22775" y="9292"/>
                    <a:pt x="23026" y="9402"/>
                    <a:pt x="23245" y="9527"/>
                  </a:cubicBezTo>
                  <a:cubicBezTo>
                    <a:pt x="23418" y="9606"/>
                    <a:pt x="23590" y="9684"/>
                    <a:pt x="23731" y="9810"/>
                  </a:cubicBezTo>
                  <a:cubicBezTo>
                    <a:pt x="23841" y="9904"/>
                    <a:pt x="23919" y="10060"/>
                    <a:pt x="23841" y="10201"/>
                  </a:cubicBezTo>
                  <a:cubicBezTo>
                    <a:pt x="23794" y="10295"/>
                    <a:pt x="23684" y="10374"/>
                    <a:pt x="23590" y="10390"/>
                  </a:cubicBezTo>
                  <a:cubicBezTo>
                    <a:pt x="23496" y="10404"/>
                    <a:pt x="23401" y="10412"/>
                    <a:pt x="23306" y="10412"/>
                  </a:cubicBezTo>
                  <a:cubicBezTo>
                    <a:pt x="22409" y="10412"/>
                    <a:pt x="21530" y="9764"/>
                    <a:pt x="21317" y="8885"/>
                  </a:cubicBezTo>
                  <a:cubicBezTo>
                    <a:pt x="21286" y="8728"/>
                    <a:pt x="21255" y="8587"/>
                    <a:pt x="21223" y="8446"/>
                  </a:cubicBezTo>
                  <a:cubicBezTo>
                    <a:pt x="21176" y="8289"/>
                    <a:pt x="21051" y="8164"/>
                    <a:pt x="20910" y="8148"/>
                  </a:cubicBezTo>
                  <a:cubicBezTo>
                    <a:pt x="20749" y="8122"/>
                    <a:pt x="20591" y="8107"/>
                    <a:pt x="20435" y="8107"/>
                  </a:cubicBezTo>
                  <a:cubicBezTo>
                    <a:pt x="19938" y="8107"/>
                    <a:pt x="19467" y="8256"/>
                    <a:pt x="19013" y="8650"/>
                  </a:cubicBezTo>
                  <a:cubicBezTo>
                    <a:pt x="19157" y="8701"/>
                    <a:pt x="19289" y="8719"/>
                    <a:pt x="19413" y="8719"/>
                  </a:cubicBezTo>
                  <a:cubicBezTo>
                    <a:pt x="19668" y="8719"/>
                    <a:pt x="19889" y="8645"/>
                    <a:pt x="20110" y="8634"/>
                  </a:cubicBezTo>
                  <a:cubicBezTo>
                    <a:pt x="20455" y="8634"/>
                    <a:pt x="20659" y="8822"/>
                    <a:pt x="20675" y="9183"/>
                  </a:cubicBezTo>
                  <a:cubicBezTo>
                    <a:pt x="20690" y="9386"/>
                    <a:pt x="20596" y="9543"/>
                    <a:pt x="20408" y="9621"/>
                  </a:cubicBezTo>
                  <a:cubicBezTo>
                    <a:pt x="20330" y="9653"/>
                    <a:pt x="20251" y="9668"/>
                    <a:pt x="20189" y="9668"/>
                  </a:cubicBezTo>
                  <a:cubicBezTo>
                    <a:pt x="19327" y="9653"/>
                    <a:pt x="18465" y="9684"/>
                    <a:pt x="17618" y="9480"/>
                  </a:cubicBezTo>
                  <a:cubicBezTo>
                    <a:pt x="17461" y="9449"/>
                    <a:pt x="17320" y="9386"/>
                    <a:pt x="17289" y="9214"/>
                  </a:cubicBezTo>
                  <a:cubicBezTo>
                    <a:pt x="17242" y="9057"/>
                    <a:pt x="17273" y="8916"/>
                    <a:pt x="17399" y="8822"/>
                  </a:cubicBezTo>
                  <a:cubicBezTo>
                    <a:pt x="18057" y="8305"/>
                    <a:pt x="18700" y="7803"/>
                    <a:pt x="19577" y="7725"/>
                  </a:cubicBezTo>
                  <a:cubicBezTo>
                    <a:pt x="19828" y="7694"/>
                    <a:pt x="20079" y="7615"/>
                    <a:pt x="20330" y="7537"/>
                  </a:cubicBezTo>
                  <a:cubicBezTo>
                    <a:pt x="20424" y="7505"/>
                    <a:pt x="20502" y="7411"/>
                    <a:pt x="20596" y="7349"/>
                  </a:cubicBezTo>
                  <a:cubicBezTo>
                    <a:pt x="20297" y="7059"/>
                    <a:pt x="19959" y="6929"/>
                    <a:pt x="19616" y="6929"/>
                  </a:cubicBezTo>
                  <a:cubicBezTo>
                    <a:pt x="19420" y="6929"/>
                    <a:pt x="19222" y="6971"/>
                    <a:pt x="19029" y="7051"/>
                  </a:cubicBezTo>
                  <a:cubicBezTo>
                    <a:pt x="18731" y="7167"/>
                    <a:pt x="18452" y="7221"/>
                    <a:pt x="18186" y="7221"/>
                  </a:cubicBezTo>
                  <a:cubicBezTo>
                    <a:pt x="17625" y="7221"/>
                    <a:pt x="17125" y="6980"/>
                    <a:pt x="16646" y="6565"/>
                  </a:cubicBezTo>
                  <a:cubicBezTo>
                    <a:pt x="16427" y="6361"/>
                    <a:pt x="16145" y="6236"/>
                    <a:pt x="15910" y="6048"/>
                  </a:cubicBezTo>
                  <a:cubicBezTo>
                    <a:pt x="15612" y="5828"/>
                    <a:pt x="15345" y="5546"/>
                    <a:pt x="15251" y="5170"/>
                  </a:cubicBezTo>
                  <a:cubicBezTo>
                    <a:pt x="15126" y="4637"/>
                    <a:pt x="15345" y="4261"/>
                    <a:pt x="15878" y="4198"/>
                  </a:cubicBezTo>
                  <a:cubicBezTo>
                    <a:pt x="16291" y="4135"/>
                    <a:pt x="16702" y="4104"/>
                    <a:pt x="17111" y="4104"/>
                  </a:cubicBezTo>
                  <a:cubicBezTo>
                    <a:pt x="17930" y="4104"/>
                    <a:pt x="18741" y="4229"/>
                    <a:pt x="19546" y="4480"/>
                  </a:cubicBezTo>
                  <a:cubicBezTo>
                    <a:pt x="19656" y="4527"/>
                    <a:pt x="19703" y="4621"/>
                    <a:pt x="19703" y="4747"/>
                  </a:cubicBezTo>
                  <a:cubicBezTo>
                    <a:pt x="19718" y="4888"/>
                    <a:pt x="19593" y="4935"/>
                    <a:pt x="19499" y="4951"/>
                  </a:cubicBezTo>
                  <a:cubicBezTo>
                    <a:pt x="19264" y="4951"/>
                    <a:pt x="19044" y="4935"/>
                    <a:pt x="18825" y="4935"/>
                  </a:cubicBezTo>
                  <a:cubicBezTo>
                    <a:pt x="18700" y="4924"/>
                    <a:pt x="18576" y="4917"/>
                    <a:pt x="18453" y="4917"/>
                  </a:cubicBezTo>
                  <a:cubicBezTo>
                    <a:pt x="18207" y="4917"/>
                    <a:pt x="17963" y="4945"/>
                    <a:pt x="17712" y="5029"/>
                  </a:cubicBezTo>
                  <a:cubicBezTo>
                    <a:pt x="17759" y="5092"/>
                    <a:pt x="17775" y="5139"/>
                    <a:pt x="17791" y="5139"/>
                  </a:cubicBezTo>
                  <a:cubicBezTo>
                    <a:pt x="18872" y="5217"/>
                    <a:pt x="19844" y="5546"/>
                    <a:pt x="20581" y="6393"/>
                  </a:cubicBezTo>
                  <a:cubicBezTo>
                    <a:pt x="20643" y="6471"/>
                    <a:pt x="20784" y="6471"/>
                    <a:pt x="20878" y="6502"/>
                  </a:cubicBezTo>
                  <a:cubicBezTo>
                    <a:pt x="20882" y="6503"/>
                    <a:pt x="20885" y="6503"/>
                    <a:pt x="20889" y="6503"/>
                  </a:cubicBezTo>
                  <a:cubicBezTo>
                    <a:pt x="20970" y="6503"/>
                    <a:pt x="21111" y="6342"/>
                    <a:pt x="21066" y="6267"/>
                  </a:cubicBezTo>
                  <a:cubicBezTo>
                    <a:pt x="21004" y="6142"/>
                    <a:pt x="20925" y="6001"/>
                    <a:pt x="20831" y="5922"/>
                  </a:cubicBezTo>
                  <a:cubicBezTo>
                    <a:pt x="20534" y="5687"/>
                    <a:pt x="20487" y="5452"/>
                    <a:pt x="20722" y="5154"/>
                  </a:cubicBezTo>
                  <a:cubicBezTo>
                    <a:pt x="20878" y="4966"/>
                    <a:pt x="20863" y="4747"/>
                    <a:pt x="20784" y="4512"/>
                  </a:cubicBezTo>
                  <a:cubicBezTo>
                    <a:pt x="20737" y="4371"/>
                    <a:pt x="20706" y="4229"/>
                    <a:pt x="20690" y="4073"/>
                  </a:cubicBezTo>
                  <a:cubicBezTo>
                    <a:pt x="20659" y="3493"/>
                    <a:pt x="20925" y="3070"/>
                    <a:pt x="21490" y="2882"/>
                  </a:cubicBezTo>
                  <a:cubicBezTo>
                    <a:pt x="21772" y="2787"/>
                    <a:pt x="22070" y="2725"/>
                    <a:pt x="22352" y="2646"/>
                  </a:cubicBezTo>
                  <a:cubicBezTo>
                    <a:pt x="22414" y="2631"/>
                    <a:pt x="22461" y="2537"/>
                    <a:pt x="22477" y="2474"/>
                  </a:cubicBezTo>
                  <a:cubicBezTo>
                    <a:pt x="22477" y="2427"/>
                    <a:pt x="22399" y="2333"/>
                    <a:pt x="22367" y="2333"/>
                  </a:cubicBezTo>
                  <a:cubicBezTo>
                    <a:pt x="22246" y="2324"/>
                    <a:pt x="22127" y="2319"/>
                    <a:pt x="22010" y="2319"/>
                  </a:cubicBezTo>
                  <a:cubicBezTo>
                    <a:pt x="21291" y="2319"/>
                    <a:pt x="20651" y="2510"/>
                    <a:pt x="20220" y="3211"/>
                  </a:cubicBezTo>
                  <a:cubicBezTo>
                    <a:pt x="20079" y="3414"/>
                    <a:pt x="19907" y="3493"/>
                    <a:pt x="19656" y="3493"/>
                  </a:cubicBezTo>
                  <a:cubicBezTo>
                    <a:pt x="19555" y="3492"/>
                    <a:pt x="19455" y="3491"/>
                    <a:pt x="19354" y="3491"/>
                  </a:cubicBezTo>
                  <a:cubicBezTo>
                    <a:pt x="17842" y="3491"/>
                    <a:pt x="16344" y="3602"/>
                    <a:pt x="14859" y="3838"/>
                  </a:cubicBezTo>
                  <a:cubicBezTo>
                    <a:pt x="14671" y="3869"/>
                    <a:pt x="14483" y="3885"/>
                    <a:pt x="14358" y="4041"/>
                  </a:cubicBezTo>
                  <a:cubicBezTo>
                    <a:pt x="14169" y="4298"/>
                    <a:pt x="13916" y="4364"/>
                    <a:pt x="13656" y="4364"/>
                  </a:cubicBezTo>
                  <a:cubicBezTo>
                    <a:pt x="13550" y="4364"/>
                    <a:pt x="13443" y="4353"/>
                    <a:pt x="13339" y="4339"/>
                  </a:cubicBezTo>
                  <a:cubicBezTo>
                    <a:pt x="12965" y="4300"/>
                    <a:pt x="12593" y="4283"/>
                    <a:pt x="12221" y="4283"/>
                  </a:cubicBezTo>
                  <a:cubicBezTo>
                    <a:pt x="11097" y="4283"/>
                    <a:pt x="9983" y="4445"/>
                    <a:pt x="8888" y="4668"/>
                  </a:cubicBezTo>
                  <a:cubicBezTo>
                    <a:pt x="8809" y="4684"/>
                    <a:pt x="8731" y="4700"/>
                    <a:pt x="8668" y="4700"/>
                  </a:cubicBezTo>
                  <a:cubicBezTo>
                    <a:pt x="8566" y="4693"/>
                    <a:pt x="8464" y="4689"/>
                    <a:pt x="8363" y="4689"/>
                  </a:cubicBezTo>
                  <a:cubicBezTo>
                    <a:pt x="7100" y="4689"/>
                    <a:pt x="5920" y="5201"/>
                    <a:pt x="4687" y="5389"/>
                  </a:cubicBezTo>
                  <a:cubicBezTo>
                    <a:pt x="4358" y="5436"/>
                    <a:pt x="4044" y="5546"/>
                    <a:pt x="3856" y="5875"/>
                  </a:cubicBezTo>
                  <a:cubicBezTo>
                    <a:pt x="3941" y="5940"/>
                    <a:pt x="4022" y="5962"/>
                    <a:pt x="4102" y="5962"/>
                  </a:cubicBezTo>
                  <a:cubicBezTo>
                    <a:pt x="4273" y="5962"/>
                    <a:pt x="4437" y="5860"/>
                    <a:pt x="4608" y="5860"/>
                  </a:cubicBezTo>
                  <a:cubicBezTo>
                    <a:pt x="4781" y="5860"/>
                    <a:pt x="4985" y="5797"/>
                    <a:pt x="5141" y="5734"/>
                  </a:cubicBezTo>
                  <a:cubicBezTo>
                    <a:pt x="6442" y="5139"/>
                    <a:pt x="7806" y="5045"/>
                    <a:pt x="9185" y="4982"/>
                  </a:cubicBezTo>
                  <a:cubicBezTo>
                    <a:pt x="9265" y="4979"/>
                    <a:pt x="9344" y="4978"/>
                    <a:pt x="9423" y="4978"/>
                  </a:cubicBezTo>
                  <a:cubicBezTo>
                    <a:pt x="9544" y="4978"/>
                    <a:pt x="9665" y="4980"/>
                    <a:pt x="9785" y="4980"/>
                  </a:cubicBezTo>
                  <a:cubicBezTo>
                    <a:pt x="10038" y="4980"/>
                    <a:pt x="10288" y="4972"/>
                    <a:pt x="10533" y="4919"/>
                  </a:cubicBezTo>
                  <a:cubicBezTo>
                    <a:pt x="11646" y="4700"/>
                    <a:pt x="12775" y="4747"/>
                    <a:pt x="13888" y="4715"/>
                  </a:cubicBezTo>
                  <a:cubicBezTo>
                    <a:pt x="13943" y="4714"/>
                    <a:pt x="13993" y="4713"/>
                    <a:pt x="14038" y="4713"/>
                  </a:cubicBezTo>
                  <a:cubicBezTo>
                    <a:pt x="14401" y="4713"/>
                    <a:pt x="14455" y="4788"/>
                    <a:pt x="14609" y="5248"/>
                  </a:cubicBezTo>
                  <a:cubicBezTo>
                    <a:pt x="14797" y="5844"/>
                    <a:pt x="15173" y="6267"/>
                    <a:pt x="15690" y="6612"/>
                  </a:cubicBezTo>
                  <a:cubicBezTo>
                    <a:pt x="16254" y="6988"/>
                    <a:pt x="16787" y="7396"/>
                    <a:pt x="17367" y="7819"/>
                  </a:cubicBezTo>
                  <a:cubicBezTo>
                    <a:pt x="16819" y="8524"/>
                    <a:pt x="16176" y="9183"/>
                    <a:pt x="16176" y="10186"/>
                  </a:cubicBezTo>
                  <a:cubicBezTo>
                    <a:pt x="14577" y="10123"/>
                    <a:pt x="13026" y="10248"/>
                    <a:pt x="11505" y="9700"/>
                  </a:cubicBezTo>
                  <a:cubicBezTo>
                    <a:pt x="10016" y="9183"/>
                    <a:pt x="8464" y="8916"/>
                    <a:pt x="6897" y="8822"/>
                  </a:cubicBezTo>
                  <a:cubicBezTo>
                    <a:pt x="5596" y="8744"/>
                    <a:pt x="4420" y="8211"/>
                    <a:pt x="3198" y="7882"/>
                  </a:cubicBezTo>
                  <a:cubicBezTo>
                    <a:pt x="2900" y="7803"/>
                    <a:pt x="2806" y="7568"/>
                    <a:pt x="2869" y="7255"/>
                  </a:cubicBezTo>
                  <a:cubicBezTo>
                    <a:pt x="2930" y="6931"/>
                    <a:pt x="3159" y="6667"/>
                    <a:pt x="3136" y="6315"/>
                  </a:cubicBezTo>
                  <a:lnTo>
                    <a:pt x="3136" y="6315"/>
                  </a:lnTo>
                  <a:cubicBezTo>
                    <a:pt x="2582" y="6353"/>
                    <a:pt x="2317" y="6787"/>
                    <a:pt x="2006" y="7129"/>
                  </a:cubicBezTo>
                  <a:cubicBezTo>
                    <a:pt x="1865" y="7270"/>
                    <a:pt x="1740" y="7396"/>
                    <a:pt x="1536" y="7396"/>
                  </a:cubicBezTo>
                  <a:cubicBezTo>
                    <a:pt x="1160" y="7396"/>
                    <a:pt x="862" y="7208"/>
                    <a:pt x="800" y="6847"/>
                  </a:cubicBezTo>
                  <a:cubicBezTo>
                    <a:pt x="737" y="6502"/>
                    <a:pt x="737" y="6173"/>
                    <a:pt x="862" y="5860"/>
                  </a:cubicBezTo>
                  <a:cubicBezTo>
                    <a:pt x="1191" y="5076"/>
                    <a:pt x="1677" y="4465"/>
                    <a:pt x="2477" y="4073"/>
                  </a:cubicBezTo>
                  <a:cubicBezTo>
                    <a:pt x="5329" y="2709"/>
                    <a:pt x="8292" y="1706"/>
                    <a:pt x="11411" y="1189"/>
                  </a:cubicBezTo>
                  <a:cubicBezTo>
                    <a:pt x="12540" y="1001"/>
                    <a:pt x="13700" y="922"/>
                    <a:pt x="14859" y="891"/>
                  </a:cubicBezTo>
                  <a:cubicBezTo>
                    <a:pt x="16537" y="828"/>
                    <a:pt x="18214" y="671"/>
                    <a:pt x="19891" y="546"/>
                  </a:cubicBezTo>
                  <a:cubicBezTo>
                    <a:pt x="20157" y="530"/>
                    <a:pt x="20424" y="483"/>
                    <a:pt x="20675" y="483"/>
                  </a:cubicBezTo>
                  <a:close/>
                  <a:moveTo>
                    <a:pt x="17358" y="10132"/>
                  </a:moveTo>
                  <a:cubicBezTo>
                    <a:pt x="17424" y="10132"/>
                    <a:pt x="17491" y="10139"/>
                    <a:pt x="17555" y="10139"/>
                  </a:cubicBezTo>
                  <a:cubicBezTo>
                    <a:pt x="18256" y="10149"/>
                    <a:pt x="18956" y="10189"/>
                    <a:pt x="19656" y="10189"/>
                  </a:cubicBezTo>
                  <a:cubicBezTo>
                    <a:pt x="19991" y="10189"/>
                    <a:pt x="20325" y="10180"/>
                    <a:pt x="20659" y="10154"/>
                  </a:cubicBezTo>
                  <a:cubicBezTo>
                    <a:pt x="20690" y="10151"/>
                    <a:pt x="20722" y="10149"/>
                    <a:pt x="20752" y="10149"/>
                  </a:cubicBezTo>
                  <a:cubicBezTo>
                    <a:pt x="20876" y="10149"/>
                    <a:pt x="20991" y="10179"/>
                    <a:pt x="21066" y="10280"/>
                  </a:cubicBezTo>
                  <a:cubicBezTo>
                    <a:pt x="21098" y="10327"/>
                    <a:pt x="21098" y="10421"/>
                    <a:pt x="21066" y="10468"/>
                  </a:cubicBezTo>
                  <a:cubicBezTo>
                    <a:pt x="21035" y="10515"/>
                    <a:pt x="20941" y="10546"/>
                    <a:pt x="20878" y="10546"/>
                  </a:cubicBezTo>
                  <a:cubicBezTo>
                    <a:pt x="20453" y="10546"/>
                    <a:pt x="20028" y="10554"/>
                    <a:pt x="19603" y="10554"/>
                  </a:cubicBezTo>
                  <a:cubicBezTo>
                    <a:pt x="18805" y="10554"/>
                    <a:pt x="18008" y="10527"/>
                    <a:pt x="17211" y="10374"/>
                  </a:cubicBezTo>
                  <a:cubicBezTo>
                    <a:pt x="17164" y="10374"/>
                    <a:pt x="17101" y="10295"/>
                    <a:pt x="17054" y="10248"/>
                  </a:cubicBezTo>
                  <a:cubicBezTo>
                    <a:pt x="17142" y="10150"/>
                    <a:pt x="17249" y="10132"/>
                    <a:pt x="17358" y="10132"/>
                  </a:cubicBezTo>
                  <a:close/>
                  <a:moveTo>
                    <a:pt x="963" y="7812"/>
                  </a:moveTo>
                  <a:cubicBezTo>
                    <a:pt x="990" y="7812"/>
                    <a:pt x="1020" y="7819"/>
                    <a:pt x="1050" y="7835"/>
                  </a:cubicBezTo>
                  <a:cubicBezTo>
                    <a:pt x="2085" y="8289"/>
                    <a:pt x="3229" y="8383"/>
                    <a:pt x="4264" y="8791"/>
                  </a:cubicBezTo>
                  <a:cubicBezTo>
                    <a:pt x="5329" y="9214"/>
                    <a:pt x="6427" y="9355"/>
                    <a:pt x="7555" y="9449"/>
                  </a:cubicBezTo>
                  <a:cubicBezTo>
                    <a:pt x="8104" y="9512"/>
                    <a:pt x="8652" y="9559"/>
                    <a:pt x="9217" y="9684"/>
                  </a:cubicBezTo>
                  <a:cubicBezTo>
                    <a:pt x="9217" y="9841"/>
                    <a:pt x="9217" y="9935"/>
                    <a:pt x="9201" y="10045"/>
                  </a:cubicBezTo>
                  <a:cubicBezTo>
                    <a:pt x="9154" y="10248"/>
                    <a:pt x="8903" y="10468"/>
                    <a:pt x="9076" y="10672"/>
                  </a:cubicBezTo>
                  <a:cubicBezTo>
                    <a:pt x="9150" y="10756"/>
                    <a:pt x="9222" y="10787"/>
                    <a:pt x="9292" y="10787"/>
                  </a:cubicBezTo>
                  <a:cubicBezTo>
                    <a:pt x="9457" y="10787"/>
                    <a:pt x="9611" y="10612"/>
                    <a:pt x="9765" y="10546"/>
                  </a:cubicBezTo>
                  <a:cubicBezTo>
                    <a:pt x="9942" y="10458"/>
                    <a:pt x="10119" y="10431"/>
                    <a:pt x="10304" y="10431"/>
                  </a:cubicBezTo>
                  <a:cubicBezTo>
                    <a:pt x="10413" y="10431"/>
                    <a:pt x="10526" y="10441"/>
                    <a:pt x="10643" y="10452"/>
                  </a:cubicBezTo>
                  <a:cubicBezTo>
                    <a:pt x="11336" y="10566"/>
                    <a:pt x="12029" y="10646"/>
                    <a:pt x="12734" y="10646"/>
                  </a:cubicBezTo>
                  <a:cubicBezTo>
                    <a:pt x="13002" y="10646"/>
                    <a:pt x="13271" y="10635"/>
                    <a:pt x="13543" y="10609"/>
                  </a:cubicBezTo>
                  <a:cubicBezTo>
                    <a:pt x="13706" y="10593"/>
                    <a:pt x="13870" y="10586"/>
                    <a:pt x="14034" y="10586"/>
                  </a:cubicBezTo>
                  <a:cubicBezTo>
                    <a:pt x="14842" y="10586"/>
                    <a:pt x="15647" y="10755"/>
                    <a:pt x="16443" y="10860"/>
                  </a:cubicBezTo>
                  <a:cubicBezTo>
                    <a:pt x="18041" y="11064"/>
                    <a:pt x="19656" y="11064"/>
                    <a:pt x="21270" y="11079"/>
                  </a:cubicBezTo>
                  <a:cubicBezTo>
                    <a:pt x="21303" y="11080"/>
                    <a:pt x="21335" y="11080"/>
                    <a:pt x="21368" y="11080"/>
                  </a:cubicBezTo>
                  <a:cubicBezTo>
                    <a:pt x="21687" y="11080"/>
                    <a:pt x="22006" y="11043"/>
                    <a:pt x="22325" y="11043"/>
                  </a:cubicBezTo>
                  <a:cubicBezTo>
                    <a:pt x="22569" y="11043"/>
                    <a:pt x="22813" y="11065"/>
                    <a:pt x="23057" y="11142"/>
                  </a:cubicBezTo>
                  <a:cubicBezTo>
                    <a:pt x="23096" y="11161"/>
                    <a:pt x="23147" y="11175"/>
                    <a:pt x="23194" y="11175"/>
                  </a:cubicBezTo>
                  <a:cubicBezTo>
                    <a:pt x="23224" y="11175"/>
                    <a:pt x="23253" y="11170"/>
                    <a:pt x="23277" y="11158"/>
                  </a:cubicBezTo>
                  <a:cubicBezTo>
                    <a:pt x="23896" y="10857"/>
                    <a:pt x="24540" y="10811"/>
                    <a:pt x="25190" y="10811"/>
                  </a:cubicBezTo>
                  <a:cubicBezTo>
                    <a:pt x="25477" y="10811"/>
                    <a:pt x="25765" y="10820"/>
                    <a:pt x="26052" y="10820"/>
                  </a:cubicBezTo>
                  <a:cubicBezTo>
                    <a:pt x="26266" y="10820"/>
                    <a:pt x="26480" y="10815"/>
                    <a:pt x="26694" y="10797"/>
                  </a:cubicBezTo>
                  <a:cubicBezTo>
                    <a:pt x="27775" y="10687"/>
                    <a:pt x="28872" y="10734"/>
                    <a:pt x="29938" y="10593"/>
                  </a:cubicBezTo>
                  <a:cubicBezTo>
                    <a:pt x="31161" y="10437"/>
                    <a:pt x="32368" y="10154"/>
                    <a:pt x="33590" y="9935"/>
                  </a:cubicBezTo>
                  <a:cubicBezTo>
                    <a:pt x="33763" y="9904"/>
                    <a:pt x="33951" y="9825"/>
                    <a:pt x="34123" y="9810"/>
                  </a:cubicBezTo>
                  <a:cubicBezTo>
                    <a:pt x="34131" y="9809"/>
                    <a:pt x="34139" y="9808"/>
                    <a:pt x="34147" y="9808"/>
                  </a:cubicBezTo>
                  <a:cubicBezTo>
                    <a:pt x="34258" y="9808"/>
                    <a:pt x="34326" y="9912"/>
                    <a:pt x="34311" y="10029"/>
                  </a:cubicBezTo>
                  <a:cubicBezTo>
                    <a:pt x="34311" y="10107"/>
                    <a:pt x="34280" y="10186"/>
                    <a:pt x="34249" y="10248"/>
                  </a:cubicBezTo>
                  <a:cubicBezTo>
                    <a:pt x="33402" y="11737"/>
                    <a:pt x="32744" y="13336"/>
                    <a:pt x="31584" y="14637"/>
                  </a:cubicBezTo>
                  <a:cubicBezTo>
                    <a:pt x="30863" y="15468"/>
                    <a:pt x="30032" y="16158"/>
                    <a:pt x="29139" y="16769"/>
                  </a:cubicBezTo>
                  <a:cubicBezTo>
                    <a:pt x="27712" y="17725"/>
                    <a:pt x="27179" y="17976"/>
                    <a:pt x="25565" y="18321"/>
                  </a:cubicBezTo>
                  <a:cubicBezTo>
                    <a:pt x="24828" y="18477"/>
                    <a:pt x="24076" y="18477"/>
                    <a:pt x="23324" y="18524"/>
                  </a:cubicBezTo>
                  <a:cubicBezTo>
                    <a:pt x="22728" y="18556"/>
                    <a:pt x="22132" y="18556"/>
                    <a:pt x="21537" y="18650"/>
                  </a:cubicBezTo>
                  <a:cubicBezTo>
                    <a:pt x="21262" y="18689"/>
                    <a:pt x="20975" y="18722"/>
                    <a:pt x="20690" y="18722"/>
                  </a:cubicBezTo>
                  <a:cubicBezTo>
                    <a:pt x="20521" y="18722"/>
                    <a:pt x="20353" y="18710"/>
                    <a:pt x="20189" y="18681"/>
                  </a:cubicBezTo>
                  <a:cubicBezTo>
                    <a:pt x="19510" y="18571"/>
                    <a:pt x="18832" y="18540"/>
                    <a:pt x="18152" y="18540"/>
                  </a:cubicBezTo>
                  <a:cubicBezTo>
                    <a:pt x="17387" y="18540"/>
                    <a:pt x="16619" y="18579"/>
                    <a:pt x="15847" y="18587"/>
                  </a:cubicBezTo>
                  <a:cubicBezTo>
                    <a:pt x="15408" y="18587"/>
                    <a:pt x="14953" y="18493"/>
                    <a:pt x="14515" y="18415"/>
                  </a:cubicBezTo>
                  <a:cubicBezTo>
                    <a:pt x="13590" y="18242"/>
                    <a:pt x="12681" y="18054"/>
                    <a:pt x="11772" y="17835"/>
                  </a:cubicBezTo>
                  <a:cubicBezTo>
                    <a:pt x="11301" y="17725"/>
                    <a:pt x="10831" y="17584"/>
                    <a:pt x="10377" y="17396"/>
                  </a:cubicBezTo>
                  <a:cubicBezTo>
                    <a:pt x="9420" y="16988"/>
                    <a:pt x="8449" y="16581"/>
                    <a:pt x="7524" y="16095"/>
                  </a:cubicBezTo>
                  <a:cubicBezTo>
                    <a:pt x="6803" y="15719"/>
                    <a:pt x="6113" y="15249"/>
                    <a:pt x="5502" y="14684"/>
                  </a:cubicBezTo>
                  <a:cubicBezTo>
                    <a:pt x="5314" y="14512"/>
                    <a:pt x="5110" y="14355"/>
                    <a:pt x="4906" y="14183"/>
                  </a:cubicBezTo>
                  <a:cubicBezTo>
                    <a:pt x="3449" y="12991"/>
                    <a:pt x="2148" y="11659"/>
                    <a:pt x="1238" y="9982"/>
                  </a:cubicBezTo>
                  <a:cubicBezTo>
                    <a:pt x="909" y="9402"/>
                    <a:pt x="643" y="8775"/>
                    <a:pt x="737" y="8070"/>
                  </a:cubicBezTo>
                  <a:cubicBezTo>
                    <a:pt x="762" y="7931"/>
                    <a:pt x="848" y="7812"/>
                    <a:pt x="963" y="7812"/>
                  </a:cubicBezTo>
                  <a:close/>
                  <a:moveTo>
                    <a:pt x="10631" y="18244"/>
                  </a:moveTo>
                  <a:cubicBezTo>
                    <a:pt x="10691" y="18244"/>
                    <a:pt x="10756" y="18260"/>
                    <a:pt x="10815" y="18274"/>
                  </a:cubicBezTo>
                  <a:cubicBezTo>
                    <a:pt x="12054" y="18556"/>
                    <a:pt x="13292" y="18869"/>
                    <a:pt x="14530" y="19104"/>
                  </a:cubicBezTo>
                  <a:cubicBezTo>
                    <a:pt x="15257" y="19241"/>
                    <a:pt x="15989" y="19287"/>
                    <a:pt x="16723" y="19287"/>
                  </a:cubicBezTo>
                  <a:cubicBezTo>
                    <a:pt x="17255" y="19287"/>
                    <a:pt x="17789" y="19263"/>
                    <a:pt x="18323" y="19230"/>
                  </a:cubicBezTo>
                  <a:cubicBezTo>
                    <a:pt x="18466" y="19217"/>
                    <a:pt x="18604" y="19209"/>
                    <a:pt x="18740" y="19209"/>
                  </a:cubicBezTo>
                  <a:cubicBezTo>
                    <a:pt x="18933" y="19209"/>
                    <a:pt x="19125" y="19224"/>
                    <a:pt x="19327" y="19261"/>
                  </a:cubicBezTo>
                  <a:cubicBezTo>
                    <a:pt x="19743" y="19341"/>
                    <a:pt x="20159" y="19389"/>
                    <a:pt x="20576" y="19389"/>
                  </a:cubicBezTo>
                  <a:cubicBezTo>
                    <a:pt x="20974" y="19389"/>
                    <a:pt x="21373" y="19345"/>
                    <a:pt x="21772" y="19245"/>
                  </a:cubicBezTo>
                  <a:cubicBezTo>
                    <a:pt x="22446" y="19079"/>
                    <a:pt x="23126" y="18996"/>
                    <a:pt x="23807" y="18996"/>
                  </a:cubicBezTo>
                  <a:cubicBezTo>
                    <a:pt x="24339" y="18996"/>
                    <a:pt x="24872" y="19047"/>
                    <a:pt x="25405" y="19148"/>
                  </a:cubicBezTo>
                  <a:lnTo>
                    <a:pt x="25405" y="19148"/>
                  </a:lnTo>
                  <a:cubicBezTo>
                    <a:pt x="25309" y="19501"/>
                    <a:pt x="25059" y="19701"/>
                    <a:pt x="24703" y="19763"/>
                  </a:cubicBezTo>
                  <a:cubicBezTo>
                    <a:pt x="24483" y="19794"/>
                    <a:pt x="24248" y="19810"/>
                    <a:pt x="24029" y="19810"/>
                  </a:cubicBezTo>
                  <a:cubicBezTo>
                    <a:pt x="21787" y="19857"/>
                    <a:pt x="19546" y="19919"/>
                    <a:pt x="17305" y="19919"/>
                  </a:cubicBezTo>
                  <a:cubicBezTo>
                    <a:pt x="17191" y="19921"/>
                    <a:pt x="17077" y="19921"/>
                    <a:pt x="16963" y="19921"/>
                  </a:cubicBezTo>
                  <a:cubicBezTo>
                    <a:pt x="15760" y="19921"/>
                    <a:pt x="14559" y="19849"/>
                    <a:pt x="13370" y="19763"/>
                  </a:cubicBezTo>
                  <a:cubicBezTo>
                    <a:pt x="12665" y="19716"/>
                    <a:pt x="11960" y="19543"/>
                    <a:pt x="11301" y="19277"/>
                  </a:cubicBezTo>
                  <a:cubicBezTo>
                    <a:pt x="11019" y="19167"/>
                    <a:pt x="10753" y="19042"/>
                    <a:pt x="10565" y="18791"/>
                  </a:cubicBezTo>
                  <a:cubicBezTo>
                    <a:pt x="10471" y="18666"/>
                    <a:pt x="10392" y="18524"/>
                    <a:pt x="10439" y="18383"/>
                  </a:cubicBezTo>
                  <a:cubicBezTo>
                    <a:pt x="10476" y="18275"/>
                    <a:pt x="10549" y="18244"/>
                    <a:pt x="10631" y="18244"/>
                  </a:cubicBezTo>
                  <a:close/>
                  <a:moveTo>
                    <a:pt x="21558" y="1"/>
                  </a:moveTo>
                  <a:cubicBezTo>
                    <a:pt x="21197" y="1"/>
                    <a:pt x="20834" y="10"/>
                    <a:pt x="20471" y="29"/>
                  </a:cubicBezTo>
                  <a:cubicBezTo>
                    <a:pt x="20257" y="41"/>
                    <a:pt x="20043" y="44"/>
                    <a:pt x="19827" y="44"/>
                  </a:cubicBezTo>
                  <a:cubicBezTo>
                    <a:pt x="19667" y="44"/>
                    <a:pt x="19505" y="42"/>
                    <a:pt x="19344" y="42"/>
                  </a:cubicBezTo>
                  <a:cubicBezTo>
                    <a:pt x="18898" y="42"/>
                    <a:pt x="18452" y="54"/>
                    <a:pt x="18010" y="138"/>
                  </a:cubicBezTo>
                  <a:cubicBezTo>
                    <a:pt x="17007" y="327"/>
                    <a:pt x="15988" y="405"/>
                    <a:pt x="14985" y="405"/>
                  </a:cubicBezTo>
                  <a:cubicBezTo>
                    <a:pt x="13182" y="405"/>
                    <a:pt x="11411" y="703"/>
                    <a:pt x="9656" y="1110"/>
                  </a:cubicBezTo>
                  <a:cubicBezTo>
                    <a:pt x="7022" y="1737"/>
                    <a:pt x="4467" y="2568"/>
                    <a:pt x="2054" y="3791"/>
                  </a:cubicBezTo>
                  <a:cubicBezTo>
                    <a:pt x="1380" y="4120"/>
                    <a:pt x="862" y="4527"/>
                    <a:pt x="580" y="5248"/>
                  </a:cubicBezTo>
                  <a:cubicBezTo>
                    <a:pt x="502" y="5452"/>
                    <a:pt x="392" y="5656"/>
                    <a:pt x="267" y="5828"/>
                  </a:cubicBezTo>
                  <a:cubicBezTo>
                    <a:pt x="47" y="6126"/>
                    <a:pt x="0" y="6455"/>
                    <a:pt x="16" y="6800"/>
                  </a:cubicBezTo>
                  <a:cubicBezTo>
                    <a:pt x="32" y="7161"/>
                    <a:pt x="32" y="7537"/>
                    <a:pt x="16" y="7913"/>
                  </a:cubicBezTo>
                  <a:cubicBezTo>
                    <a:pt x="0" y="8916"/>
                    <a:pt x="298" y="9841"/>
                    <a:pt x="815" y="10687"/>
                  </a:cubicBezTo>
                  <a:cubicBezTo>
                    <a:pt x="1066" y="11095"/>
                    <a:pt x="1348" y="11487"/>
                    <a:pt x="1630" y="11894"/>
                  </a:cubicBezTo>
                  <a:cubicBezTo>
                    <a:pt x="2743" y="13430"/>
                    <a:pt x="4232" y="14559"/>
                    <a:pt x="5690" y="15734"/>
                  </a:cubicBezTo>
                  <a:cubicBezTo>
                    <a:pt x="6583" y="16455"/>
                    <a:pt x="7571" y="16957"/>
                    <a:pt x="8621" y="17365"/>
                  </a:cubicBezTo>
                  <a:cubicBezTo>
                    <a:pt x="8793" y="17427"/>
                    <a:pt x="8966" y="17506"/>
                    <a:pt x="9154" y="17568"/>
                  </a:cubicBezTo>
                  <a:cubicBezTo>
                    <a:pt x="9499" y="17678"/>
                    <a:pt x="9703" y="17882"/>
                    <a:pt x="9718" y="18305"/>
                  </a:cubicBezTo>
                  <a:cubicBezTo>
                    <a:pt x="9734" y="19073"/>
                    <a:pt x="10220" y="19512"/>
                    <a:pt x="10894" y="19778"/>
                  </a:cubicBezTo>
                  <a:cubicBezTo>
                    <a:pt x="11098" y="19872"/>
                    <a:pt x="11317" y="19919"/>
                    <a:pt x="11536" y="19982"/>
                  </a:cubicBezTo>
                  <a:cubicBezTo>
                    <a:pt x="12822" y="20421"/>
                    <a:pt x="14185" y="20437"/>
                    <a:pt x="15518" y="20452"/>
                  </a:cubicBezTo>
                  <a:cubicBezTo>
                    <a:pt x="16527" y="20459"/>
                    <a:pt x="17533" y="20466"/>
                    <a:pt x="18538" y="20466"/>
                  </a:cubicBezTo>
                  <a:cubicBezTo>
                    <a:pt x="19780" y="20466"/>
                    <a:pt x="21019" y="20456"/>
                    <a:pt x="22258" y="20421"/>
                  </a:cubicBezTo>
                  <a:cubicBezTo>
                    <a:pt x="22329" y="20420"/>
                    <a:pt x="22400" y="20419"/>
                    <a:pt x="22471" y="20419"/>
                  </a:cubicBezTo>
                  <a:cubicBezTo>
                    <a:pt x="22854" y="20419"/>
                    <a:pt x="23236" y="20435"/>
                    <a:pt x="23616" y="20435"/>
                  </a:cubicBezTo>
                  <a:cubicBezTo>
                    <a:pt x="24022" y="20435"/>
                    <a:pt x="24427" y="20417"/>
                    <a:pt x="24828" y="20343"/>
                  </a:cubicBezTo>
                  <a:cubicBezTo>
                    <a:pt x="25267" y="20249"/>
                    <a:pt x="25596" y="20139"/>
                    <a:pt x="25831" y="19731"/>
                  </a:cubicBezTo>
                  <a:cubicBezTo>
                    <a:pt x="26270" y="19026"/>
                    <a:pt x="26772" y="18383"/>
                    <a:pt x="27681" y="18258"/>
                  </a:cubicBezTo>
                  <a:cubicBezTo>
                    <a:pt x="27822" y="18242"/>
                    <a:pt x="27963" y="18133"/>
                    <a:pt x="28089" y="18070"/>
                  </a:cubicBezTo>
                  <a:cubicBezTo>
                    <a:pt x="29186" y="17490"/>
                    <a:pt x="30173" y="16753"/>
                    <a:pt x="31192" y="16048"/>
                  </a:cubicBezTo>
                  <a:cubicBezTo>
                    <a:pt x="31459" y="15844"/>
                    <a:pt x="31678" y="15578"/>
                    <a:pt x="31897" y="15327"/>
                  </a:cubicBezTo>
                  <a:cubicBezTo>
                    <a:pt x="32854" y="14214"/>
                    <a:pt x="33716" y="13038"/>
                    <a:pt x="34139" y="11612"/>
                  </a:cubicBezTo>
                  <a:cubicBezTo>
                    <a:pt x="34155" y="11534"/>
                    <a:pt x="34202" y="11471"/>
                    <a:pt x="34233" y="11408"/>
                  </a:cubicBezTo>
                  <a:cubicBezTo>
                    <a:pt x="34719" y="10609"/>
                    <a:pt x="35205" y="9810"/>
                    <a:pt x="35691" y="9010"/>
                  </a:cubicBezTo>
                  <a:cubicBezTo>
                    <a:pt x="35894" y="8665"/>
                    <a:pt x="36208" y="8352"/>
                    <a:pt x="36192" y="7913"/>
                  </a:cubicBezTo>
                  <a:cubicBezTo>
                    <a:pt x="36191" y="7913"/>
                    <a:pt x="36190" y="7912"/>
                    <a:pt x="36189" y="7912"/>
                  </a:cubicBezTo>
                  <a:lnTo>
                    <a:pt x="36189" y="7912"/>
                  </a:lnTo>
                  <a:cubicBezTo>
                    <a:pt x="36459" y="7539"/>
                    <a:pt x="36475" y="7091"/>
                    <a:pt x="36521" y="6643"/>
                  </a:cubicBezTo>
                  <a:cubicBezTo>
                    <a:pt x="36568" y="6299"/>
                    <a:pt x="36474" y="5969"/>
                    <a:pt x="36286" y="5687"/>
                  </a:cubicBezTo>
                  <a:cubicBezTo>
                    <a:pt x="35346" y="4339"/>
                    <a:pt x="34108" y="3336"/>
                    <a:pt x="32634" y="2615"/>
                  </a:cubicBezTo>
                  <a:cubicBezTo>
                    <a:pt x="31897" y="2255"/>
                    <a:pt x="31114" y="1972"/>
                    <a:pt x="30361" y="1628"/>
                  </a:cubicBezTo>
                  <a:cubicBezTo>
                    <a:pt x="29484" y="1220"/>
                    <a:pt x="28574" y="860"/>
                    <a:pt x="27618" y="671"/>
                  </a:cubicBezTo>
                  <a:cubicBezTo>
                    <a:pt x="25608" y="285"/>
                    <a:pt x="23597" y="1"/>
                    <a:pt x="215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28"/>
            <p:cNvSpPr/>
            <p:nvPr/>
          </p:nvSpPr>
          <p:spPr>
            <a:xfrm>
              <a:off x="8276975" y="3429225"/>
              <a:ext cx="42350" cy="61575"/>
            </a:xfrm>
            <a:custGeom>
              <a:avLst/>
              <a:gdLst/>
              <a:ahLst/>
              <a:cxnLst/>
              <a:rect l="l" t="t" r="r" b="b"/>
              <a:pathLst>
                <a:path w="1694" h="2463" extrusionOk="0">
                  <a:moveTo>
                    <a:pt x="1470" y="0"/>
                  </a:moveTo>
                  <a:cubicBezTo>
                    <a:pt x="1423" y="0"/>
                    <a:pt x="1366" y="23"/>
                    <a:pt x="1333" y="45"/>
                  </a:cubicBezTo>
                  <a:cubicBezTo>
                    <a:pt x="1255" y="123"/>
                    <a:pt x="1176" y="217"/>
                    <a:pt x="1129" y="311"/>
                  </a:cubicBezTo>
                  <a:cubicBezTo>
                    <a:pt x="878" y="891"/>
                    <a:pt x="643" y="1471"/>
                    <a:pt x="142" y="1926"/>
                  </a:cubicBezTo>
                  <a:cubicBezTo>
                    <a:pt x="1" y="2051"/>
                    <a:pt x="63" y="2333"/>
                    <a:pt x="204" y="2412"/>
                  </a:cubicBezTo>
                  <a:cubicBezTo>
                    <a:pt x="270" y="2447"/>
                    <a:pt x="334" y="2463"/>
                    <a:pt x="394" y="2463"/>
                  </a:cubicBezTo>
                  <a:cubicBezTo>
                    <a:pt x="521" y="2463"/>
                    <a:pt x="632" y="2393"/>
                    <a:pt x="706" y="2286"/>
                  </a:cubicBezTo>
                  <a:cubicBezTo>
                    <a:pt x="925" y="1941"/>
                    <a:pt x="1145" y="1597"/>
                    <a:pt x="1317" y="1220"/>
                  </a:cubicBezTo>
                  <a:cubicBezTo>
                    <a:pt x="1474" y="891"/>
                    <a:pt x="1568" y="531"/>
                    <a:pt x="1693" y="217"/>
                  </a:cubicBezTo>
                  <a:cubicBezTo>
                    <a:pt x="1615" y="108"/>
                    <a:pt x="1584" y="29"/>
                    <a:pt x="1521" y="13"/>
                  </a:cubicBezTo>
                  <a:cubicBezTo>
                    <a:pt x="1507" y="4"/>
                    <a:pt x="1489" y="0"/>
                    <a:pt x="14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28"/>
            <p:cNvSpPr/>
            <p:nvPr/>
          </p:nvSpPr>
          <p:spPr>
            <a:xfrm>
              <a:off x="8324775" y="3496700"/>
              <a:ext cx="72125" cy="29400"/>
            </a:xfrm>
            <a:custGeom>
              <a:avLst/>
              <a:gdLst/>
              <a:ahLst/>
              <a:cxnLst/>
              <a:rect l="l" t="t" r="r" b="b"/>
              <a:pathLst>
                <a:path w="2885" h="1176" extrusionOk="0">
                  <a:moveTo>
                    <a:pt x="2014" y="1"/>
                  </a:moveTo>
                  <a:cubicBezTo>
                    <a:pt x="1343" y="1"/>
                    <a:pt x="722" y="236"/>
                    <a:pt x="142" y="637"/>
                  </a:cubicBezTo>
                  <a:cubicBezTo>
                    <a:pt x="1" y="731"/>
                    <a:pt x="17" y="904"/>
                    <a:pt x="95" y="1029"/>
                  </a:cubicBezTo>
                  <a:cubicBezTo>
                    <a:pt x="144" y="1118"/>
                    <a:pt x="224" y="1175"/>
                    <a:pt x="307" y="1175"/>
                  </a:cubicBezTo>
                  <a:cubicBezTo>
                    <a:pt x="357" y="1175"/>
                    <a:pt x="409" y="1155"/>
                    <a:pt x="455" y="1108"/>
                  </a:cubicBezTo>
                  <a:cubicBezTo>
                    <a:pt x="1051" y="606"/>
                    <a:pt x="1772" y="481"/>
                    <a:pt x="2493" y="355"/>
                  </a:cubicBezTo>
                  <a:cubicBezTo>
                    <a:pt x="2634" y="324"/>
                    <a:pt x="2791" y="340"/>
                    <a:pt x="2885" y="214"/>
                  </a:cubicBezTo>
                  <a:cubicBezTo>
                    <a:pt x="2869" y="183"/>
                    <a:pt x="2869" y="120"/>
                    <a:pt x="2854" y="120"/>
                  </a:cubicBezTo>
                  <a:cubicBezTo>
                    <a:pt x="2565" y="39"/>
                    <a:pt x="2285" y="1"/>
                    <a:pt x="201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28"/>
            <p:cNvSpPr/>
            <p:nvPr/>
          </p:nvSpPr>
          <p:spPr>
            <a:xfrm>
              <a:off x="8374975" y="3656425"/>
              <a:ext cx="120675" cy="122225"/>
            </a:xfrm>
            <a:custGeom>
              <a:avLst/>
              <a:gdLst/>
              <a:ahLst/>
              <a:cxnLst/>
              <a:rect l="l" t="t" r="r" b="b"/>
              <a:pathLst>
                <a:path w="4827" h="4889" extrusionOk="0">
                  <a:moveTo>
                    <a:pt x="4673" y="1"/>
                  </a:moveTo>
                  <a:cubicBezTo>
                    <a:pt x="4631" y="1"/>
                    <a:pt x="4588" y="20"/>
                    <a:pt x="4560" y="64"/>
                  </a:cubicBezTo>
                  <a:cubicBezTo>
                    <a:pt x="3965" y="988"/>
                    <a:pt x="3479" y="1913"/>
                    <a:pt x="2711" y="2713"/>
                  </a:cubicBezTo>
                  <a:cubicBezTo>
                    <a:pt x="1959" y="3512"/>
                    <a:pt x="1065" y="4155"/>
                    <a:pt x="109" y="4672"/>
                  </a:cubicBezTo>
                  <a:cubicBezTo>
                    <a:pt x="1" y="4739"/>
                    <a:pt x="67" y="4888"/>
                    <a:pt x="178" y="4888"/>
                  </a:cubicBezTo>
                  <a:cubicBezTo>
                    <a:pt x="196" y="4888"/>
                    <a:pt x="215" y="4884"/>
                    <a:pt x="234" y="4876"/>
                  </a:cubicBezTo>
                  <a:cubicBezTo>
                    <a:pt x="2131" y="3982"/>
                    <a:pt x="4137" y="2211"/>
                    <a:pt x="4796" y="158"/>
                  </a:cubicBezTo>
                  <a:cubicBezTo>
                    <a:pt x="4826" y="66"/>
                    <a:pt x="4751" y="1"/>
                    <a:pt x="46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28"/>
            <p:cNvSpPr/>
            <p:nvPr/>
          </p:nvSpPr>
          <p:spPr>
            <a:xfrm>
              <a:off x="7832150" y="3615725"/>
              <a:ext cx="116025" cy="103800"/>
            </a:xfrm>
            <a:custGeom>
              <a:avLst/>
              <a:gdLst/>
              <a:ahLst/>
              <a:cxnLst/>
              <a:rect l="l" t="t" r="r" b="b"/>
              <a:pathLst>
                <a:path w="4641" h="4152" extrusionOk="0">
                  <a:moveTo>
                    <a:pt x="98" y="1"/>
                  </a:moveTo>
                  <a:cubicBezTo>
                    <a:pt x="50" y="1"/>
                    <a:pt x="0" y="67"/>
                    <a:pt x="35" y="124"/>
                  </a:cubicBezTo>
                  <a:cubicBezTo>
                    <a:pt x="1038" y="1739"/>
                    <a:pt x="2684" y="3337"/>
                    <a:pt x="4439" y="4137"/>
                  </a:cubicBezTo>
                  <a:cubicBezTo>
                    <a:pt x="4459" y="4147"/>
                    <a:pt x="4479" y="4151"/>
                    <a:pt x="4496" y="4151"/>
                  </a:cubicBezTo>
                  <a:cubicBezTo>
                    <a:pt x="4589" y="4151"/>
                    <a:pt x="4641" y="4030"/>
                    <a:pt x="4549" y="3964"/>
                  </a:cubicBezTo>
                  <a:cubicBezTo>
                    <a:pt x="3718" y="3353"/>
                    <a:pt x="2856" y="2820"/>
                    <a:pt x="2104" y="2130"/>
                  </a:cubicBezTo>
                  <a:cubicBezTo>
                    <a:pt x="1383" y="1488"/>
                    <a:pt x="771" y="767"/>
                    <a:pt x="144" y="30"/>
                  </a:cubicBezTo>
                  <a:cubicBezTo>
                    <a:pt x="132" y="9"/>
                    <a:pt x="115" y="1"/>
                    <a:pt x="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28"/>
            <p:cNvSpPr/>
            <p:nvPr/>
          </p:nvSpPr>
          <p:spPr>
            <a:xfrm>
              <a:off x="7937900" y="3685425"/>
              <a:ext cx="98675" cy="63600"/>
            </a:xfrm>
            <a:custGeom>
              <a:avLst/>
              <a:gdLst/>
              <a:ahLst/>
              <a:cxnLst/>
              <a:rect l="l" t="t" r="r" b="b"/>
              <a:pathLst>
                <a:path w="3947" h="2544" extrusionOk="0">
                  <a:moveTo>
                    <a:pt x="120" y="1"/>
                  </a:moveTo>
                  <a:cubicBezTo>
                    <a:pt x="56" y="1"/>
                    <a:pt x="1" y="106"/>
                    <a:pt x="52" y="158"/>
                  </a:cubicBezTo>
                  <a:cubicBezTo>
                    <a:pt x="930" y="1255"/>
                    <a:pt x="2419" y="2164"/>
                    <a:pt x="3752" y="2540"/>
                  </a:cubicBezTo>
                  <a:cubicBezTo>
                    <a:pt x="3762" y="2543"/>
                    <a:pt x="3772" y="2544"/>
                    <a:pt x="3781" y="2544"/>
                  </a:cubicBezTo>
                  <a:cubicBezTo>
                    <a:pt x="3889" y="2544"/>
                    <a:pt x="3946" y="2394"/>
                    <a:pt x="3846" y="2336"/>
                  </a:cubicBezTo>
                  <a:cubicBezTo>
                    <a:pt x="3187" y="2023"/>
                    <a:pt x="2529" y="1725"/>
                    <a:pt x="1902" y="1333"/>
                  </a:cubicBezTo>
                  <a:cubicBezTo>
                    <a:pt x="1291" y="941"/>
                    <a:pt x="742" y="455"/>
                    <a:pt x="162" y="16"/>
                  </a:cubicBezTo>
                  <a:cubicBezTo>
                    <a:pt x="148" y="6"/>
                    <a:pt x="134" y="1"/>
                    <a:pt x="1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" name="Google Shape;738;p28">
            <a:extLst>
              <a:ext uri="{FF2B5EF4-FFF2-40B4-BE49-F238E27FC236}">
                <a16:creationId xmlns:a16="http://schemas.microsoft.com/office/drawing/2014/main" id="{076C5516-9217-4F9C-984B-8C1C480A663B}"/>
              </a:ext>
            </a:extLst>
          </p:cNvPr>
          <p:cNvSpPr/>
          <p:nvPr/>
        </p:nvSpPr>
        <p:spPr>
          <a:xfrm rot="-1799938">
            <a:off x="8393751" y="-924001"/>
            <a:ext cx="1007431" cy="2361808"/>
          </a:xfrm>
          <a:custGeom>
            <a:avLst/>
            <a:gdLst/>
            <a:ahLst/>
            <a:cxnLst/>
            <a:rect l="l" t="t" r="r" b="b"/>
            <a:pathLst>
              <a:path w="13643" h="31983" extrusionOk="0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738;p28">
            <a:extLst>
              <a:ext uri="{FF2B5EF4-FFF2-40B4-BE49-F238E27FC236}">
                <a16:creationId xmlns:a16="http://schemas.microsoft.com/office/drawing/2014/main" id="{BF27E923-2219-453A-9E63-ACB4B7B01B1C}"/>
              </a:ext>
            </a:extLst>
          </p:cNvPr>
          <p:cNvSpPr/>
          <p:nvPr/>
        </p:nvSpPr>
        <p:spPr>
          <a:xfrm rot="9459145">
            <a:off x="-300338" y="3720969"/>
            <a:ext cx="841051" cy="2074193"/>
          </a:xfrm>
          <a:custGeom>
            <a:avLst/>
            <a:gdLst/>
            <a:ahLst/>
            <a:cxnLst/>
            <a:rect l="l" t="t" r="r" b="b"/>
            <a:pathLst>
              <a:path w="13643" h="31983" extrusionOk="0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738;p28">
            <a:extLst>
              <a:ext uri="{FF2B5EF4-FFF2-40B4-BE49-F238E27FC236}">
                <a16:creationId xmlns:a16="http://schemas.microsoft.com/office/drawing/2014/main" id="{15B02080-2432-4F2A-8AC6-BFD061CF4050}"/>
              </a:ext>
            </a:extLst>
          </p:cNvPr>
          <p:cNvSpPr/>
          <p:nvPr/>
        </p:nvSpPr>
        <p:spPr>
          <a:xfrm rot="9459145">
            <a:off x="-615857" y="3889395"/>
            <a:ext cx="841051" cy="2074193"/>
          </a:xfrm>
          <a:custGeom>
            <a:avLst/>
            <a:gdLst/>
            <a:ahLst/>
            <a:cxnLst/>
            <a:rect l="l" t="t" r="r" b="b"/>
            <a:pathLst>
              <a:path w="13643" h="31983" extrusionOk="0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9" name="Google Shape;11;p2">
            <a:extLst>
              <a:ext uri="{FF2B5EF4-FFF2-40B4-BE49-F238E27FC236}">
                <a16:creationId xmlns:a16="http://schemas.microsoft.com/office/drawing/2014/main" id="{B4588375-B74A-4B03-B3A7-114D95CDC5D1}"/>
              </a:ext>
            </a:extLst>
          </p:cNvPr>
          <p:cNvGrpSpPr/>
          <p:nvPr/>
        </p:nvGrpSpPr>
        <p:grpSpPr>
          <a:xfrm>
            <a:off x="1057867" y="321709"/>
            <a:ext cx="172528" cy="254410"/>
            <a:chOff x="5738779" y="2391033"/>
            <a:chExt cx="85397" cy="125927"/>
          </a:xfrm>
        </p:grpSpPr>
        <p:sp>
          <p:nvSpPr>
            <p:cNvPr id="60" name="Google Shape;12;p2">
              <a:extLst>
                <a:ext uri="{FF2B5EF4-FFF2-40B4-BE49-F238E27FC236}">
                  <a16:creationId xmlns:a16="http://schemas.microsoft.com/office/drawing/2014/main" id="{750EEDD9-798D-407D-BC35-2475BADE0E1C}"/>
                </a:ext>
              </a:extLst>
            </p:cNvPr>
            <p:cNvSpPr/>
            <p:nvPr/>
          </p:nvSpPr>
          <p:spPr>
            <a:xfrm>
              <a:off x="5738779" y="2448117"/>
              <a:ext cx="85397" cy="17165"/>
            </a:xfrm>
            <a:custGeom>
              <a:avLst/>
              <a:gdLst/>
              <a:ahLst/>
              <a:cxnLst/>
              <a:rect l="l" t="t" r="r" b="b"/>
              <a:pathLst>
                <a:path w="2796" h="562" extrusionOk="0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13;p2">
              <a:extLst>
                <a:ext uri="{FF2B5EF4-FFF2-40B4-BE49-F238E27FC236}">
                  <a16:creationId xmlns:a16="http://schemas.microsoft.com/office/drawing/2014/main" id="{37ACBA6E-0629-4E0E-BE68-8C76318084C2}"/>
                </a:ext>
              </a:extLst>
            </p:cNvPr>
            <p:cNvSpPr/>
            <p:nvPr/>
          </p:nvSpPr>
          <p:spPr>
            <a:xfrm>
              <a:off x="5768375" y="2391033"/>
              <a:ext cx="27336" cy="125927"/>
            </a:xfrm>
            <a:custGeom>
              <a:avLst/>
              <a:gdLst/>
              <a:ahLst/>
              <a:cxnLst/>
              <a:rect l="l" t="t" r="r" b="b"/>
              <a:pathLst>
                <a:path w="895" h="4123" extrusionOk="0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" name="Google Shape;18;p2">
            <a:extLst>
              <a:ext uri="{FF2B5EF4-FFF2-40B4-BE49-F238E27FC236}">
                <a16:creationId xmlns:a16="http://schemas.microsoft.com/office/drawing/2014/main" id="{7070A23A-228F-4751-B016-19DE1A233326}"/>
              </a:ext>
            </a:extLst>
          </p:cNvPr>
          <p:cNvGrpSpPr/>
          <p:nvPr/>
        </p:nvGrpSpPr>
        <p:grpSpPr>
          <a:xfrm>
            <a:off x="402457" y="1726522"/>
            <a:ext cx="143440" cy="212260"/>
            <a:chOff x="6173278" y="4434517"/>
            <a:chExt cx="58489" cy="86557"/>
          </a:xfrm>
        </p:grpSpPr>
        <p:sp>
          <p:nvSpPr>
            <p:cNvPr id="63" name="Google Shape;19;p2">
              <a:extLst>
                <a:ext uri="{FF2B5EF4-FFF2-40B4-BE49-F238E27FC236}">
                  <a16:creationId xmlns:a16="http://schemas.microsoft.com/office/drawing/2014/main" id="{F0EB11FF-5DE0-443E-9A8A-FA678A037C29}"/>
                </a:ext>
              </a:extLst>
            </p:cNvPr>
            <p:cNvSpPr/>
            <p:nvPr/>
          </p:nvSpPr>
          <p:spPr>
            <a:xfrm>
              <a:off x="6173278" y="4473642"/>
              <a:ext cx="58489" cy="11850"/>
            </a:xfrm>
            <a:custGeom>
              <a:avLst/>
              <a:gdLst/>
              <a:ahLst/>
              <a:cxnLst/>
              <a:rect l="l" t="t" r="r" b="b"/>
              <a:pathLst>
                <a:path w="1915" h="388" extrusionOk="0">
                  <a:moveTo>
                    <a:pt x="836" y="1"/>
                  </a:moveTo>
                  <a:cubicBezTo>
                    <a:pt x="633" y="1"/>
                    <a:pt x="430" y="7"/>
                    <a:pt x="225" y="12"/>
                  </a:cubicBezTo>
                  <a:cubicBezTo>
                    <a:pt x="1" y="25"/>
                    <a:pt x="1" y="372"/>
                    <a:pt x="225" y="372"/>
                  </a:cubicBezTo>
                  <a:cubicBezTo>
                    <a:pt x="451" y="378"/>
                    <a:pt x="675" y="387"/>
                    <a:pt x="899" y="387"/>
                  </a:cubicBezTo>
                  <a:cubicBezTo>
                    <a:pt x="1204" y="387"/>
                    <a:pt x="1507" y="369"/>
                    <a:pt x="1815" y="298"/>
                  </a:cubicBezTo>
                  <a:cubicBezTo>
                    <a:pt x="1914" y="285"/>
                    <a:pt x="1914" y="112"/>
                    <a:pt x="1815" y="87"/>
                  </a:cubicBezTo>
                  <a:cubicBezTo>
                    <a:pt x="1486" y="18"/>
                    <a:pt x="1161" y="1"/>
                    <a:pt x="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0;p2">
              <a:extLst>
                <a:ext uri="{FF2B5EF4-FFF2-40B4-BE49-F238E27FC236}">
                  <a16:creationId xmlns:a16="http://schemas.microsoft.com/office/drawing/2014/main" id="{F908A073-3417-4BED-83A0-C850D55CBA99}"/>
                </a:ext>
              </a:extLst>
            </p:cNvPr>
            <p:cNvSpPr/>
            <p:nvPr/>
          </p:nvSpPr>
          <p:spPr>
            <a:xfrm>
              <a:off x="6193406" y="4434517"/>
              <a:ext cx="18997" cy="86557"/>
            </a:xfrm>
            <a:custGeom>
              <a:avLst/>
              <a:gdLst/>
              <a:ahLst/>
              <a:cxnLst/>
              <a:rect l="l" t="t" r="r" b="b"/>
              <a:pathLst>
                <a:path w="622" h="2834" extrusionOk="0">
                  <a:moveTo>
                    <a:pt x="311" y="1"/>
                  </a:moveTo>
                  <a:cubicBezTo>
                    <a:pt x="243" y="1"/>
                    <a:pt x="174" y="38"/>
                    <a:pt x="162" y="113"/>
                  </a:cubicBezTo>
                  <a:cubicBezTo>
                    <a:pt x="1" y="1007"/>
                    <a:pt x="63" y="1865"/>
                    <a:pt x="212" y="2759"/>
                  </a:cubicBezTo>
                  <a:cubicBezTo>
                    <a:pt x="218" y="2809"/>
                    <a:pt x="265" y="2834"/>
                    <a:pt x="311" y="2834"/>
                  </a:cubicBezTo>
                  <a:cubicBezTo>
                    <a:pt x="358" y="2834"/>
                    <a:pt x="404" y="2809"/>
                    <a:pt x="411" y="2759"/>
                  </a:cubicBezTo>
                  <a:cubicBezTo>
                    <a:pt x="547" y="1865"/>
                    <a:pt x="622" y="1007"/>
                    <a:pt x="460" y="113"/>
                  </a:cubicBezTo>
                  <a:cubicBezTo>
                    <a:pt x="448" y="38"/>
                    <a:pt x="379" y="1"/>
                    <a:pt x="3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5" name="Google Shape;15;p2">
            <a:extLst>
              <a:ext uri="{FF2B5EF4-FFF2-40B4-BE49-F238E27FC236}">
                <a16:creationId xmlns:a16="http://schemas.microsoft.com/office/drawing/2014/main" id="{BC989B80-6721-4B06-A2A5-898E46158A8F}"/>
              </a:ext>
            </a:extLst>
          </p:cNvPr>
          <p:cNvSpPr/>
          <p:nvPr/>
        </p:nvSpPr>
        <p:spPr>
          <a:xfrm>
            <a:off x="1685839" y="398713"/>
            <a:ext cx="104626" cy="80230"/>
          </a:xfrm>
          <a:custGeom>
            <a:avLst/>
            <a:gdLst/>
            <a:ahLst/>
            <a:cxnLst/>
            <a:rect l="l" t="t" r="r" b="b"/>
            <a:pathLst>
              <a:path w="1231" h="946" extrusionOk="0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16;p2">
            <a:extLst>
              <a:ext uri="{FF2B5EF4-FFF2-40B4-BE49-F238E27FC236}">
                <a16:creationId xmlns:a16="http://schemas.microsoft.com/office/drawing/2014/main" id="{D8371EC2-46E1-437B-A13A-F5CA59FC2D20}"/>
              </a:ext>
            </a:extLst>
          </p:cNvPr>
          <p:cNvSpPr/>
          <p:nvPr/>
        </p:nvSpPr>
        <p:spPr>
          <a:xfrm>
            <a:off x="402459" y="198979"/>
            <a:ext cx="143451" cy="111200"/>
          </a:xfrm>
          <a:custGeom>
            <a:avLst/>
            <a:gdLst/>
            <a:ahLst/>
            <a:cxnLst/>
            <a:rect l="l" t="t" r="r" b="b"/>
            <a:pathLst>
              <a:path w="1219" h="945" extrusionOk="0">
                <a:moveTo>
                  <a:pt x="609" y="0"/>
                </a:moveTo>
                <a:cubicBezTo>
                  <a:pt x="1" y="0"/>
                  <a:pt x="1" y="944"/>
                  <a:pt x="609" y="944"/>
                </a:cubicBezTo>
                <a:cubicBezTo>
                  <a:pt x="1218" y="944"/>
                  <a:pt x="1218" y="0"/>
                  <a:pt x="609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16;p2">
            <a:extLst>
              <a:ext uri="{FF2B5EF4-FFF2-40B4-BE49-F238E27FC236}">
                <a16:creationId xmlns:a16="http://schemas.microsoft.com/office/drawing/2014/main" id="{54075B33-A71D-4962-A9B0-4E36FE4D5DC8}"/>
              </a:ext>
            </a:extLst>
          </p:cNvPr>
          <p:cNvSpPr/>
          <p:nvPr/>
        </p:nvSpPr>
        <p:spPr>
          <a:xfrm>
            <a:off x="150999" y="2343955"/>
            <a:ext cx="143451" cy="111200"/>
          </a:xfrm>
          <a:custGeom>
            <a:avLst/>
            <a:gdLst/>
            <a:ahLst/>
            <a:cxnLst/>
            <a:rect l="l" t="t" r="r" b="b"/>
            <a:pathLst>
              <a:path w="1219" h="945" extrusionOk="0">
                <a:moveTo>
                  <a:pt x="609" y="0"/>
                </a:moveTo>
                <a:cubicBezTo>
                  <a:pt x="1" y="0"/>
                  <a:pt x="1" y="944"/>
                  <a:pt x="609" y="944"/>
                </a:cubicBezTo>
                <a:cubicBezTo>
                  <a:pt x="1218" y="944"/>
                  <a:pt x="1218" y="0"/>
                  <a:pt x="609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16;p2">
            <a:extLst>
              <a:ext uri="{FF2B5EF4-FFF2-40B4-BE49-F238E27FC236}">
                <a16:creationId xmlns:a16="http://schemas.microsoft.com/office/drawing/2014/main" id="{5B21A431-93CE-417C-B2C7-1F28B9299436}"/>
              </a:ext>
            </a:extLst>
          </p:cNvPr>
          <p:cNvSpPr/>
          <p:nvPr/>
        </p:nvSpPr>
        <p:spPr>
          <a:xfrm>
            <a:off x="271812" y="1090526"/>
            <a:ext cx="137606" cy="111200"/>
          </a:xfrm>
          <a:custGeom>
            <a:avLst/>
            <a:gdLst/>
            <a:ahLst/>
            <a:cxnLst/>
            <a:rect l="l" t="t" r="r" b="b"/>
            <a:pathLst>
              <a:path w="1219" h="945" extrusionOk="0">
                <a:moveTo>
                  <a:pt x="609" y="0"/>
                </a:moveTo>
                <a:cubicBezTo>
                  <a:pt x="1" y="0"/>
                  <a:pt x="1" y="944"/>
                  <a:pt x="609" y="944"/>
                </a:cubicBezTo>
                <a:cubicBezTo>
                  <a:pt x="1218" y="944"/>
                  <a:pt x="1218" y="0"/>
                  <a:pt x="609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60503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30"/>
          <p:cNvSpPr txBox="1">
            <a:spLocks noGrp="1"/>
          </p:cNvSpPr>
          <p:nvPr>
            <p:ph type="title" idx="3"/>
          </p:nvPr>
        </p:nvSpPr>
        <p:spPr>
          <a:xfrm>
            <a:off x="1350452" y="1909475"/>
            <a:ext cx="762818" cy="5257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807" name="Google Shape;807;p30"/>
          <p:cNvSpPr txBox="1">
            <a:spLocks noGrp="1"/>
          </p:cNvSpPr>
          <p:nvPr>
            <p:ph type="title" idx="3"/>
          </p:nvPr>
        </p:nvSpPr>
        <p:spPr>
          <a:xfrm>
            <a:off x="3042076" y="1301867"/>
            <a:ext cx="762818" cy="5257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808" name="Google Shape;808;p30"/>
          <p:cNvSpPr txBox="1">
            <a:spLocks noGrp="1"/>
          </p:cNvSpPr>
          <p:nvPr>
            <p:ph type="title" idx="3"/>
          </p:nvPr>
        </p:nvSpPr>
        <p:spPr>
          <a:xfrm>
            <a:off x="4580951" y="1901074"/>
            <a:ext cx="762818" cy="5257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812" name="Google Shape;812;p30"/>
          <p:cNvGrpSpPr/>
          <p:nvPr/>
        </p:nvGrpSpPr>
        <p:grpSpPr>
          <a:xfrm>
            <a:off x="7889198" y="3917111"/>
            <a:ext cx="766761" cy="429142"/>
            <a:chOff x="7740925" y="3341850"/>
            <a:chExt cx="914225" cy="511675"/>
          </a:xfrm>
        </p:grpSpPr>
        <p:sp>
          <p:nvSpPr>
            <p:cNvPr id="813" name="Google Shape;813;p30"/>
            <p:cNvSpPr/>
            <p:nvPr/>
          </p:nvSpPr>
          <p:spPr>
            <a:xfrm>
              <a:off x="7740925" y="3341850"/>
              <a:ext cx="914225" cy="511675"/>
            </a:xfrm>
            <a:custGeom>
              <a:avLst/>
              <a:gdLst/>
              <a:ahLst/>
              <a:cxnLst/>
              <a:rect l="l" t="t" r="r" b="b"/>
              <a:pathLst>
                <a:path w="36569" h="20467" extrusionOk="0">
                  <a:moveTo>
                    <a:pt x="3135" y="6299"/>
                  </a:moveTo>
                  <a:lnTo>
                    <a:pt x="3135" y="6299"/>
                  </a:lnTo>
                  <a:cubicBezTo>
                    <a:pt x="3136" y="6304"/>
                    <a:pt x="3136" y="6310"/>
                    <a:pt x="3136" y="6315"/>
                  </a:cubicBezTo>
                  <a:lnTo>
                    <a:pt x="3136" y="6315"/>
                  </a:lnTo>
                  <a:cubicBezTo>
                    <a:pt x="3141" y="6315"/>
                    <a:pt x="3146" y="6314"/>
                    <a:pt x="3151" y="6314"/>
                  </a:cubicBezTo>
                  <a:lnTo>
                    <a:pt x="3135" y="6299"/>
                  </a:lnTo>
                  <a:close/>
                  <a:moveTo>
                    <a:pt x="24142" y="8822"/>
                  </a:moveTo>
                  <a:cubicBezTo>
                    <a:pt x="24394" y="8822"/>
                    <a:pt x="24623" y="8951"/>
                    <a:pt x="24844" y="9073"/>
                  </a:cubicBezTo>
                  <a:cubicBezTo>
                    <a:pt x="25095" y="9198"/>
                    <a:pt x="25157" y="9465"/>
                    <a:pt x="25252" y="9700"/>
                  </a:cubicBezTo>
                  <a:cubicBezTo>
                    <a:pt x="25346" y="9951"/>
                    <a:pt x="25252" y="10170"/>
                    <a:pt x="25048" y="10264"/>
                  </a:cubicBezTo>
                  <a:cubicBezTo>
                    <a:pt x="24995" y="10284"/>
                    <a:pt x="24945" y="10294"/>
                    <a:pt x="24899" y="10294"/>
                  </a:cubicBezTo>
                  <a:cubicBezTo>
                    <a:pt x="24767" y="10294"/>
                    <a:pt x="24663" y="10215"/>
                    <a:pt x="24593" y="10076"/>
                  </a:cubicBezTo>
                  <a:cubicBezTo>
                    <a:pt x="24452" y="9857"/>
                    <a:pt x="24327" y="9637"/>
                    <a:pt x="24170" y="9433"/>
                  </a:cubicBezTo>
                  <a:cubicBezTo>
                    <a:pt x="24045" y="9261"/>
                    <a:pt x="23778" y="9198"/>
                    <a:pt x="23809" y="8900"/>
                  </a:cubicBezTo>
                  <a:cubicBezTo>
                    <a:pt x="23925" y="8845"/>
                    <a:pt x="24036" y="8822"/>
                    <a:pt x="24142" y="8822"/>
                  </a:cubicBezTo>
                  <a:close/>
                  <a:moveTo>
                    <a:pt x="26859" y="4859"/>
                  </a:moveTo>
                  <a:cubicBezTo>
                    <a:pt x="27494" y="4859"/>
                    <a:pt x="28176" y="4959"/>
                    <a:pt x="28747" y="5186"/>
                  </a:cubicBezTo>
                  <a:cubicBezTo>
                    <a:pt x="29170" y="5358"/>
                    <a:pt x="29593" y="5436"/>
                    <a:pt x="30048" y="5452"/>
                  </a:cubicBezTo>
                  <a:cubicBezTo>
                    <a:pt x="31208" y="5483"/>
                    <a:pt x="32305" y="5828"/>
                    <a:pt x="33418" y="6189"/>
                  </a:cubicBezTo>
                  <a:cubicBezTo>
                    <a:pt x="34092" y="6393"/>
                    <a:pt x="34437" y="6910"/>
                    <a:pt x="34782" y="7443"/>
                  </a:cubicBezTo>
                  <a:cubicBezTo>
                    <a:pt x="34938" y="7662"/>
                    <a:pt x="34923" y="7944"/>
                    <a:pt x="34734" y="8179"/>
                  </a:cubicBezTo>
                  <a:cubicBezTo>
                    <a:pt x="34280" y="8775"/>
                    <a:pt x="33778" y="9308"/>
                    <a:pt x="33010" y="9527"/>
                  </a:cubicBezTo>
                  <a:cubicBezTo>
                    <a:pt x="32007" y="9825"/>
                    <a:pt x="30973" y="10013"/>
                    <a:pt x="29938" y="10123"/>
                  </a:cubicBezTo>
                  <a:cubicBezTo>
                    <a:pt x="28966" y="10217"/>
                    <a:pt x="27995" y="10264"/>
                    <a:pt x="27023" y="10327"/>
                  </a:cubicBezTo>
                  <a:cubicBezTo>
                    <a:pt x="26937" y="10335"/>
                    <a:pt x="26846" y="10339"/>
                    <a:pt x="26754" y="10339"/>
                  </a:cubicBezTo>
                  <a:cubicBezTo>
                    <a:pt x="26662" y="10339"/>
                    <a:pt x="26568" y="10335"/>
                    <a:pt x="26474" y="10327"/>
                  </a:cubicBezTo>
                  <a:cubicBezTo>
                    <a:pt x="26004" y="10311"/>
                    <a:pt x="25737" y="9825"/>
                    <a:pt x="25926" y="9355"/>
                  </a:cubicBezTo>
                  <a:cubicBezTo>
                    <a:pt x="25988" y="9198"/>
                    <a:pt x="26129" y="9136"/>
                    <a:pt x="26270" y="9120"/>
                  </a:cubicBezTo>
                  <a:cubicBezTo>
                    <a:pt x="26772" y="9057"/>
                    <a:pt x="27179" y="8791"/>
                    <a:pt x="27509" y="8415"/>
                  </a:cubicBezTo>
                  <a:cubicBezTo>
                    <a:pt x="28057" y="7788"/>
                    <a:pt x="28684" y="7286"/>
                    <a:pt x="29531" y="7082"/>
                  </a:cubicBezTo>
                  <a:cubicBezTo>
                    <a:pt x="29672" y="7051"/>
                    <a:pt x="29797" y="6957"/>
                    <a:pt x="29813" y="6784"/>
                  </a:cubicBezTo>
                  <a:cubicBezTo>
                    <a:pt x="29813" y="6565"/>
                    <a:pt x="29672" y="6408"/>
                    <a:pt x="29484" y="6377"/>
                  </a:cubicBezTo>
                  <a:cubicBezTo>
                    <a:pt x="28919" y="6299"/>
                    <a:pt x="28449" y="5969"/>
                    <a:pt x="27947" y="5734"/>
                  </a:cubicBezTo>
                  <a:cubicBezTo>
                    <a:pt x="27477" y="5499"/>
                    <a:pt x="26991" y="5295"/>
                    <a:pt x="26474" y="5186"/>
                  </a:cubicBezTo>
                  <a:cubicBezTo>
                    <a:pt x="26302" y="5154"/>
                    <a:pt x="26114" y="5139"/>
                    <a:pt x="26035" y="4919"/>
                  </a:cubicBezTo>
                  <a:cubicBezTo>
                    <a:pt x="26290" y="4880"/>
                    <a:pt x="26570" y="4859"/>
                    <a:pt x="26859" y="4859"/>
                  </a:cubicBezTo>
                  <a:close/>
                  <a:moveTo>
                    <a:pt x="20675" y="483"/>
                  </a:moveTo>
                  <a:cubicBezTo>
                    <a:pt x="22665" y="546"/>
                    <a:pt x="24640" y="671"/>
                    <a:pt x="26600" y="969"/>
                  </a:cubicBezTo>
                  <a:cubicBezTo>
                    <a:pt x="28057" y="1189"/>
                    <a:pt x="29421" y="1722"/>
                    <a:pt x="30738" y="2317"/>
                  </a:cubicBezTo>
                  <a:cubicBezTo>
                    <a:pt x="31803" y="2803"/>
                    <a:pt x="32901" y="3179"/>
                    <a:pt x="33825" y="3932"/>
                  </a:cubicBezTo>
                  <a:cubicBezTo>
                    <a:pt x="34311" y="4324"/>
                    <a:pt x="34813" y="4715"/>
                    <a:pt x="35267" y="5154"/>
                  </a:cubicBezTo>
                  <a:cubicBezTo>
                    <a:pt x="35832" y="5734"/>
                    <a:pt x="36239" y="6393"/>
                    <a:pt x="36098" y="7270"/>
                  </a:cubicBezTo>
                  <a:cubicBezTo>
                    <a:pt x="36068" y="7467"/>
                    <a:pt x="36140" y="7694"/>
                    <a:pt x="36173" y="7907"/>
                  </a:cubicBezTo>
                  <a:lnTo>
                    <a:pt x="36173" y="7907"/>
                  </a:lnTo>
                  <a:cubicBezTo>
                    <a:pt x="35744" y="7767"/>
                    <a:pt x="35438" y="7607"/>
                    <a:pt x="35283" y="7067"/>
                  </a:cubicBezTo>
                  <a:cubicBezTo>
                    <a:pt x="35017" y="6220"/>
                    <a:pt x="34405" y="5625"/>
                    <a:pt x="33465" y="5421"/>
                  </a:cubicBezTo>
                  <a:cubicBezTo>
                    <a:pt x="32477" y="5201"/>
                    <a:pt x="31506" y="4935"/>
                    <a:pt x="30487" y="4903"/>
                  </a:cubicBezTo>
                  <a:cubicBezTo>
                    <a:pt x="30079" y="4903"/>
                    <a:pt x="29672" y="4778"/>
                    <a:pt x="29280" y="4668"/>
                  </a:cubicBezTo>
                  <a:cubicBezTo>
                    <a:pt x="28449" y="4449"/>
                    <a:pt x="27603" y="4292"/>
                    <a:pt x="26741" y="4261"/>
                  </a:cubicBezTo>
                  <a:cubicBezTo>
                    <a:pt x="26443" y="4245"/>
                    <a:pt x="26145" y="4182"/>
                    <a:pt x="25847" y="4135"/>
                  </a:cubicBezTo>
                  <a:cubicBezTo>
                    <a:pt x="24938" y="3947"/>
                    <a:pt x="24389" y="3211"/>
                    <a:pt x="24452" y="2270"/>
                  </a:cubicBezTo>
                  <a:cubicBezTo>
                    <a:pt x="24483" y="1988"/>
                    <a:pt x="24687" y="1643"/>
                    <a:pt x="24374" y="1439"/>
                  </a:cubicBezTo>
                  <a:cubicBezTo>
                    <a:pt x="24272" y="1381"/>
                    <a:pt x="24177" y="1356"/>
                    <a:pt x="24087" y="1356"/>
                  </a:cubicBezTo>
                  <a:cubicBezTo>
                    <a:pt x="23818" y="1356"/>
                    <a:pt x="23598" y="1577"/>
                    <a:pt x="23386" y="1753"/>
                  </a:cubicBezTo>
                  <a:cubicBezTo>
                    <a:pt x="23339" y="1800"/>
                    <a:pt x="23308" y="1878"/>
                    <a:pt x="23214" y="1988"/>
                  </a:cubicBezTo>
                  <a:cubicBezTo>
                    <a:pt x="23621" y="2270"/>
                    <a:pt x="23778" y="2709"/>
                    <a:pt x="23935" y="3164"/>
                  </a:cubicBezTo>
                  <a:cubicBezTo>
                    <a:pt x="24076" y="3556"/>
                    <a:pt x="24327" y="3885"/>
                    <a:pt x="24499" y="4261"/>
                  </a:cubicBezTo>
                  <a:cubicBezTo>
                    <a:pt x="24687" y="4684"/>
                    <a:pt x="24781" y="4903"/>
                    <a:pt x="24217" y="5154"/>
                  </a:cubicBezTo>
                  <a:cubicBezTo>
                    <a:pt x="24092" y="5217"/>
                    <a:pt x="23951" y="5280"/>
                    <a:pt x="23841" y="5374"/>
                  </a:cubicBezTo>
                  <a:cubicBezTo>
                    <a:pt x="23715" y="5483"/>
                    <a:pt x="23700" y="5656"/>
                    <a:pt x="23794" y="5781"/>
                  </a:cubicBezTo>
                  <a:cubicBezTo>
                    <a:pt x="23850" y="5851"/>
                    <a:pt x="23982" y="5909"/>
                    <a:pt x="24053" y="5909"/>
                  </a:cubicBezTo>
                  <a:cubicBezTo>
                    <a:pt x="24062" y="5909"/>
                    <a:pt x="24069" y="5908"/>
                    <a:pt x="24076" y="5907"/>
                  </a:cubicBezTo>
                  <a:cubicBezTo>
                    <a:pt x="24463" y="5723"/>
                    <a:pt x="24840" y="5652"/>
                    <a:pt x="25210" y="5652"/>
                  </a:cubicBezTo>
                  <a:cubicBezTo>
                    <a:pt x="26007" y="5652"/>
                    <a:pt x="26774" y="5980"/>
                    <a:pt x="27556" y="6204"/>
                  </a:cubicBezTo>
                  <a:cubicBezTo>
                    <a:pt x="27728" y="6251"/>
                    <a:pt x="27869" y="6393"/>
                    <a:pt x="28026" y="6502"/>
                  </a:cubicBezTo>
                  <a:cubicBezTo>
                    <a:pt x="28245" y="6675"/>
                    <a:pt x="28245" y="6831"/>
                    <a:pt x="28026" y="7051"/>
                  </a:cubicBezTo>
                  <a:cubicBezTo>
                    <a:pt x="27744" y="7349"/>
                    <a:pt x="27446" y="7631"/>
                    <a:pt x="27164" y="7929"/>
                  </a:cubicBezTo>
                  <a:cubicBezTo>
                    <a:pt x="26761" y="8369"/>
                    <a:pt x="26277" y="8577"/>
                    <a:pt x="25737" y="8577"/>
                  </a:cubicBezTo>
                  <a:cubicBezTo>
                    <a:pt x="25605" y="8577"/>
                    <a:pt x="25469" y="8565"/>
                    <a:pt x="25330" y="8540"/>
                  </a:cubicBezTo>
                  <a:cubicBezTo>
                    <a:pt x="24781" y="8446"/>
                    <a:pt x="24233" y="8336"/>
                    <a:pt x="23668" y="8226"/>
                  </a:cubicBezTo>
                  <a:cubicBezTo>
                    <a:pt x="23418" y="8195"/>
                    <a:pt x="23151" y="8132"/>
                    <a:pt x="22900" y="8132"/>
                  </a:cubicBezTo>
                  <a:cubicBezTo>
                    <a:pt x="22890" y="8132"/>
                    <a:pt x="22880" y="8132"/>
                    <a:pt x="22870" y="8132"/>
                  </a:cubicBezTo>
                  <a:cubicBezTo>
                    <a:pt x="22601" y="8132"/>
                    <a:pt x="22381" y="8330"/>
                    <a:pt x="22320" y="8571"/>
                  </a:cubicBezTo>
                  <a:cubicBezTo>
                    <a:pt x="22258" y="8822"/>
                    <a:pt x="22352" y="9026"/>
                    <a:pt x="22556" y="9151"/>
                  </a:cubicBezTo>
                  <a:cubicBezTo>
                    <a:pt x="22775" y="9292"/>
                    <a:pt x="23026" y="9402"/>
                    <a:pt x="23245" y="9527"/>
                  </a:cubicBezTo>
                  <a:cubicBezTo>
                    <a:pt x="23418" y="9606"/>
                    <a:pt x="23590" y="9684"/>
                    <a:pt x="23731" y="9810"/>
                  </a:cubicBezTo>
                  <a:cubicBezTo>
                    <a:pt x="23841" y="9904"/>
                    <a:pt x="23919" y="10060"/>
                    <a:pt x="23841" y="10201"/>
                  </a:cubicBezTo>
                  <a:cubicBezTo>
                    <a:pt x="23794" y="10295"/>
                    <a:pt x="23684" y="10374"/>
                    <a:pt x="23590" y="10390"/>
                  </a:cubicBezTo>
                  <a:cubicBezTo>
                    <a:pt x="23496" y="10404"/>
                    <a:pt x="23401" y="10412"/>
                    <a:pt x="23306" y="10412"/>
                  </a:cubicBezTo>
                  <a:cubicBezTo>
                    <a:pt x="22409" y="10412"/>
                    <a:pt x="21530" y="9764"/>
                    <a:pt x="21317" y="8885"/>
                  </a:cubicBezTo>
                  <a:cubicBezTo>
                    <a:pt x="21286" y="8728"/>
                    <a:pt x="21255" y="8587"/>
                    <a:pt x="21223" y="8446"/>
                  </a:cubicBezTo>
                  <a:cubicBezTo>
                    <a:pt x="21176" y="8289"/>
                    <a:pt x="21051" y="8164"/>
                    <a:pt x="20910" y="8148"/>
                  </a:cubicBezTo>
                  <a:cubicBezTo>
                    <a:pt x="20749" y="8122"/>
                    <a:pt x="20591" y="8107"/>
                    <a:pt x="20435" y="8107"/>
                  </a:cubicBezTo>
                  <a:cubicBezTo>
                    <a:pt x="19938" y="8107"/>
                    <a:pt x="19467" y="8256"/>
                    <a:pt x="19013" y="8650"/>
                  </a:cubicBezTo>
                  <a:cubicBezTo>
                    <a:pt x="19157" y="8701"/>
                    <a:pt x="19289" y="8719"/>
                    <a:pt x="19413" y="8719"/>
                  </a:cubicBezTo>
                  <a:cubicBezTo>
                    <a:pt x="19668" y="8719"/>
                    <a:pt x="19889" y="8645"/>
                    <a:pt x="20110" y="8634"/>
                  </a:cubicBezTo>
                  <a:cubicBezTo>
                    <a:pt x="20455" y="8634"/>
                    <a:pt x="20659" y="8822"/>
                    <a:pt x="20675" y="9183"/>
                  </a:cubicBezTo>
                  <a:cubicBezTo>
                    <a:pt x="20690" y="9386"/>
                    <a:pt x="20596" y="9543"/>
                    <a:pt x="20408" y="9621"/>
                  </a:cubicBezTo>
                  <a:cubicBezTo>
                    <a:pt x="20330" y="9653"/>
                    <a:pt x="20251" y="9668"/>
                    <a:pt x="20189" y="9668"/>
                  </a:cubicBezTo>
                  <a:cubicBezTo>
                    <a:pt x="19327" y="9653"/>
                    <a:pt x="18465" y="9684"/>
                    <a:pt x="17618" y="9480"/>
                  </a:cubicBezTo>
                  <a:cubicBezTo>
                    <a:pt x="17461" y="9449"/>
                    <a:pt x="17320" y="9386"/>
                    <a:pt x="17289" y="9214"/>
                  </a:cubicBezTo>
                  <a:cubicBezTo>
                    <a:pt x="17242" y="9057"/>
                    <a:pt x="17273" y="8916"/>
                    <a:pt x="17399" y="8822"/>
                  </a:cubicBezTo>
                  <a:cubicBezTo>
                    <a:pt x="18057" y="8305"/>
                    <a:pt x="18700" y="7803"/>
                    <a:pt x="19577" y="7725"/>
                  </a:cubicBezTo>
                  <a:cubicBezTo>
                    <a:pt x="19828" y="7694"/>
                    <a:pt x="20079" y="7615"/>
                    <a:pt x="20330" y="7537"/>
                  </a:cubicBezTo>
                  <a:cubicBezTo>
                    <a:pt x="20424" y="7505"/>
                    <a:pt x="20502" y="7411"/>
                    <a:pt x="20596" y="7349"/>
                  </a:cubicBezTo>
                  <a:cubicBezTo>
                    <a:pt x="20297" y="7059"/>
                    <a:pt x="19959" y="6929"/>
                    <a:pt x="19616" y="6929"/>
                  </a:cubicBezTo>
                  <a:cubicBezTo>
                    <a:pt x="19420" y="6929"/>
                    <a:pt x="19222" y="6971"/>
                    <a:pt x="19029" y="7051"/>
                  </a:cubicBezTo>
                  <a:cubicBezTo>
                    <a:pt x="18731" y="7167"/>
                    <a:pt x="18452" y="7221"/>
                    <a:pt x="18186" y="7221"/>
                  </a:cubicBezTo>
                  <a:cubicBezTo>
                    <a:pt x="17625" y="7221"/>
                    <a:pt x="17125" y="6980"/>
                    <a:pt x="16646" y="6565"/>
                  </a:cubicBezTo>
                  <a:cubicBezTo>
                    <a:pt x="16427" y="6361"/>
                    <a:pt x="16145" y="6236"/>
                    <a:pt x="15910" y="6048"/>
                  </a:cubicBezTo>
                  <a:cubicBezTo>
                    <a:pt x="15612" y="5828"/>
                    <a:pt x="15345" y="5546"/>
                    <a:pt x="15251" y="5170"/>
                  </a:cubicBezTo>
                  <a:cubicBezTo>
                    <a:pt x="15126" y="4637"/>
                    <a:pt x="15345" y="4261"/>
                    <a:pt x="15878" y="4198"/>
                  </a:cubicBezTo>
                  <a:cubicBezTo>
                    <a:pt x="16291" y="4135"/>
                    <a:pt x="16702" y="4104"/>
                    <a:pt x="17111" y="4104"/>
                  </a:cubicBezTo>
                  <a:cubicBezTo>
                    <a:pt x="17930" y="4104"/>
                    <a:pt x="18741" y="4229"/>
                    <a:pt x="19546" y="4480"/>
                  </a:cubicBezTo>
                  <a:cubicBezTo>
                    <a:pt x="19656" y="4527"/>
                    <a:pt x="19703" y="4621"/>
                    <a:pt x="19703" y="4747"/>
                  </a:cubicBezTo>
                  <a:cubicBezTo>
                    <a:pt x="19718" y="4888"/>
                    <a:pt x="19593" y="4935"/>
                    <a:pt x="19499" y="4951"/>
                  </a:cubicBezTo>
                  <a:cubicBezTo>
                    <a:pt x="19264" y="4951"/>
                    <a:pt x="19044" y="4935"/>
                    <a:pt x="18825" y="4935"/>
                  </a:cubicBezTo>
                  <a:cubicBezTo>
                    <a:pt x="18700" y="4924"/>
                    <a:pt x="18576" y="4917"/>
                    <a:pt x="18453" y="4917"/>
                  </a:cubicBezTo>
                  <a:cubicBezTo>
                    <a:pt x="18207" y="4917"/>
                    <a:pt x="17963" y="4945"/>
                    <a:pt x="17712" y="5029"/>
                  </a:cubicBezTo>
                  <a:cubicBezTo>
                    <a:pt x="17759" y="5092"/>
                    <a:pt x="17775" y="5139"/>
                    <a:pt x="17791" y="5139"/>
                  </a:cubicBezTo>
                  <a:cubicBezTo>
                    <a:pt x="18872" y="5217"/>
                    <a:pt x="19844" y="5546"/>
                    <a:pt x="20581" y="6393"/>
                  </a:cubicBezTo>
                  <a:cubicBezTo>
                    <a:pt x="20643" y="6471"/>
                    <a:pt x="20784" y="6471"/>
                    <a:pt x="20878" y="6502"/>
                  </a:cubicBezTo>
                  <a:cubicBezTo>
                    <a:pt x="20882" y="6503"/>
                    <a:pt x="20885" y="6503"/>
                    <a:pt x="20889" y="6503"/>
                  </a:cubicBezTo>
                  <a:cubicBezTo>
                    <a:pt x="20970" y="6503"/>
                    <a:pt x="21111" y="6342"/>
                    <a:pt x="21066" y="6267"/>
                  </a:cubicBezTo>
                  <a:cubicBezTo>
                    <a:pt x="21004" y="6142"/>
                    <a:pt x="20925" y="6001"/>
                    <a:pt x="20831" y="5922"/>
                  </a:cubicBezTo>
                  <a:cubicBezTo>
                    <a:pt x="20534" y="5687"/>
                    <a:pt x="20487" y="5452"/>
                    <a:pt x="20722" y="5154"/>
                  </a:cubicBezTo>
                  <a:cubicBezTo>
                    <a:pt x="20878" y="4966"/>
                    <a:pt x="20863" y="4747"/>
                    <a:pt x="20784" y="4512"/>
                  </a:cubicBezTo>
                  <a:cubicBezTo>
                    <a:pt x="20737" y="4371"/>
                    <a:pt x="20706" y="4229"/>
                    <a:pt x="20690" y="4073"/>
                  </a:cubicBezTo>
                  <a:cubicBezTo>
                    <a:pt x="20659" y="3493"/>
                    <a:pt x="20925" y="3070"/>
                    <a:pt x="21490" y="2882"/>
                  </a:cubicBezTo>
                  <a:cubicBezTo>
                    <a:pt x="21772" y="2787"/>
                    <a:pt x="22070" y="2725"/>
                    <a:pt x="22352" y="2646"/>
                  </a:cubicBezTo>
                  <a:cubicBezTo>
                    <a:pt x="22414" y="2631"/>
                    <a:pt x="22461" y="2537"/>
                    <a:pt x="22477" y="2474"/>
                  </a:cubicBezTo>
                  <a:cubicBezTo>
                    <a:pt x="22477" y="2427"/>
                    <a:pt x="22399" y="2333"/>
                    <a:pt x="22367" y="2333"/>
                  </a:cubicBezTo>
                  <a:cubicBezTo>
                    <a:pt x="22246" y="2324"/>
                    <a:pt x="22127" y="2319"/>
                    <a:pt x="22010" y="2319"/>
                  </a:cubicBezTo>
                  <a:cubicBezTo>
                    <a:pt x="21291" y="2319"/>
                    <a:pt x="20651" y="2510"/>
                    <a:pt x="20220" y="3211"/>
                  </a:cubicBezTo>
                  <a:cubicBezTo>
                    <a:pt x="20079" y="3414"/>
                    <a:pt x="19907" y="3493"/>
                    <a:pt x="19656" y="3493"/>
                  </a:cubicBezTo>
                  <a:cubicBezTo>
                    <a:pt x="19555" y="3492"/>
                    <a:pt x="19455" y="3491"/>
                    <a:pt x="19354" y="3491"/>
                  </a:cubicBezTo>
                  <a:cubicBezTo>
                    <a:pt x="17842" y="3491"/>
                    <a:pt x="16344" y="3602"/>
                    <a:pt x="14859" y="3838"/>
                  </a:cubicBezTo>
                  <a:cubicBezTo>
                    <a:pt x="14671" y="3869"/>
                    <a:pt x="14483" y="3885"/>
                    <a:pt x="14358" y="4041"/>
                  </a:cubicBezTo>
                  <a:cubicBezTo>
                    <a:pt x="14169" y="4298"/>
                    <a:pt x="13916" y="4364"/>
                    <a:pt x="13656" y="4364"/>
                  </a:cubicBezTo>
                  <a:cubicBezTo>
                    <a:pt x="13550" y="4364"/>
                    <a:pt x="13443" y="4353"/>
                    <a:pt x="13339" y="4339"/>
                  </a:cubicBezTo>
                  <a:cubicBezTo>
                    <a:pt x="12965" y="4300"/>
                    <a:pt x="12593" y="4283"/>
                    <a:pt x="12221" y="4283"/>
                  </a:cubicBezTo>
                  <a:cubicBezTo>
                    <a:pt x="11097" y="4283"/>
                    <a:pt x="9983" y="4445"/>
                    <a:pt x="8888" y="4668"/>
                  </a:cubicBezTo>
                  <a:cubicBezTo>
                    <a:pt x="8809" y="4684"/>
                    <a:pt x="8731" y="4700"/>
                    <a:pt x="8668" y="4700"/>
                  </a:cubicBezTo>
                  <a:cubicBezTo>
                    <a:pt x="8566" y="4693"/>
                    <a:pt x="8464" y="4689"/>
                    <a:pt x="8363" y="4689"/>
                  </a:cubicBezTo>
                  <a:cubicBezTo>
                    <a:pt x="7100" y="4689"/>
                    <a:pt x="5920" y="5201"/>
                    <a:pt x="4687" y="5389"/>
                  </a:cubicBezTo>
                  <a:cubicBezTo>
                    <a:pt x="4358" y="5436"/>
                    <a:pt x="4044" y="5546"/>
                    <a:pt x="3856" y="5875"/>
                  </a:cubicBezTo>
                  <a:cubicBezTo>
                    <a:pt x="3941" y="5940"/>
                    <a:pt x="4022" y="5962"/>
                    <a:pt x="4102" y="5962"/>
                  </a:cubicBezTo>
                  <a:cubicBezTo>
                    <a:pt x="4273" y="5962"/>
                    <a:pt x="4437" y="5860"/>
                    <a:pt x="4608" y="5860"/>
                  </a:cubicBezTo>
                  <a:cubicBezTo>
                    <a:pt x="4781" y="5860"/>
                    <a:pt x="4985" y="5797"/>
                    <a:pt x="5141" y="5734"/>
                  </a:cubicBezTo>
                  <a:cubicBezTo>
                    <a:pt x="6442" y="5139"/>
                    <a:pt x="7806" y="5045"/>
                    <a:pt x="9185" y="4982"/>
                  </a:cubicBezTo>
                  <a:cubicBezTo>
                    <a:pt x="9265" y="4979"/>
                    <a:pt x="9344" y="4978"/>
                    <a:pt x="9423" y="4978"/>
                  </a:cubicBezTo>
                  <a:cubicBezTo>
                    <a:pt x="9544" y="4978"/>
                    <a:pt x="9665" y="4980"/>
                    <a:pt x="9785" y="4980"/>
                  </a:cubicBezTo>
                  <a:cubicBezTo>
                    <a:pt x="10038" y="4980"/>
                    <a:pt x="10288" y="4972"/>
                    <a:pt x="10533" y="4919"/>
                  </a:cubicBezTo>
                  <a:cubicBezTo>
                    <a:pt x="11646" y="4700"/>
                    <a:pt x="12775" y="4747"/>
                    <a:pt x="13888" y="4715"/>
                  </a:cubicBezTo>
                  <a:cubicBezTo>
                    <a:pt x="13943" y="4714"/>
                    <a:pt x="13993" y="4713"/>
                    <a:pt x="14038" y="4713"/>
                  </a:cubicBezTo>
                  <a:cubicBezTo>
                    <a:pt x="14401" y="4713"/>
                    <a:pt x="14455" y="4788"/>
                    <a:pt x="14609" y="5248"/>
                  </a:cubicBezTo>
                  <a:cubicBezTo>
                    <a:pt x="14797" y="5844"/>
                    <a:pt x="15173" y="6267"/>
                    <a:pt x="15690" y="6612"/>
                  </a:cubicBezTo>
                  <a:cubicBezTo>
                    <a:pt x="16254" y="6988"/>
                    <a:pt x="16787" y="7396"/>
                    <a:pt x="17367" y="7819"/>
                  </a:cubicBezTo>
                  <a:cubicBezTo>
                    <a:pt x="16819" y="8524"/>
                    <a:pt x="16176" y="9183"/>
                    <a:pt x="16176" y="10186"/>
                  </a:cubicBezTo>
                  <a:cubicBezTo>
                    <a:pt x="14577" y="10123"/>
                    <a:pt x="13026" y="10248"/>
                    <a:pt x="11505" y="9700"/>
                  </a:cubicBezTo>
                  <a:cubicBezTo>
                    <a:pt x="10016" y="9183"/>
                    <a:pt x="8464" y="8916"/>
                    <a:pt x="6897" y="8822"/>
                  </a:cubicBezTo>
                  <a:cubicBezTo>
                    <a:pt x="5596" y="8744"/>
                    <a:pt x="4420" y="8211"/>
                    <a:pt x="3198" y="7882"/>
                  </a:cubicBezTo>
                  <a:cubicBezTo>
                    <a:pt x="2900" y="7803"/>
                    <a:pt x="2806" y="7568"/>
                    <a:pt x="2869" y="7255"/>
                  </a:cubicBezTo>
                  <a:cubicBezTo>
                    <a:pt x="2930" y="6931"/>
                    <a:pt x="3159" y="6667"/>
                    <a:pt x="3136" y="6315"/>
                  </a:cubicBezTo>
                  <a:lnTo>
                    <a:pt x="3136" y="6315"/>
                  </a:lnTo>
                  <a:cubicBezTo>
                    <a:pt x="2582" y="6353"/>
                    <a:pt x="2317" y="6787"/>
                    <a:pt x="2006" y="7129"/>
                  </a:cubicBezTo>
                  <a:cubicBezTo>
                    <a:pt x="1865" y="7270"/>
                    <a:pt x="1740" y="7396"/>
                    <a:pt x="1536" y="7396"/>
                  </a:cubicBezTo>
                  <a:cubicBezTo>
                    <a:pt x="1160" y="7396"/>
                    <a:pt x="862" y="7208"/>
                    <a:pt x="800" y="6847"/>
                  </a:cubicBezTo>
                  <a:cubicBezTo>
                    <a:pt x="737" y="6502"/>
                    <a:pt x="737" y="6173"/>
                    <a:pt x="862" y="5860"/>
                  </a:cubicBezTo>
                  <a:cubicBezTo>
                    <a:pt x="1191" y="5076"/>
                    <a:pt x="1677" y="4465"/>
                    <a:pt x="2477" y="4073"/>
                  </a:cubicBezTo>
                  <a:cubicBezTo>
                    <a:pt x="5329" y="2709"/>
                    <a:pt x="8292" y="1706"/>
                    <a:pt x="11411" y="1189"/>
                  </a:cubicBezTo>
                  <a:cubicBezTo>
                    <a:pt x="12540" y="1001"/>
                    <a:pt x="13700" y="922"/>
                    <a:pt x="14859" y="891"/>
                  </a:cubicBezTo>
                  <a:cubicBezTo>
                    <a:pt x="16537" y="828"/>
                    <a:pt x="18214" y="671"/>
                    <a:pt x="19891" y="546"/>
                  </a:cubicBezTo>
                  <a:cubicBezTo>
                    <a:pt x="20157" y="530"/>
                    <a:pt x="20424" y="483"/>
                    <a:pt x="20675" y="483"/>
                  </a:cubicBezTo>
                  <a:close/>
                  <a:moveTo>
                    <a:pt x="17358" y="10132"/>
                  </a:moveTo>
                  <a:cubicBezTo>
                    <a:pt x="17424" y="10132"/>
                    <a:pt x="17491" y="10139"/>
                    <a:pt x="17555" y="10139"/>
                  </a:cubicBezTo>
                  <a:cubicBezTo>
                    <a:pt x="18256" y="10149"/>
                    <a:pt x="18956" y="10189"/>
                    <a:pt x="19656" y="10189"/>
                  </a:cubicBezTo>
                  <a:cubicBezTo>
                    <a:pt x="19991" y="10189"/>
                    <a:pt x="20325" y="10180"/>
                    <a:pt x="20659" y="10154"/>
                  </a:cubicBezTo>
                  <a:cubicBezTo>
                    <a:pt x="20690" y="10151"/>
                    <a:pt x="20722" y="10149"/>
                    <a:pt x="20752" y="10149"/>
                  </a:cubicBezTo>
                  <a:cubicBezTo>
                    <a:pt x="20876" y="10149"/>
                    <a:pt x="20991" y="10179"/>
                    <a:pt x="21066" y="10280"/>
                  </a:cubicBezTo>
                  <a:cubicBezTo>
                    <a:pt x="21098" y="10327"/>
                    <a:pt x="21098" y="10421"/>
                    <a:pt x="21066" y="10468"/>
                  </a:cubicBezTo>
                  <a:cubicBezTo>
                    <a:pt x="21035" y="10515"/>
                    <a:pt x="20941" y="10546"/>
                    <a:pt x="20878" y="10546"/>
                  </a:cubicBezTo>
                  <a:cubicBezTo>
                    <a:pt x="20453" y="10546"/>
                    <a:pt x="20028" y="10554"/>
                    <a:pt x="19603" y="10554"/>
                  </a:cubicBezTo>
                  <a:cubicBezTo>
                    <a:pt x="18805" y="10554"/>
                    <a:pt x="18008" y="10527"/>
                    <a:pt x="17211" y="10374"/>
                  </a:cubicBezTo>
                  <a:cubicBezTo>
                    <a:pt x="17164" y="10374"/>
                    <a:pt x="17101" y="10295"/>
                    <a:pt x="17054" y="10248"/>
                  </a:cubicBezTo>
                  <a:cubicBezTo>
                    <a:pt x="17142" y="10150"/>
                    <a:pt x="17249" y="10132"/>
                    <a:pt x="17358" y="10132"/>
                  </a:cubicBezTo>
                  <a:close/>
                  <a:moveTo>
                    <a:pt x="963" y="7812"/>
                  </a:moveTo>
                  <a:cubicBezTo>
                    <a:pt x="990" y="7812"/>
                    <a:pt x="1020" y="7819"/>
                    <a:pt x="1050" y="7835"/>
                  </a:cubicBezTo>
                  <a:cubicBezTo>
                    <a:pt x="2085" y="8289"/>
                    <a:pt x="3229" y="8383"/>
                    <a:pt x="4264" y="8791"/>
                  </a:cubicBezTo>
                  <a:cubicBezTo>
                    <a:pt x="5329" y="9214"/>
                    <a:pt x="6427" y="9355"/>
                    <a:pt x="7555" y="9449"/>
                  </a:cubicBezTo>
                  <a:cubicBezTo>
                    <a:pt x="8104" y="9512"/>
                    <a:pt x="8652" y="9559"/>
                    <a:pt x="9217" y="9684"/>
                  </a:cubicBezTo>
                  <a:cubicBezTo>
                    <a:pt x="9217" y="9841"/>
                    <a:pt x="9217" y="9935"/>
                    <a:pt x="9201" y="10045"/>
                  </a:cubicBezTo>
                  <a:cubicBezTo>
                    <a:pt x="9154" y="10248"/>
                    <a:pt x="8903" y="10468"/>
                    <a:pt x="9076" y="10672"/>
                  </a:cubicBezTo>
                  <a:cubicBezTo>
                    <a:pt x="9150" y="10756"/>
                    <a:pt x="9222" y="10787"/>
                    <a:pt x="9292" y="10787"/>
                  </a:cubicBezTo>
                  <a:cubicBezTo>
                    <a:pt x="9457" y="10787"/>
                    <a:pt x="9611" y="10612"/>
                    <a:pt x="9765" y="10546"/>
                  </a:cubicBezTo>
                  <a:cubicBezTo>
                    <a:pt x="9942" y="10458"/>
                    <a:pt x="10119" y="10431"/>
                    <a:pt x="10304" y="10431"/>
                  </a:cubicBezTo>
                  <a:cubicBezTo>
                    <a:pt x="10413" y="10431"/>
                    <a:pt x="10526" y="10441"/>
                    <a:pt x="10643" y="10452"/>
                  </a:cubicBezTo>
                  <a:cubicBezTo>
                    <a:pt x="11336" y="10566"/>
                    <a:pt x="12029" y="10646"/>
                    <a:pt x="12734" y="10646"/>
                  </a:cubicBezTo>
                  <a:cubicBezTo>
                    <a:pt x="13002" y="10646"/>
                    <a:pt x="13271" y="10635"/>
                    <a:pt x="13543" y="10609"/>
                  </a:cubicBezTo>
                  <a:cubicBezTo>
                    <a:pt x="13706" y="10593"/>
                    <a:pt x="13870" y="10586"/>
                    <a:pt x="14034" y="10586"/>
                  </a:cubicBezTo>
                  <a:cubicBezTo>
                    <a:pt x="14842" y="10586"/>
                    <a:pt x="15647" y="10755"/>
                    <a:pt x="16443" y="10860"/>
                  </a:cubicBezTo>
                  <a:cubicBezTo>
                    <a:pt x="18041" y="11064"/>
                    <a:pt x="19656" y="11064"/>
                    <a:pt x="21270" y="11079"/>
                  </a:cubicBezTo>
                  <a:cubicBezTo>
                    <a:pt x="21303" y="11080"/>
                    <a:pt x="21335" y="11080"/>
                    <a:pt x="21368" y="11080"/>
                  </a:cubicBezTo>
                  <a:cubicBezTo>
                    <a:pt x="21687" y="11080"/>
                    <a:pt x="22006" y="11043"/>
                    <a:pt x="22325" y="11043"/>
                  </a:cubicBezTo>
                  <a:cubicBezTo>
                    <a:pt x="22569" y="11043"/>
                    <a:pt x="22813" y="11065"/>
                    <a:pt x="23057" y="11142"/>
                  </a:cubicBezTo>
                  <a:cubicBezTo>
                    <a:pt x="23096" y="11161"/>
                    <a:pt x="23147" y="11175"/>
                    <a:pt x="23194" y="11175"/>
                  </a:cubicBezTo>
                  <a:cubicBezTo>
                    <a:pt x="23224" y="11175"/>
                    <a:pt x="23253" y="11170"/>
                    <a:pt x="23277" y="11158"/>
                  </a:cubicBezTo>
                  <a:cubicBezTo>
                    <a:pt x="23896" y="10857"/>
                    <a:pt x="24540" y="10811"/>
                    <a:pt x="25190" y="10811"/>
                  </a:cubicBezTo>
                  <a:cubicBezTo>
                    <a:pt x="25477" y="10811"/>
                    <a:pt x="25765" y="10820"/>
                    <a:pt x="26052" y="10820"/>
                  </a:cubicBezTo>
                  <a:cubicBezTo>
                    <a:pt x="26266" y="10820"/>
                    <a:pt x="26480" y="10815"/>
                    <a:pt x="26694" y="10797"/>
                  </a:cubicBezTo>
                  <a:cubicBezTo>
                    <a:pt x="27775" y="10687"/>
                    <a:pt x="28872" y="10734"/>
                    <a:pt x="29938" y="10593"/>
                  </a:cubicBezTo>
                  <a:cubicBezTo>
                    <a:pt x="31161" y="10437"/>
                    <a:pt x="32368" y="10154"/>
                    <a:pt x="33590" y="9935"/>
                  </a:cubicBezTo>
                  <a:cubicBezTo>
                    <a:pt x="33763" y="9904"/>
                    <a:pt x="33951" y="9825"/>
                    <a:pt x="34123" y="9810"/>
                  </a:cubicBezTo>
                  <a:cubicBezTo>
                    <a:pt x="34131" y="9809"/>
                    <a:pt x="34139" y="9808"/>
                    <a:pt x="34147" y="9808"/>
                  </a:cubicBezTo>
                  <a:cubicBezTo>
                    <a:pt x="34258" y="9808"/>
                    <a:pt x="34326" y="9912"/>
                    <a:pt x="34311" y="10029"/>
                  </a:cubicBezTo>
                  <a:cubicBezTo>
                    <a:pt x="34311" y="10107"/>
                    <a:pt x="34280" y="10186"/>
                    <a:pt x="34249" y="10248"/>
                  </a:cubicBezTo>
                  <a:cubicBezTo>
                    <a:pt x="33402" y="11737"/>
                    <a:pt x="32744" y="13336"/>
                    <a:pt x="31584" y="14637"/>
                  </a:cubicBezTo>
                  <a:cubicBezTo>
                    <a:pt x="30863" y="15468"/>
                    <a:pt x="30032" y="16158"/>
                    <a:pt x="29139" y="16769"/>
                  </a:cubicBezTo>
                  <a:cubicBezTo>
                    <a:pt x="27712" y="17725"/>
                    <a:pt x="27179" y="17976"/>
                    <a:pt x="25565" y="18321"/>
                  </a:cubicBezTo>
                  <a:cubicBezTo>
                    <a:pt x="24828" y="18477"/>
                    <a:pt x="24076" y="18477"/>
                    <a:pt x="23324" y="18524"/>
                  </a:cubicBezTo>
                  <a:cubicBezTo>
                    <a:pt x="22728" y="18556"/>
                    <a:pt x="22132" y="18556"/>
                    <a:pt x="21537" y="18650"/>
                  </a:cubicBezTo>
                  <a:cubicBezTo>
                    <a:pt x="21262" y="18689"/>
                    <a:pt x="20975" y="18722"/>
                    <a:pt x="20690" y="18722"/>
                  </a:cubicBezTo>
                  <a:cubicBezTo>
                    <a:pt x="20521" y="18722"/>
                    <a:pt x="20353" y="18710"/>
                    <a:pt x="20189" y="18681"/>
                  </a:cubicBezTo>
                  <a:cubicBezTo>
                    <a:pt x="19510" y="18571"/>
                    <a:pt x="18832" y="18540"/>
                    <a:pt x="18152" y="18540"/>
                  </a:cubicBezTo>
                  <a:cubicBezTo>
                    <a:pt x="17387" y="18540"/>
                    <a:pt x="16619" y="18579"/>
                    <a:pt x="15847" y="18587"/>
                  </a:cubicBezTo>
                  <a:cubicBezTo>
                    <a:pt x="15408" y="18587"/>
                    <a:pt x="14953" y="18493"/>
                    <a:pt x="14515" y="18415"/>
                  </a:cubicBezTo>
                  <a:cubicBezTo>
                    <a:pt x="13590" y="18242"/>
                    <a:pt x="12681" y="18054"/>
                    <a:pt x="11772" y="17835"/>
                  </a:cubicBezTo>
                  <a:cubicBezTo>
                    <a:pt x="11301" y="17725"/>
                    <a:pt x="10831" y="17584"/>
                    <a:pt x="10377" y="17396"/>
                  </a:cubicBezTo>
                  <a:cubicBezTo>
                    <a:pt x="9420" y="16988"/>
                    <a:pt x="8449" y="16581"/>
                    <a:pt x="7524" y="16095"/>
                  </a:cubicBezTo>
                  <a:cubicBezTo>
                    <a:pt x="6803" y="15719"/>
                    <a:pt x="6113" y="15249"/>
                    <a:pt x="5502" y="14684"/>
                  </a:cubicBezTo>
                  <a:cubicBezTo>
                    <a:pt x="5314" y="14512"/>
                    <a:pt x="5110" y="14355"/>
                    <a:pt x="4906" y="14183"/>
                  </a:cubicBezTo>
                  <a:cubicBezTo>
                    <a:pt x="3449" y="12991"/>
                    <a:pt x="2148" y="11659"/>
                    <a:pt x="1238" y="9982"/>
                  </a:cubicBezTo>
                  <a:cubicBezTo>
                    <a:pt x="909" y="9402"/>
                    <a:pt x="643" y="8775"/>
                    <a:pt x="737" y="8070"/>
                  </a:cubicBezTo>
                  <a:cubicBezTo>
                    <a:pt x="762" y="7931"/>
                    <a:pt x="848" y="7812"/>
                    <a:pt x="963" y="7812"/>
                  </a:cubicBezTo>
                  <a:close/>
                  <a:moveTo>
                    <a:pt x="10631" y="18244"/>
                  </a:moveTo>
                  <a:cubicBezTo>
                    <a:pt x="10691" y="18244"/>
                    <a:pt x="10756" y="18260"/>
                    <a:pt x="10815" y="18274"/>
                  </a:cubicBezTo>
                  <a:cubicBezTo>
                    <a:pt x="12054" y="18556"/>
                    <a:pt x="13292" y="18869"/>
                    <a:pt x="14530" y="19104"/>
                  </a:cubicBezTo>
                  <a:cubicBezTo>
                    <a:pt x="15257" y="19241"/>
                    <a:pt x="15989" y="19287"/>
                    <a:pt x="16723" y="19287"/>
                  </a:cubicBezTo>
                  <a:cubicBezTo>
                    <a:pt x="17255" y="19287"/>
                    <a:pt x="17789" y="19263"/>
                    <a:pt x="18323" y="19230"/>
                  </a:cubicBezTo>
                  <a:cubicBezTo>
                    <a:pt x="18466" y="19217"/>
                    <a:pt x="18604" y="19209"/>
                    <a:pt x="18740" y="19209"/>
                  </a:cubicBezTo>
                  <a:cubicBezTo>
                    <a:pt x="18933" y="19209"/>
                    <a:pt x="19125" y="19224"/>
                    <a:pt x="19327" y="19261"/>
                  </a:cubicBezTo>
                  <a:cubicBezTo>
                    <a:pt x="19743" y="19341"/>
                    <a:pt x="20159" y="19389"/>
                    <a:pt x="20576" y="19389"/>
                  </a:cubicBezTo>
                  <a:cubicBezTo>
                    <a:pt x="20974" y="19389"/>
                    <a:pt x="21373" y="19345"/>
                    <a:pt x="21772" y="19245"/>
                  </a:cubicBezTo>
                  <a:cubicBezTo>
                    <a:pt x="22446" y="19079"/>
                    <a:pt x="23126" y="18996"/>
                    <a:pt x="23807" y="18996"/>
                  </a:cubicBezTo>
                  <a:cubicBezTo>
                    <a:pt x="24339" y="18996"/>
                    <a:pt x="24872" y="19047"/>
                    <a:pt x="25405" y="19148"/>
                  </a:cubicBezTo>
                  <a:lnTo>
                    <a:pt x="25405" y="19148"/>
                  </a:lnTo>
                  <a:cubicBezTo>
                    <a:pt x="25309" y="19501"/>
                    <a:pt x="25059" y="19701"/>
                    <a:pt x="24703" y="19763"/>
                  </a:cubicBezTo>
                  <a:cubicBezTo>
                    <a:pt x="24483" y="19794"/>
                    <a:pt x="24248" y="19810"/>
                    <a:pt x="24029" y="19810"/>
                  </a:cubicBezTo>
                  <a:cubicBezTo>
                    <a:pt x="21787" y="19857"/>
                    <a:pt x="19546" y="19919"/>
                    <a:pt x="17305" y="19919"/>
                  </a:cubicBezTo>
                  <a:cubicBezTo>
                    <a:pt x="17191" y="19921"/>
                    <a:pt x="17077" y="19921"/>
                    <a:pt x="16963" y="19921"/>
                  </a:cubicBezTo>
                  <a:cubicBezTo>
                    <a:pt x="15760" y="19921"/>
                    <a:pt x="14559" y="19849"/>
                    <a:pt x="13370" y="19763"/>
                  </a:cubicBezTo>
                  <a:cubicBezTo>
                    <a:pt x="12665" y="19716"/>
                    <a:pt x="11960" y="19543"/>
                    <a:pt x="11301" y="19277"/>
                  </a:cubicBezTo>
                  <a:cubicBezTo>
                    <a:pt x="11019" y="19167"/>
                    <a:pt x="10753" y="19042"/>
                    <a:pt x="10565" y="18791"/>
                  </a:cubicBezTo>
                  <a:cubicBezTo>
                    <a:pt x="10471" y="18666"/>
                    <a:pt x="10392" y="18524"/>
                    <a:pt x="10439" y="18383"/>
                  </a:cubicBezTo>
                  <a:cubicBezTo>
                    <a:pt x="10476" y="18275"/>
                    <a:pt x="10549" y="18244"/>
                    <a:pt x="10631" y="18244"/>
                  </a:cubicBezTo>
                  <a:close/>
                  <a:moveTo>
                    <a:pt x="21558" y="1"/>
                  </a:moveTo>
                  <a:cubicBezTo>
                    <a:pt x="21197" y="1"/>
                    <a:pt x="20834" y="10"/>
                    <a:pt x="20471" y="29"/>
                  </a:cubicBezTo>
                  <a:cubicBezTo>
                    <a:pt x="20257" y="41"/>
                    <a:pt x="20043" y="44"/>
                    <a:pt x="19827" y="44"/>
                  </a:cubicBezTo>
                  <a:cubicBezTo>
                    <a:pt x="19667" y="44"/>
                    <a:pt x="19505" y="42"/>
                    <a:pt x="19344" y="42"/>
                  </a:cubicBezTo>
                  <a:cubicBezTo>
                    <a:pt x="18898" y="42"/>
                    <a:pt x="18452" y="54"/>
                    <a:pt x="18010" y="138"/>
                  </a:cubicBezTo>
                  <a:cubicBezTo>
                    <a:pt x="17007" y="327"/>
                    <a:pt x="15988" y="405"/>
                    <a:pt x="14985" y="405"/>
                  </a:cubicBezTo>
                  <a:cubicBezTo>
                    <a:pt x="13182" y="405"/>
                    <a:pt x="11411" y="703"/>
                    <a:pt x="9656" y="1110"/>
                  </a:cubicBezTo>
                  <a:cubicBezTo>
                    <a:pt x="7022" y="1737"/>
                    <a:pt x="4467" y="2568"/>
                    <a:pt x="2054" y="3791"/>
                  </a:cubicBezTo>
                  <a:cubicBezTo>
                    <a:pt x="1380" y="4120"/>
                    <a:pt x="862" y="4527"/>
                    <a:pt x="580" y="5248"/>
                  </a:cubicBezTo>
                  <a:cubicBezTo>
                    <a:pt x="502" y="5452"/>
                    <a:pt x="392" y="5656"/>
                    <a:pt x="267" y="5828"/>
                  </a:cubicBezTo>
                  <a:cubicBezTo>
                    <a:pt x="47" y="6126"/>
                    <a:pt x="0" y="6455"/>
                    <a:pt x="16" y="6800"/>
                  </a:cubicBezTo>
                  <a:cubicBezTo>
                    <a:pt x="32" y="7161"/>
                    <a:pt x="32" y="7537"/>
                    <a:pt x="16" y="7913"/>
                  </a:cubicBezTo>
                  <a:cubicBezTo>
                    <a:pt x="0" y="8916"/>
                    <a:pt x="298" y="9841"/>
                    <a:pt x="815" y="10687"/>
                  </a:cubicBezTo>
                  <a:cubicBezTo>
                    <a:pt x="1066" y="11095"/>
                    <a:pt x="1348" y="11487"/>
                    <a:pt x="1630" y="11894"/>
                  </a:cubicBezTo>
                  <a:cubicBezTo>
                    <a:pt x="2743" y="13430"/>
                    <a:pt x="4232" y="14559"/>
                    <a:pt x="5690" y="15734"/>
                  </a:cubicBezTo>
                  <a:cubicBezTo>
                    <a:pt x="6583" y="16455"/>
                    <a:pt x="7571" y="16957"/>
                    <a:pt x="8621" y="17365"/>
                  </a:cubicBezTo>
                  <a:cubicBezTo>
                    <a:pt x="8793" y="17427"/>
                    <a:pt x="8966" y="17506"/>
                    <a:pt x="9154" y="17568"/>
                  </a:cubicBezTo>
                  <a:cubicBezTo>
                    <a:pt x="9499" y="17678"/>
                    <a:pt x="9703" y="17882"/>
                    <a:pt x="9718" y="18305"/>
                  </a:cubicBezTo>
                  <a:cubicBezTo>
                    <a:pt x="9734" y="19073"/>
                    <a:pt x="10220" y="19512"/>
                    <a:pt x="10894" y="19778"/>
                  </a:cubicBezTo>
                  <a:cubicBezTo>
                    <a:pt x="11098" y="19872"/>
                    <a:pt x="11317" y="19919"/>
                    <a:pt x="11536" y="19982"/>
                  </a:cubicBezTo>
                  <a:cubicBezTo>
                    <a:pt x="12822" y="20421"/>
                    <a:pt x="14185" y="20437"/>
                    <a:pt x="15518" y="20452"/>
                  </a:cubicBezTo>
                  <a:cubicBezTo>
                    <a:pt x="16527" y="20459"/>
                    <a:pt x="17533" y="20466"/>
                    <a:pt x="18538" y="20466"/>
                  </a:cubicBezTo>
                  <a:cubicBezTo>
                    <a:pt x="19780" y="20466"/>
                    <a:pt x="21019" y="20456"/>
                    <a:pt x="22258" y="20421"/>
                  </a:cubicBezTo>
                  <a:cubicBezTo>
                    <a:pt x="22329" y="20420"/>
                    <a:pt x="22400" y="20419"/>
                    <a:pt x="22471" y="20419"/>
                  </a:cubicBezTo>
                  <a:cubicBezTo>
                    <a:pt x="22854" y="20419"/>
                    <a:pt x="23236" y="20435"/>
                    <a:pt x="23616" y="20435"/>
                  </a:cubicBezTo>
                  <a:cubicBezTo>
                    <a:pt x="24022" y="20435"/>
                    <a:pt x="24427" y="20417"/>
                    <a:pt x="24828" y="20343"/>
                  </a:cubicBezTo>
                  <a:cubicBezTo>
                    <a:pt x="25267" y="20249"/>
                    <a:pt x="25596" y="20139"/>
                    <a:pt x="25831" y="19731"/>
                  </a:cubicBezTo>
                  <a:cubicBezTo>
                    <a:pt x="26270" y="19026"/>
                    <a:pt x="26772" y="18383"/>
                    <a:pt x="27681" y="18258"/>
                  </a:cubicBezTo>
                  <a:cubicBezTo>
                    <a:pt x="27822" y="18242"/>
                    <a:pt x="27963" y="18133"/>
                    <a:pt x="28089" y="18070"/>
                  </a:cubicBezTo>
                  <a:cubicBezTo>
                    <a:pt x="29186" y="17490"/>
                    <a:pt x="30173" y="16753"/>
                    <a:pt x="31192" y="16048"/>
                  </a:cubicBezTo>
                  <a:cubicBezTo>
                    <a:pt x="31459" y="15844"/>
                    <a:pt x="31678" y="15578"/>
                    <a:pt x="31897" y="15327"/>
                  </a:cubicBezTo>
                  <a:cubicBezTo>
                    <a:pt x="32854" y="14214"/>
                    <a:pt x="33716" y="13038"/>
                    <a:pt x="34139" y="11612"/>
                  </a:cubicBezTo>
                  <a:cubicBezTo>
                    <a:pt x="34155" y="11534"/>
                    <a:pt x="34202" y="11471"/>
                    <a:pt x="34233" y="11408"/>
                  </a:cubicBezTo>
                  <a:cubicBezTo>
                    <a:pt x="34719" y="10609"/>
                    <a:pt x="35205" y="9810"/>
                    <a:pt x="35691" y="9010"/>
                  </a:cubicBezTo>
                  <a:cubicBezTo>
                    <a:pt x="35894" y="8665"/>
                    <a:pt x="36208" y="8352"/>
                    <a:pt x="36192" y="7913"/>
                  </a:cubicBezTo>
                  <a:cubicBezTo>
                    <a:pt x="36191" y="7913"/>
                    <a:pt x="36190" y="7912"/>
                    <a:pt x="36189" y="7912"/>
                  </a:cubicBezTo>
                  <a:lnTo>
                    <a:pt x="36189" y="7912"/>
                  </a:lnTo>
                  <a:cubicBezTo>
                    <a:pt x="36459" y="7539"/>
                    <a:pt x="36475" y="7091"/>
                    <a:pt x="36521" y="6643"/>
                  </a:cubicBezTo>
                  <a:cubicBezTo>
                    <a:pt x="36568" y="6299"/>
                    <a:pt x="36474" y="5969"/>
                    <a:pt x="36286" y="5687"/>
                  </a:cubicBezTo>
                  <a:cubicBezTo>
                    <a:pt x="35346" y="4339"/>
                    <a:pt x="34108" y="3336"/>
                    <a:pt x="32634" y="2615"/>
                  </a:cubicBezTo>
                  <a:cubicBezTo>
                    <a:pt x="31897" y="2255"/>
                    <a:pt x="31114" y="1972"/>
                    <a:pt x="30361" y="1628"/>
                  </a:cubicBezTo>
                  <a:cubicBezTo>
                    <a:pt x="29484" y="1220"/>
                    <a:pt x="28574" y="860"/>
                    <a:pt x="27618" y="671"/>
                  </a:cubicBezTo>
                  <a:cubicBezTo>
                    <a:pt x="25608" y="285"/>
                    <a:pt x="23597" y="1"/>
                    <a:pt x="215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14" name="Google Shape;814;p30"/>
            <p:cNvSpPr/>
            <p:nvPr/>
          </p:nvSpPr>
          <p:spPr>
            <a:xfrm>
              <a:off x="8276975" y="3429225"/>
              <a:ext cx="42350" cy="61575"/>
            </a:xfrm>
            <a:custGeom>
              <a:avLst/>
              <a:gdLst/>
              <a:ahLst/>
              <a:cxnLst/>
              <a:rect l="l" t="t" r="r" b="b"/>
              <a:pathLst>
                <a:path w="1694" h="2463" extrusionOk="0">
                  <a:moveTo>
                    <a:pt x="1470" y="0"/>
                  </a:moveTo>
                  <a:cubicBezTo>
                    <a:pt x="1423" y="0"/>
                    <a:pt x="1366" y="23"/>
                    <a:pt x="1333" y="45"/>
                  </a:cubicBezTo>
                  <a:cubicBezTo>
                    <a:pt x="1255" y="123"/>
                    <a:pt x="1176" y="217"/>
                    <a:pt x="1129" y="311"/>
                  </a:cubicBezTo>
                  <a:cubicBezTo>
                    <a:pt x="878" y="891"/>
                    <a:pt x="643" y="1471"/>
                    <a:pt x="142" y="1926"/>
                  </a:cubicBezTo>
                  <a:cubicBezTo>
                    <a:pt x="1" y="2051"/>
                    <a:pt x="63" y="2333"/>
                    <a:pt x="204" y="2412"/>
                  </a:cubicBezTo>
                  <a:cubicBezTo>
                    <a:pt x="270" y="2447"/>
                    <a:pt x="334" y="2463"/>
                    <a:pt x="394" y="2463"/>
                  </a:cubicBezTo>
                  <a:cubicBezTo>
                    <a:pt x="521" y="2463"/>
                    <a:pt x="632" y="2393"/>
                    <a:pt x="706" y="2286"/>
                  </a:cubicBezTo>
                  <a:cubicBezTo>
                    <a:pt x="925" y="1941"/>
                    <a:pt x="1145" y="1597"/>
                    <a:pt x="1317" y="1220"/>
                  </a:cubicBezTo>
                  <a:cubicBezTo>
                    <a:pt x="1474" y="891"/>
                    <a:pt x="1568" y="531"/>
                    <a:pt x="1693" y="217"/>
                  </a:cubicBezTo>
                  <a:cubicBezTo>
                    <a:pt x="1615" y="108"/>
                    <a:pt x="1584" y="29"/>
                    <a:pt x="1521" y="13"/>
                  </a:cubicBezTo>
                  <a:cubicBezTo>
                    <a:pt x="1507" y="4"/>
                    <a:pt x="1489" y="0"/>
                    <a:pt x="14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30"/>
            <p:cNvSpPr/>
            <p:nvPr/>
          </p:nvSpPr>
          <p:spPr>
            <a:xfrm>
              <a:off x="8324775" y="3496700"/>
              <a:ext cx="72125" cy="29400"/>
            </a:xfrm>
            <a:custGeom>
              <a:avLst/>
              <a:gdLst/>
              <a:ahLst/>
              <a:cxnLst/>
              <a:rect l="l" t="t" r="r" b="b"/>
              <a:pathLst>
                <a:path w="2885" h="1176" extrusionOk="0">
                  <a:moveTo>
                    <a:pt x="2014" y="1"/>
                  </a:moveTo>
                  <a:cubicBezTo>
                    <a:pt x="1343" y="1"/>
                    <a:pt x="722" y="236"/>
                    <a:pt x="142" y="637"/>
                  </a:cubicBezTo>
                  <a:cubicBezTo>
                    <a:pt x="1" y="731"/>
                    <a:pt x="17" y="904"/>
                    <a:pt x="95" y="1029"/>
                  </a:cubicBezTo>
                  <a:cubicBezTo>
                    <a:pt x="144" y="1118"/>
                    <a:pt x="224" y="1175"/>
                    <a:pt x="307" y="1175"/>
                  </a:cubicBezTo>
                  <a:cubicBezTo>
                    <a:pt x="357" y="1175"/>
                    <a:pt x="409" y="1155"/>
                    <a:pt x="455" y="1108"/>
                  </a:cubicBezTo>
                  <a:cubicBezTo>
                    <a:pt x="1051" y="606"/>
                    <a:pt x="1772" y="481"/>
                    <a:pt x="2493" y="355"/>
                  </a:cubicBezTo>
                  <a:cubicBezTo>
                    <a:pt x="2634" y="324"/>
                    <a:pt x="2791" y="340"/>
                    <a:pt x="2885" y="214"/>
                  </a:cubicBezTo>
                  <a:cubicBezTo>
                    <a:pt x="2869" y="183"/>
                    <a:pt x="2869" y="120"/>
                    <a:pt x="2854" y="120"/>
                  </a:cubicBezTo>
                  <a:cubicBezTo>
                    <a:pt x="2565" y="39"/>
                    <a:pt x="2285" y="1"/>
                    <a:pt x="201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30"/>
            <p:cNvSpPr/>
            <p:nvPr/>
          </p:nvSpPr>
          <p:spPr>
            <a:xfrm>
              <a:off x="8374975" y="3656425"/>
              <a:ext cx="120675" cy="122225"/>
            </a:xfrm>
            <a:custGeom>
              <a:avLst/>
              <a:gdLst/>
              <a:ahLst/>
              <a:cxnLst/>
              <a:rect l="l" t="t" r="r" b="b"/>
              <a:pathLst>
                <a:path w="4827" h="4889" extrusionOk="0">
                  <a:moveTo>
                    <a:pt x="4673" y="1"/>
                  </a:moveTo>
                  <a:cubicBezTo>
                    <a:pt x="4631" y="1"/>
                    <a:pt x="4588" y="20"/>
                    <a:pt x="4560" y="64"/>
                  </a:cubicBezTo>
                  <a:cubicBezTo>
                    <a:pt x="3965" y="988"/>
                    <a:pt x="3479" y="1913"/>
                    <a:pt x="2711" y="2713"/>
                  </a:cubicBezTo>
                  <a:cubicBezTo>
                    <a:pt x="1959" y="3512"/>
                    <a:pt x="1065" y="4155"/>
                    <a:pt x="109" y="4672"/>
                  </a:cubicBezTo>
                  <a:cubicBezTo>
                    <a:pt x="1" y="4739"/>
                    <a:pt x="67" y="4888"/>
                    <a:pt x="178" y="4888"/>
                  </a:cubicBezTo>
                  <a:cubicBezTo>
                    <a:pt x="196" y="4888"/>
                    <a:pt x="215" y="4884"/>
                    <a:pt x="234" y="4876"/>
                  </a:cubicBezTo>
                  <a:cubicBezTo>
                    <a:pt x="2131" y="3982"/>
                    <a:pt x="4137" y="2211"/>
                    <a:pt x="4796" y="158"/>
                  </a:cubicBezTo>
                  <a:cubicBezTo>
                    <a:pt x="4826" y="66"/>
                    <a:pt x="4751" y="1"/>
                    <a:pt x="46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30"/>
            <p:cNvSpPr/>
            <p:nvPr/>
          </p:nvSpPr>
          <p:spPr>
            <a:xfrm>
              <a:off x="7832150" y="3615725"/>
              <a:ext cx="116025" cy="103800"/>
            </a:xfrm>
            <a:custGeom>
              <a:avLst/>
              <a:gdLst/>
              <a:ahLst/>
              <a:cxnLst/>
              <a:rect l="l" t="t" r="r" b="b"/>
              <a:pathLst>
                <a:path w="4641" h="4152" extrusionOk="0">
                  <a:moveTo>
                    <a:pt x="98" y="1"/>
                  </a:moveTo>
                  <a:cubicBezTo>
                    <a:pt x="50" y="1"/>
                    <a:pt x="0" y="67"/>
                    <a:pt x="35" y="124"/>
                  </a:cubicBezTo>
                  <a:cubicBezTo>
                    <a:pt x="1038" y="1739"/>
                    <a:pt x="2684" y="3337"/>
                    <a:pt x="4439" y="4137"/>
                  </a:cubicBezTo>
                  <a:cubicBezTo>
                    <a:pt x="4459" y="4147"/>
                    <a:pt x="4479" y="4151"/>
                    <a:pt x="4496" y="4151"/>
                  </a:cubicBezTo>
                  <a:cubicBezTo>
                    <a:pt x="4589" y="4151"/>
                    <a:pt x="4641" y="4030"/>
                    <a:pt x="4549" y="3964"/>
                  </a:cubicBezTo>
                  <a:cubicBezTo>
                    <a:pt x="3718" y="3353"/>
                    <a:pt x="2856" y="2820"/>
                    <a:pt x="2104" y="2130"/>
                  </a:cubicBezTo>
                  <a:cubicBezTo>
                    <a:pt x="1383" y="1488"/>
                    <a:pt x="771" y="767"/>
                    <a:pt x="144" y="30"/>
                  </a:cubicBezTo>
                  <a:cubicBezTo>
                    <a:pt x="132" y="9"/>
                    <a:pt x="115" y="1"/>
                    <a:pt x="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30"/>
            <p:cNvSpPr/>
            <p:nvPr/>
          </p:nvSpPr>
          <p:spPr>
            <a:xfrm>
              <a:off x="7937900" y="3685425"/>
              <a:ext cx="98675" cy="63600"/>
            </a:xfrm>
            <a:custGeom>
              <a:avLst/>
              <a:gdLst/>
              <a:ahLst/>
              <a:cxnLst/>
              <a:rect l="l" t="t" r="r" b="b"/>
              <a:pathLst>
                <a:path w="3947" h="2544" extrusionOk="0">
                  <a:moveTo>
                    <a:pt x="120" y="1"/>
                  </a:moveTo>
                  <a:cubicBezTo>
                    <a:pt x="56" y="1"/>
                    <a:pt x="1" y="106"/>
                    <a:pt x="52" y="158"/>
                  </a:cubicBezTo>
                  <a:cubicBezTo>
                    <a:pt x="930" y="1255"/>
                    <a:pt x="2419" y="2164"/>
                    <a:pt x="3752" y="2540"/>
                  </a:cubicBezTo>
                  <a:cubicBezTo>
                    <a:pt x="3762" y="2543"/>
                    <a:pt x="3772" y="2544"/>
                    <a:pt x="3781" y="2544"/>
                  </a:cubicBezTo>
                  <a:cubicBezTo>
                    <a:pt x="3889" y="2544"/>
                    <a:pt x="3946" y="2394"/>
                    <a:pt x="3846" y="2336"/>
                  </a:cubicBezTo>
                  <a:cubicBezTo>
                    <a:pt x="3187" y="2023"/>
                    <a:pt x="2529" y="1725"/>
                    <a:pt x="1902" y="1333"/>
                  </a:cubicBezTo>
                  <a:cubicBezTo>
                    <a:pt x="1291" y="941"/>
                    <a:pt x="742" y="455"/>
                    <a:pt x="162" y="16"/>
                  </a:cubicBezTo>
                  <a:cubicBezTo>
                    <a:pt x="148" y="6"/>
                    <a:pt x="134" y="1"/>
                    <a:pt x="1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1" name="Google Shape;831;p30"/>
          <p:cNvSpPr/>
          <p:nvPr/>
        </p:nvSpPr>
        <p:spPr>
          <a:xfrm rot="-3459503">
            <a:off x="410681" y="2986132"/>
            <a:ext cx="801247" cy="2937109"/>
          </a:xfrm>
          <a:custGeom>
            <a:avLst/>
            <a:gdLst/>
            <a:ahLst/>
            <a:cxnLst/>
            <a:rect l="l" t="t" r="r" b="b"/>
            <a:pathLst>
              <a:path w="6027" h="22093" extrusionOk="0">
                <a:moveTo>
                  <a:pt x="0" y="1"/>
                </a:moveTo>
                <a:lnTo>
                  <a:pt x="0" y="709"/>
                </a:lnTo>
                <a:cubicBezTo>
                  <a:pt x="932" y="1244"/>
                  <a:pt x="1864" y="1753"/>
                  <a:pt x="2635" y="2511"/>
                </a:cubicBezTo>
                <a:cubicBezTo>
                  <a:pt x="4039" y="3902"/>
                  <a:pt x="3442" y="5816"/>
                  <a:pt x="2958" y="7468"/>
                </a:cubicBezTo>
                <a:cubicBezTo>
                  <a:pt x="2597" y="8649"/>
                  <a:pt x="2374" y="9630"/>
                  <a:pt x="2560" y="10861"/>
                </a:cubicBezTo>
                <a:cubicBezTo>
                  <a:pt x="2734" y="12091"/>
                  <a:pt x="3206" y="13283"/>
                  <a:pt x="3579" y="14476"/>
                </a:cubicBezTo>
                <a:cubicBezTo>
                  <a:pt x="4250" y="16626"/>
                  <a:pt x="4797" y="19633"/>
                  <a:pt x="1877" y="20179"/>
                </a:cubicBezTo>
                <a:cubicBezTo>
                  <a:pt x="1268" y="20291"/>
                  <a:pt x="622" y="20378"/>
                  <a:pt x="0" y="20515"/>
                </a:cubicBezTo>
                <a:lnTo>
                  <a:pt x="0" y="22093"/>
                </a:lnTo>
                <a:cubicBezTo>
                  <a:pt x="373" y="21969"/>
                  <a:pt x="783" y="21919"/>
                  <a:pt x="1156" y="21857"/>
                </a:cubicBezTo>
                <a:cubicBezTo>
                  <a:pt x="2274" y="21683"/>
                  <a:pt x="3119" y="21534"/>
                  <a:pt x="4014" y="20788"/>
                </a:cubicBezTo>
                <a:cubicBezTo>
                  <a:pt x="6027" y="19074"/>
                  <a:pt x="5231" y="16092"/>
                  <a:pt x="4536" y="13954"/>
                </a:cubicBezTo>
                <a:cubicBezTo>
                  <a:pt x="4113" y="12699"/>
                  <a:pt x="3604" y="11432"/>
                  <a:pt x="3492" y="10103"/>
                </a:cubicBezTo>
                <a:cubicBezTo>
                  <a:pt x="3355" y="8649"/>
                  <a:pt x="4163" y="7170"/>
                  <a:pt x="4399" y="5741"/>
                </a:cubicBezTo>
                <a:cubicBezTo>
                  <a:pt x="4647" y="4275"/>
                  <a:pt x="4275" y="2983"/>
                  <a:pt x="3268" y="1877"/>
                </a:cubicBezTo>
                <a:cubicBezTo>
                  <a:pt x="2386" y="908"/>
                  <a:pt x="1168" y="49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30"/>
          <p:cNvSpPr/>
          <p:nvPr/>
        </p:nvSpPr>
        <p:spPr>
          <a:xfrm rot="-3459503">
            <a:off x="1433420" y="3846448"/>
            <a:ext cx="412921" cy="1372105"/>
          </a:xfrm>
          <a:custGeom>
            <a:avLst/>
            <a:gdLst/>
            <a:ahLst/>
            <a:cxnLst/>
            <a:rect l="l" t="t" r="r" b="b"/>
            <a:pathLst>
              <a:path w="3106" h="10321" extrusionOk="0">
                <a:moveTo>
                  <a:pt x="194" y="1"/>
                </a:moveTo>
                <a:cubicBezTo>
                  <a:pt x="91" y="1"/>
                  <a:pt x="1" y="135"/>
                  <a:pt x="87" y="240"/>
                </a:cubicBezTo>
                <a:cubicBezTo>
                  <a:pt x="1043" y="1433"/>
                  <a:pt x="1863" y="3148"/>
                  <a:pt x="2186" y="4639"/>
                </a:cubicBezTo>
                <a:cubicBezTo>
                  <a:pt x="2410" y="5583"/>
                  <a:pt x="2360" y="6552"/>
                  <a:pt x="2087" y="7484"/>
                </a:cubicBezTo>
                <a:cubicBezTo>
                  <a:pt x="1814" y="8404"/>
                  <a:pt x="969" y="8963"/>
                  <a:pt x="633" y="9845"/>
                </a:cubicBezTo>
                <a:cubicBezTo>
                  <a:pt x="524" y="10122"/>
                  <a:pt x="778" y="10321"/>
                  <a:pt x="1031" y="10321"/>
                </a:cubicBezTo>
                <a:cubicBezTo>
                  <a:pt x="1095" y="10321"/>
                  <a:pt x="1159" y="10308"/>
                  <a:pt x="1217" y="10280"/>
                </a:cubicBezTo>
                <a:cubicBezTo>
                  <a:pt x="2820" y="9485"/>
                  <a:pt x="3106" y="6590"/>
                  <a:pt x="2857" y="5024"/>
                </a:cubicBezTo>
                <a:cubicBezTo>
                  <a:pt x="2534" y="2999"/>
                  <a:pt x="1677" y="1508"/>
                  <a:pt x="285" y="42"/>
                </a:cubicBezTo>
                <a:cubicBezTo>
                  <a:pt x="257" y="13"/>
                  <a:pt x="225" y="1"/>
                  <a:pt x="194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807;p30">
            <a:extLst>
              <a:ext uri="{FF2B5EF4-FFF2-40B4-BE49-F238E27FC236}">
                <a16:creationId xmlns:a16="http://schemas.microsoft.com/office/drawing/2014/main" id="{B73033A4-00B7-4FCB-9C4A-4AC73706F637}"/>
              </a:ext>
            </a:extLst>
          </p:cNvPr>
          <p:cNvSpPr txBox="1">
            <a:spLocks/>
          </p:cNvSpPr>
          <p:nvPr/>
        </p:nvSpPr>
        <p:spPr>
          <a:xfrm>
            <a:off x="6065953" y="1355752"/>
            <a:ext cx="762818" cy="5257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500" b="0" i="0" u="none" strike="noStrike" cap="none">
                <a:solidFill>
                  <a:schemeClr val="lt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31" name="Google Shape;809;p30">
            <a:extLst>
              <a:ext uri="{FF2B5EF4-FFF2-40B4-BE49-F238E27FC236}">
                <a16:creationId xmlns:a16="http://schemas.microsoft.com/office/drawing/2014/main" id="{84477CD0-44FC-4C8E-A16E-FC214AFB40CA}"/>
              </a:ext>
            </a:extLst>
          </p:cNvPr>
          <p:cNvSpPr txBox="1">
            <a:spLocks/>
          </p:cNvSpPr>
          <p:nvPr/>
        </p:nvSpPr>
        <p:spPr>
          <a:xfrm>
            <a:off x="2275451" y="1832080"/>
            <a:ext cx="2305500" cy="4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sz="1800" dirty="0"/>
              <a:t>Solution</a:t>
            </a:r>
          </a:p>
        </p:txBody>
      </p:sp>
      <p:sp>
        <p:nvSpPr>
          <p:cNvPr id="34" name="Google Shape;932;p33">
            <a:extLst>
              <a:ext uri="{FF2B5EF4-FFF2-40B4-BE49-F238E27FC236}">
                <a16:creationId xmlns:a16="http://schemas.microsoft.com/office/drawing/2014/main" id="{2B84E316-7607-41BC-9DCC-36B222F55F82}"/>
              </a:ext>
            </a:extLst>
          </p:cNvPr>
          <p:cNvSpPr txBox="1">
            <a:spLocks/>
          </p:cNvSpPr>
          <p:nvPr/>
        </p:nvSpPr>
        <p:spPr>
          <a:xfrm>
            <a:off x="692408" y="27817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9pPr>
          </a:lstStyle>
          <a:p>
            <a:r>
              <a:rPr lang="en-US" dirty="0"/>
              <a:t>Table of context</a:t>
            </a:r>
          </a:p>
        </p:txBody>
      </p:sp>
      <p:sp>
        <p:nvSpPr>
          <p:cNvPr id="35" name="Google Shape;809;p30">
            <a:extLst>
              <a:ext uri="{FF2B5EF4-FFF2-40B4-BE49-F238E27FC236}">
                <a16:creationId xmlns:a16="http://schemas.microsoft.com/office/drawing/2014/main" id="{E389F5DA-9BA4-473D-BDF5-A5F6C89E4BED}"/>
              </a:ext>
            </a:extLst>
          </p:cNvPr>
          <p:cNvSpPr txBox="1">
            <a:spLocks/>
          </p:cNvSpPr>
          <p:nvPr/>
        </p:nvSpPr>
        <p:spPr>
          <a:xfrm>
            <a:off x="620707" y="2474114"/>
            <a:ext cx="2305500" cy="4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sz="1800" dirty="0"/>
              <a:t>Problem</a:t>
            </a:r>
          </a:p>
        </p:txBody>
      </p:sp>
      <p:sp>
        <p:nvSpPr>
          <p:cNvPr id="36" name="Google Shape;809;p30">
            <a:extLst>
              <a:ext uri="{FF2B5EF4-FFF2-40B4-BE49-F238E27FC236}">
                <a16:creationId xmlns:a16="http://schemas.microsoft.com/office/drawing/2014/main" id="{15EBCF2E-850B-433A-91B3-88789C6A4E7F}"/>
              </a:ext>
            </a:extLst>
          </p:cNvPr>
          <p:cNvSpPr txBox="1">
            <a:spLocks/>
          </p:cNvSpPr>
          <p:nvPr/>
        </p:nvSpPr>
        <p:spPr>
          <a:xfrm>
            <a:off x="3819350" y="2389529"/>
            <a:ext cx="2305500" cy="4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sz="1800" dirty="0"/>
              <a:t>Metrics</a:t>
            </a:r>
          </a:p>
        </p:txBody>
      </p:sp>
      <p:sp>
        <p:nvSpPr>
          <p:cNvPr id="37" name="Google Shape;809;p30">
            <a:extLst>
              <a:ext uri="{FF2B5EF4-FFF2-40B4-BE49-F238E27FC236}">
                <a16:creationId xmlns:a16="http://schemas.microsoft.com/office/drawing/2014/main" id="{0AD7CBFD-0C44-48A6-A4B0-0AC8D41A3C1D}"/>
              </a:ext>
            </a:extLst>
          </p:cNvPr>
          <p:cNvSpPr txBox="1">
            <a:spLocks/>
          </p:cNvSpPr>
          <p:nvPr/>
        </p:nvSpPr>
        <p:spPr>
          <a:xfrm>
            <a:off x="5290963" y="1844416"/>
            <a:ext cx="2305500" cy="4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sz="1800" dirty="0"/>
              <a:t>Ethics</a:t>
            </a:r>
          </a:p>
        </p:txBody>
      </p:sp>
      <p:grpSp>
        <p:nvGrpSpPr>
          <p:cNvPr id="38" name="Google Shape;398;p17">
            <a:extLst>
              <a:ext uri="{FF2B5EF4-FFF2-40B4-BE49-F238E27FC236}">
                <a16:creationId xmlns:a16="http://schemas.microsoft.com/office/drawing/2014/main" id="{9B4E1E16-A949-407E-A6DA-41E301440D83}"/>
              </a:ext>
            </a:extLst>
          </p:cNvPr>
          <p:cNvGrpSpPr/>
          <p:nvPr/>
        </p:nvGrpSpPr>
        <p:grpSpPr>
          <a:xfrm flipH="1">
            <a:off x="7551200" y="3477575"/>
            <a:ext cx="1329295" cy="1451126"/>
            <a:chOff x="109061" y="3612638"/>
            <a:chExt cx="1329295" cy="1451126"/>
          </a:xfrm>
        </p:grpSpPr>
        <p:grpSp>
          <p:nvGrpSpPr>
            <p:cNvPr id="39" name="Google Shape;399;p17">
              <a:extLst>
                <a:ext uri="{FF2B5EF4-FFF2-40B4-BE49-F238E27FC236}">
                  <a16:creationId xmlns:a16="http://schemas.microsoft.com/office/drawing/2014/main" id="{ECF45928-3A9F-44FE-999A-25C5AF89DB21}"/>
                </a:ext>
              </a:extLst>
            </p:cNvPr>
            <p:cNvGrpSpPr/>
            <p:nvPr/>
          </p:nvGrpSpPr>
          <p:grpSpPr>
            <a:xfrm>
              <a:off x="1181546" y="4522379"/>
              <a:ext cx="256809" cy="379791"/>
              <a:chOff x="4510355" y="4299794"/>
              <a:chExt cx="138144" cy="204299"/>
            </a:xfrm>
          </p:grpSpPr>
          <p:sp>
            <p:nvSpPr>
              <p:cNvPr id="49" name="Google Shape;400;p17">
                <a:extLst>
                  <a:ext uri="{FF2B5EF4-FFF2-40B4-BE49-F238E27FC236}">
                    <a16:creationId xmlns:a16="http://schemas.microsoft.com/office/drawing/2014/main" id="{393AAB60-4FC4-4D7C-9B6D-A2962F096E35}"/>
                  </a:ext>
                </a:extLst>
              </p:cNvPr>
              <p:cNvSpPr/>
              <p:nvPr/>
            </p:nvSpPr>
            <p:spPr>
              <a:xfrm>
                <a:off x="4510355" y="4392307"/>
                <a:ext cx="138144" cy="27946"/>
              </a:xfrm>
              <a:custGeom>
                <a:avLst/>
                <a:gdLst/>
                <a:ahLst/>
                <a:cxnLst/>
                <a:rect l="l" t="t" r="r" b="b"/>
                <a:pathLst>
                  <a:path w="4523" h="915" extrusionOk="0">
                    <a:moveTo>
                      <a:pt x="2059" y="0"/>
                    </a:moveTo>
                    <a:cubicBezTo>
                      <a:pt x="1558" y="0"/>
                      <a:pt x="1054" y="19"/>
                      <a:pt x="547" y="29"/>
                    </a:cubicBezTo>
                    <a:cubicBezTo>
                      <a:pt x="0" y="41"/>
                      <a:pt x="0" y="873"/>
                      <a:pt x="547" y="886"/>
                    </a:cubicBezTo>
                    <a:cubicBezTo>
                      <a:pt x="1054" y="896"/>
                      <a:pt x="1558" y="914"/>
                      <a:pt x="2059" y="914"/>
                    </a:cubicBezTo>
                    <a:cubicBezTo>
                      <a:pt x="2797" y="914"/>
                      <a:pt x="3529" y="875"/>
                      <a:pt x="4262" y="712"/>
                    </a:cubicBezTo>
                    <a:cubicBezTo>
                      <a:pt x="4523" y="662"/>
                      <a:pt x="4523" y="265"/>
                      <a:pt x="4262" y="203"/>
                    </a:cubicBezTo>
                    <a:cubicBezTo>
                      <a:pt x="3529" y="40"/>
                      <a:pt x="2797" y="0"/>
                      <a:pt x="205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401;p17">
                <a:extLst>
                  <a:ext uri="{FF2B5EF4-FFF2-40B4-BE49-F238E27FC236}">
                    <a16:creationId xmlns:a16="http://schemas.microsoft.com/office/drawing/2014/main" id="{AC671AC0-93EF-4E5A-AC88-9C4057A0AF64}"/>
                  </a:ext>
                </a:extLst>
              </p:cNvPr>
              <p:cNvSpPr/>
              <p:nvPr/>
            </p:nvSpPr>
            <p:spPr>
              <a:xfrm>
                <a:off x="4557788" y="4299794"/>
                <a:ext cx="44806" cy="204299"/>
              </a:xfrm>
              <a:custGeom>
                <a:avLst/>
                <a:gdLst/>
                <a:ahLst/>
                <a:cxnLst/>
                <a:rect l="l" t="t" r="r" b="b"/>
                <a:pathLst>
                  <a:path w="1467" h="6689" extrusionOk="0">
                    <a:moveTo>
                      <a:pt x="733" y="1"/>
                    </a:moveTo>
                    <a:cubicBezTo>
                      <a:pt x="575" y="1"/>
                      <a:pt x="416" y="88"/>
                      <a:pt x="385" y="262"/>
                    </a:cubicBezTo>
                    <a:cubicBezTo>
                      <a:pt x="0" y="2374"/>
                      <a:pt x="162" y="4412"/>
                      <a:pt x="485" y="6512"/>
                    </a:cubicBezTo>
                    <a:cubicBezTo>
                      <a:pt x="503" y="6630"/>
                      <a:pt x="615" y="6689"/>
                      <a:pt x="727" y="6689"/>
                    </a:cubicBezTo>
                    <a:cubicBezTo>
                      <a:pt x="839" y="6689"/>
                      <a:pt x="951" y="6630"/>
                      <a:pt x="969" y="6512"/>
                    </a:cubicBezTo>
                    <a:cubicBezTo>
                      <a:pt x="1305" y="4412"/>
                      <a:pt x="1466" y="2374"/>
                      <a:pt x="1081" y="262"/>
                    </a:cubicBezTo>
                    <a:cubicBezTo>
                      <a:pt x="1050" y="88"/>
                      <a:pt x="892" y="1"/>
                      <a:pt x="73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" name="Google Shape;402;p17">
              <a:extLst>
                <a:ext uri="{FF2B5EF4-FFF2-40B4-BE49-F238E27FC236}">
                  <a16:creationId xmlns:a16="http://schemas.microsoft.com/office/drawing/2014/main" id="{EBFF9E41-DA53-499E-ACFD-7E09EA4EC25B}"/>
                </a:ext>
              </a:extLst>
            </p:cNvPr>
            <p:cNvGrpSpPr/>
            <p:nvPr/>
          </p:nvGrpSpPr>
          <p:grpSpPr>
            <a:xfrm>
              <a:off x="109061" y="4133671"/>
              <a:ext cx="109412" cy="161592"/>
              <a:chOff x="3741475" y="3250502"/>
              <a:chExt cx="58855" cy="86924"/>
            </a:xfrm>
          </p:grpSpPr>
          <p:sp>
            <p:nvSpPr>
              <p:cNvPr id="47" name="Google Shape;403;p17">
                <a:extLst>
                  <a:ext uri="{FF2B5EF4-FFF2-40B4-BE49-F238E27FC236}">
                    <a16:creationId xmlns:a16="http://schemas.microsoft.com/office/drawing/2014/main" id="{68F65D6E-D980-47F8-A781-5B0C9A0AE193}"/>
                  </a:ext>
                </a:extLst>
              </p:cNvPr>
              <p:cNvSpPr/>
              <p:nvPr/>
            </p:nvSpPr>
            <p:spPr>
              <a:xfrm>
                <a:off x="3741475" y="3289902"/>
                <a:ext cx="58855" cy="11820"/>
              </a:xfrm>
              <a:custGeom>
                <a:avLst/>
                <a:gdLst/>
                <a:ahLst/>
                <a:cxnLst/>
                <a:rect l="l" t="t" r="r" b="b"/>
                <a:pathLst>
                  <a:path w="1927" h="387" extrusionOk="0">
                    <a:moveTo>
                      <a:pt x="911" y="0"/>
                    </a:moveTo>
                    <a:cubicBezTo>
                      <a:pt x="688" y="0"/>
                      <a:pt x="463" y="10"/>
                      <a:pt x="237" y="15"/>
                    </a:cubicBezTo>
                    <a:cubicBezTo>
                      <a:pt x="1" y="15"/>
                      <a:pt x="1" y="375"/>
                      <a:pt x="237" y="375"/>
                    </a:cubicBezTo>
                    <a:cubicBezTo>
                      <a:pt x="442" y="380"/>
                      <a:pt x="645" y="387"/>
                      <a:pt x="847" y="387"/>
                    </a:cubicBezTo>
                    <a:cubicBezTo>
                      <a:pt x="1172" y="387"/>
                      <a:pt x="1493" y="370"/>
                      <a:pt x="1815" y="301"/>
                    </a:cubicBezTo>
                    <a:cubicBezTo>
                      <a:pt x="1927" y="276"/>
                      <a:pt x="1927" y="115"/>
                      <a:pt x="1815" y="90"/>
                    </a:cubicBezTo>
                    <a:cubicBezTo>
                      <a:pt x="1514" y="18"/>
                      <a:pt x="1214" y="0"/>
                      <a:pt x="91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404;p17">
                <a:extLst>
                  <a:ext uri="{FF2B5EF4-FFF2-40B4-BE49-F238E27FC236}">
                    <a16:creationId xmlns:a16="http://schemas.microsoft.com/office/drawing/2014/main" id="{ACBE674C-8B23-4DE5-9C32-37C3C22B0CCA}"/>
                  </a:ext>
                </a:extLst>
              </p:cNvPr>
              <p:cNvSpPr/>
              <p:nvPr/>
            </p:nvSpPr>
            <p:spPr>
              <a:xfrm>
                <a:off x="3761603" y="3250502"/>
                <a:ext cx="18997" cy="86924"/>
              </a:xfrm>
              <a:custGeom>
                <a:avLst/>
                <a:gdLst/>
                <a:ahLst/>
                <a:cxnLst/>
                <a:rect l="l" t="t" r="r" b="b"/>
                <a:pathLst>
                  <a:path w="622" h="2846" extrusionOk="0">
                    <a:moveTo>
                      <a:pt x="316" y="0"/>
                    </a:moveTo>
                    <a:cubicBezTo>
                      <a:pt x="249" y="0"/>
                      <a:pt x="180" y="38"/>
                      <a:pt x="162" y="112"/>
                    </a:cubicBezTo>
                    <a:cubicBezTo>
                      <a:pt x="0" y="1007"/>
                      <a:pt x="75" y="1877"/>
                      <a:pt x="212" y="2771"/>
                    </a:cubicBezTo>
                    <a:cubicBezTo>
                      <a:pt x="218" y="2821"/>
                      <a:pt x="264" y="2846"/>
                      <a:pt x="312" y="2846"/>
                    </a:cubicBezTo>
                    <a:cubicBezTo>
                      <a:pt x="361" y="2846"/>
                      <a:pt x="410" y="2821"/>
                      <a:pt x="423" y="2771"/>
                    </a:cubicBezTo>
                    <a:cubicBezTo>
                      <a:pt x="559" y="1877"/>
                      <a:pt x="622" y="1007"/>
                      <a:pt x="460" y="112"/>
                    </a:cubicBezTo>
                    <a:cubicBezTo>
                      <a:pt x="448" y="38"/>
                      <a:pt x="382" y="0"/>
                      <a:pt x="31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" name="Google Shape;405;p17">
              <a:extLst>
                <a:ext uri="{FF2B5EF4-FFF2-40B4-BE49-F238E27FC236}">
                  <a16:creationId xmlns:a16="http://schemas.microsoft.com/office/drawing/2014/main" id="{1B97E182-B66C-4B6F-AEC1-71471CA789CE}"/>
                </a:ext>
              </a:extLst>
            </p:cNvPr>
            <p:cNvGrpSpPr/>
            <p:nvPr/>
          </p:nvGrpSpPr>
          <p:grpSpPr>
            <a:xfrm>
              <a:off x="402788" y="4902173"/>
              <a:ext cx="109412" cy="161592"/>
              <a:chOff x="4820760" y="3853535"/>
              <a:chExt cx="58855" cy="86924"/>
            </a:xfrm>
          </p:grpSpPr>
          <p:sp>
            <p:nvSpPr>
              <p:cNvPr id="45" name="Google Shape;406;p17">
                <a:extLst>
                  <a:ext uri="{FF2B5EF4-FFF2-40B4-BE49-F238E27FC236}">
                    <a16:creationId xmlns:a16="http://schemas.microsoft.com/office/drawing/2014/main" id="{8E5B7330-8361-48C9-A244-8B867F6AF5F8}"/>
                  </a:ext>
                </a:extLst>
              </p:cNvPr>
              <p:cNvSpPr/>
              <p:nvPr/>
            </p:nvSpPr>
            <p:spPr>
              <a:xfrm>
                <a:off x="4820760" y="3892905"/>
                <a:ext cx="58855" cy="11850"/>
              </a:xfrm>
              <a:custGeom>
                <a:avLst/>
                <a:gdLst/>
                <a:ahLst/>
                <a:cxnLst/>
                <a:rect l="l" t="t" r="r" b="b"/>
                <a:pathLst>
                  <a:path w="1927" h="388" extrusionOk="0">
                    <a:moveTo>
                      <a:pt x="911" y="1"/>
                    </a:moveTo>
                    <a:cubicBezTo>
                      <a:pt x="688" y="1"/>
                      <a:pt x="463" y="10"/>
                      <a:pt x="237" y="16"/>
                    </a:cubicBezTo>
                    <a:cubicBezTo>
                      <a:pt x="1" y="16"/>
                      <a:pt x="1" y="376"/>
                      <a:pt x="237" y="376"/>
                    </a:cubicBezTo>
                    <a:cubicBezTo>
                      <a:pt x="442" y="381"/>
                      <a:pt x="645" y="387"/>
                      <a:pt x="847" y="387"/>
                    </a:cubicBezTo>
                    <a:cubicBezTo>
                      <a:pt x="1172" y="387"/>
                      <a:pt x="1493" y="370"/>
                      <a:pt x="1815" y="301"/>
                    </a:cubicBezTo>
                    <a:cubicBezTo>
                      <a:pt x="1927" y="277"/>
                      <a:pt x="1927" y="115"/>
                      <a:pt x="1815" y="90"/>
                    </a:cubicBezTo>
                    <a:cubicBezTo>
                      <a:pt x="1514" y="19"/>
                      <a:pt x="1214" y="1"/>
                      <a:pt x="91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407;p17">
                <a:extLst>
                  <a:ext uri="{FF2B5EF4-FFF2-40B4-BE49-F238E27FC236}">
                    <a16:creationId xmlns:a16="http://schemas.microsoft.com/office/drawing/2014/main" id="{A9C6AA62-FAE8-4EDB-81D3-991DA5F388C3}"/>
                  </a:ext>
                </a:extLst>
              </p:cNvPr>
              <p:cNvSpPr/>
              <p:nvPr/>
            </p:nvSpPr>
            <p:spPr>
              <a:xfrm>
                <a:off x="4841254" y="3853535"/>
                <a:ext cx="19028" cy="86924"/>
              </a:xfrm>
              <a:custGeom>
                <a:avLst/>
                <a:gdLst/>
                <a:ahLst/>
                <a:cxnLst/>
                <a:rect l="l" t="t" r="r" b="b"/>
                <a:pathLst>
                  <a:path w="623" h="2846" extrusionOk="0">
                    <a:moveTo>
                      <a:pt x="307" y="0"/>
                    </a:moveTo>
                    <a:cubicBezTo>
                      <a:pt x="240" y="0"/>
                      <a:pt x="175" y="37"/>
                      <a:pt x="162" y="112"/>
                    </a:cubicBezTo>
                    <a:cubicBezTo>
                      <a:pt x="1" y="1006"/>
                      <a:pt x="63" y="1876"/>
                      <a:pt x="200" y="2771"/>
                    </a:cubicBezTo>
                    <a:cubicBezTo>
                      <a:pt x="212" y="2821"/>
                      <a:pt x="262" y="2845"/>
                      <a:pt x="310" y="2845"/>
                    </a:cubicBezTo>
                    <a:cubicBezTo>
                      <a:pt x="358" y="2845"/>
                      <a:pt x="405" y="2821"/>
                      <a:pt x="411" y="2771"/>
                    </a:cubicBezTo>
                    <a:cubicBezTo>
                      <a:pt x="547" y="1876"/>
                      <a:pt x="622" y="1006"/>
                      <a:pt x="461" y="112"/>
                    </a:cubicBezTo>
                    <a:cubicBezTo>
                      <a:pt x="442" y="37"/>
                      <a:pt x="374" y="0"/>
                      <a:pt x="30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2" name="Google Shape;408;p17">
              <a:extLst>
                <a:ext uri="{FF2B5EF4-FFF2-40B4-BE49-F238E27FC236}">
                  <a16:creationId xmlns:a16="http://schemas.microsoft.com/office/drawing/2014/main" id="{67DCA06D-0D7F-4C3B-9F5E-691B880E1E5B}"/>
                </a:ext>
              </a:extLst>
            </p:cNvPr>
            <p:cNvSpPr/>
            <p:nvPr/>
          </p:nvSpPr>
          <p:spPr>
            <a:xfrm>
              <a:off x="725755" y="4594094"/>
              <a:ext cx="107991" cy="84031"/>
            </a:xfrm>
            <a:custGeom>
              <a:avLst/>
              <a:gdLst/>
              <a:ahLst/>
              <a:cxnLst/>
              <a:rect l="l" t="t" r="r" b="b"/>
              <a:pathLst>
                <a:path w="1902" h="1480" extrusionOk="0">
                  <a:moveTo>
                    <a:pt x="958" y="1"/>
                  </a:moveTo>
                  <a:cubicBezTo>
                    <a:pt x="1" y="1"/>
                    <a:pt x="1" y="1480"/>
                    <a:pt x="958" y="1480"/>
                  </a:cubicBezTo>
                  <a:cubicBezTo>
                    <a:pt x="1902" y="1480"/>
                    <a:pt x="1902" y="1"/>
                    <a:pt x="9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09;p17">
              <a:extLst>
                <a:ext uri="{FF2B5EF4-FFF2-40B4-BE49-F238E27FC236}">
                  <a16:creationId xmlns:a16="http://schemas.microsoft.com/office/drawing/2014/main" id="{E7B015B7-1934-47CC-B427-97EE30771339}"/>
                </a:ext>
              </a:extLst>
            </p:cNvPr>
            <p:cNvSpPr/>
            <p:nvPr/>
          </p:nvSpPr>
          <p:spPr>
            <a:xfrm>
              <a:off x="218484" y="3612638"/>
              <a:ext cx="69155" cy="53655"/>
            </a:xfrm>
            <a:custGeom>
              <a:avLst/>
              <a:gdLst/>
              <a:ahLst/>
              <a:cxnLst/>
              <a:rect l="l" t="t" r="r" b="b"/>
              <a:pathLst>
                <a:path w="1218" h="945" extrusionOk="0">
                  <a:moveTo>
                    <a:pt x="609" y="1"/>
                  </a:moveTo>
                  <a:cubicBezTo>
                    <a:pt x="0" y="1"/>
                    <a:pt x="0" y="945"/>
                    <a:pt x="609" y="945"/>
                  </a:cubicBezTo>
                  <a:cubicBezTo>
                    <a:pt x="1218" y="945"/>
                    <a:pt x="1218" y="1"/>
                    <a:pt x="60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10;p17">
              <a:extLst>
                <a:ext uri="{FF2B5EF4-FFF2-40B4-BE49-F238E27FC236}">
                  <a16:creationId xmlns:a16="http://schemas.microsoft.com/office/drawing/2014/main" id="{A6F6DBBA-AD35-4F07-903E-9C4B66220630}"/>
                </a:ext>
              </a:extLst>
            </p:cNvPr>
            <p:cNvSpPr/>
            <p:nvPr/>
          </p:nvSpPr>
          <p:spPr>
            <a:xfrm>
              <a:off x="129154" y="4790155"/>
              <a:ext cx="69212" cy="53712"/>
            </a:xfrm>
            <a:custGeom>
              <a:avLst/>
              <a:gdLst/>
              <a:ahLst/>
              <a:cxnLst/>
              <a:rect l="l" t="t" r="r" b="b"/>
              <a:pathLst>
                <a:path w="1219" h="946" extrusionOk="0">
                  <a:moveTo>
                    <a:pt x="610" y="1"/>
                  </a:moveTo>
                  <a:cubicBezTo>
                    <a:pt x="1" y="1"/>
                    <a:pt x="1" y="945"/>
                    <a:pt x="610" y="945"/>
                  </a:cubicBezTo>
                  <a:cubicBezTo>
                    <a:pt x="1218" y="945"/>
                    <a:pt x="1218" y="1"/>
                    <a:pt x="6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" name="Google Shape;411;p17">
            <a:extLst>
              <a:ext uri="{FF2B5EF4-FFF2-40B4-BE49-F238E27FC236}">
                <a16:creationId xmlns:a16="http://schemas.microsoft.com/office/drawing/2014/main" id="{B63733A4-6BC0-4A02-A284-9BD7EE0539A4}"/>
              </a:ext>
            </a:extLst>
          </p:cNvPr>
          <p:cNvGrpSpPr/>
          <p:nvPr/>
        </p:nvGrpSpPr>
        <p:grpSpPr>
          <a:xfrm>
            <a:off x="122468" y="69120"/>
            <a:ext cx="283024" cy="418560"/>
            <a:chOff x="4510355" y="4299794"/>
            <a:chExt cx="138144" cy="204299"/>
          </a:xfrm>
        </p:grpSpPr>
        <p:sp>
          <p:nvSpPr>
            <p:cNvPr id="52" name="Google Shape;412;p17">
              <a:extLst>
                <a:ext uri="{FF2B5EF4-FFF2-40B4-BE49-F238E27FC236}">
                  <a16:creationId xmlns:a16="http://schemas.microsoft.com/office/drawing/2014/main" id="{554C1B84-8DC0-4B41-B075-7A5F5615F062}"/>
                </a:ext>
              </a:extLst>
            </p:cNvPr>
            <p:cNvSpPr/>
            <p:nvPr/>
          </p:nvSpPr>
          <p:spPr>
            <a:xfrm>
              <a:off x="4510355" y="4392307"/>
              <a:ext cx="138144" cy="27946"/>
            </a:xfrm>
            <a:custGeom>
              <a:avLst/>
              <a:gdLst/>
              <a:ahLst/>
              <a:cxnLst/>
              <a:rect l="l" t="t" r="r" b="b"/>
              <a:pathLst>
                <a:path w="4523" h="915" extrusionOk="0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413;p17">
              <a:extLst>
                <a:ext uri="{FF2B5EF4-FFF2-40B4-BE49-F238E27FC236}">
                  <a16:creationId xmlns:a16="http://schemas.microsoft.com/office/drawing/2014/main" id="{BBECED96-F87B-4266-AF81-BB0C40E83920}"/>
                </a:ext>
              </a:extLst>
            </p:cNvPr>
            <p:cNvSpPr/>
            <p:nvPr/>
          </p:nvSpPr>
          <p:spPr>
            <a:xfrm>
              <a:off x="4557788" y="4299794"/>
              <a:ext cx="44806" cy="204299"/>
            </a:xfrm>
            <a:custGeom>
              <a:avLst/>
              <a:gdLst/>
              <a:ahLst/>
              <a:cxnLst/>
              <a:rect l="l" t="t" r="r" b="b"/>
              <a:pathLst>
                <a:path w="1467" h="6689" extrusionOk="0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" name="Google Shape;414;p17">
            <a:extLst>
              <a:ext uri="{FF2B5EF4-FFF2-40B4-BE49-F238E27FC236}">
                <a16:creationId xmlns:a16="http://schemas.microsoft.com/office/drawing/2014/main" id="{53B1884A-198B-4DFC-B090-E3961D5AE6C1}"/>
              </a:ext>
            </a:extLst>
          </p:cNvPr>
          <p:cNvGrpSpPr/>
          <p:nvPr/>
        </p:nvGrpSpPr>
        <p:grpSpPr>
          <a:xfrm>
            <a:off x="101813" y="478549"/>
            <a:ext cx="90726" cy="133993"/>
            <a:chOff x="3741475" y="3250502"/>
            <a:chExt cx="58855" cy="86924"/>
          </a:xfrm>
        </p:grpSpPr>
        <p:sp>
          <p:nvSpPr>
            <p:cNvPr id="55" name="Google Shape;415;p17">
              <a:extLst>
                <a:ext uri="{FF2B5EF4-FFF2-40B4-BE49-F238E27FC236}">
                  <a16:creationId xmlns:a16="http://schemas.microsoft.com/office/drawing/2014/main" id="{3368FEC9-0549-43B8-B0BC-1EDBF7573357}"/>
                </a:ext>
              </a:extLst>
            </p:cNvPr>
            <p:cNvSpPr/>
            <p:nvPr/>
          </p:nvSpPr>
          <p:spPr>
            <a:xfrm>
              <a:off x="3741475" y="3289902"/>
              <a:ext cx="58855" cy="11820"/>
            </a:xfrm>
            <a:custGeom>
              <a:avLst/>
              <a:gdLst/>
              <a:ahLst/>
              <a:cxnLst/>
              <a:rect l="l" t="t" r="r" b="b"/>
              <a:pathLst>
                <a:path w="1927" h="387" extrusionOk="0">
                  <a:moveTo>
                    <a:pt x="911" y="0"/>
                  </a:moveTo>
                  <a:cubicBezTo>
                    <a:pt x="688" y="0"/>
                    <a:pt x="463" y="10"/>
                    <a:pt x="237" y="15"/>
                  </a:cubicBezTo>
                  <a:cubicBezTo>
                    <a:pt x="1" y="15"/>
                    <a:pt x="1" y="375"/>
                    <a:pt x="237" y="375"/>
                  </a:cubicBezTo>
                  <a:cubicBezTo>
                    <a:pt x="442" y="380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6"/>
                    <a:pt x="1927" y="115"/>
                    <a:pt x="1815" y="90"/>
                  </a:cubicBezTo>
                  <a:cubicBezTo>
                    <a:pt x="1514" y="18"/>
                    <a:pt x="1214" y="0"/>
                    <a:pt x="9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416;p17">
              <a:extLst>
                <a:ext uri="{FF2B5EF4-FFF2-40B4-BE49-F238E27FC236}">
                  <a16:creationId xmlns:a16="http://schemas.microsoft.com/office/drawing/2014/main" id="{0F19D6A6-C4C3-4D15-AD29-5507F2DC4691}"/>
                </a:ext>
              </a:extLst>
            </p:cNvPr>
            <p:cNvSpPr/>
            <p:nvPr/>
          </p:nvSpPr>
          <p:spPr>
            <a:xfrm>
              <a:off x="3761603" y="3250502"/>
              <a:ext cx="18997" cy="86924"/>
            </a:xfrm>
            <a:custGeom>
              <a:avLst/>
              <a:gdLst/>
              <a:ahLst/>
              <a:cxnLst/>
              <a:rect l="l" t="t" r="r" b="b"/>
              <a:pathLst>
                <a:path w="622" h="2846" extrusionOk="0">
                  <a:moveTo>
                    <a:pt x="316" y="0"/>
                  </a:moveTo>
                  <a:cubicBezTo>
                    <a:pt x="249" y="0"/>
                    <a:pt x="180" y="38"/>
                    <a:pt x="162" y="112"/>
                  </a:cubicBezTo>
                  <a:cubicBezTo>
                    <a:pt x="0" y="1007"/>
                    <a:pt x="75" y="1877"/>
                    <a:pt x="212" y="2771"/>
                  </a:cubicBezTo>
                  <a:cubicBezTo>
                    <a:pt x="218" y="2821"/>
                    <a:pt x="264" y="2846"/>
                    <a:pt x="312" y="2846"/>
                  </a:cubicBezTo>
                  <a:cubicBezTo>
                    <a:pt x="361" y="2846"/>
                    <a:pt x="410" y="2821"/>
                    <a:pt x="423" y="2771"/>
                  </a:cubicBezTo>
                  <a:cubicBezTo>
                    <a:pt x="559" y="1877"/>
                    <a:pt x="622" y="1007"/>
                    <a:pt x="460" y="112"/>
                  </a:cubicBezTo>
                  <a:cubicBezTo>
                    <a:pt x="448" y="38"/>
                    <a:pt x="382" y="0"/>
                    <a:pt x="31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" name="Google Shape;417;p17">
            <a:extLst>
              <a:ext uri="{FF2B5EF4-FFF2-40B4-BE49-F238E27FC236}">
                <a16:creationId xmlns:a16="http://schemas.microsoft.com/office/drawing/2014/main" id="{5D4C1F09-5FC1-4601-A60F-864FE887F5F2}"/>
              </a:ext>
            </a:extLst>
          </p:cNvPr>
          <p:cNvGrpSpPr/>
          <p:nvPr/>
        </p:nvGrpSpPr>
        <p:grpSpPr>
          <a:xfrm>
            <a:off x="529981" y="250075"/>
            <a:ext cx="90726" cy="133993"/>
            <a:chOff x="4820760" y="3853535"/>
            <a:chExt cx="58855" cy="86924"/>
          </a:xfrm>
        </p:grpSpPr>
        <p:sp>
          <p:nvSpPr>
            <p:cNvPr id="58" name="Google Shape;418;p17">
              <a:extLst>
                <a:ext uri="{FF2B5EF4-FFF2-40B4-BE49-F238E27FC236}">
                  <a16:creationId xmlns:a16="http://schemas.microsoft.com/office/drawing/2014/main" id="{E857C968-D48B-41C9-B0A1-A466E031AEB3}"/>
                </a:ext>
              </a:extLst>
            </p:cNvPr>
            <p:cNvSpPr/>
            <p:nvPr/>
          </p:nvSpPr>
          <p:spPr>
            <a:xfrm>
              <a:off x="4820760" y="3892905"/>
              <a:ext cx="58855" cy="11850"/>
            </a:xfrm>
            <a:custGeom>
              <a:avLst/>
              <a:gdLst/>
              <a:ahLst/>
              <a:cxnLst/>
              <a:rect l="l" t="t" r="r" b="b"/>
              <a:pathLst>
                <a:path w="1927" h="388" extrusionOk="0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419;p17">
              <a:extLst>
                <a:ext uri="{FF2B5EF4-FFF2-40B4-BE49-F238E27FC236}">
                  <a16:creationId xmlns:a16="http://schemas.microsoft.com/office/drawing/2014/main" id="{FD011E73-2822-46BE-90C6-DA3D2439D36F}"/>
                </a:ext>
              </a:extLst>
            </p:cNvPr>
            <p:cNvSpPr/>
            <p:nvPr/>
          </p:nvSpPr>
          <p:spPr>
            <a:xfrm>
              <a:off x="4841254" y="3853535"/>
              <a:ext cx="19028" cy="86924"/>
            </a:xfrm>
            <a:custGeom>
              <a:avLst/>
              <a:gdLst/>
              <a:ahLst/>
              <a:cxnLst/>
              <a:rect l="l" t="t" r="r" b="b"/>
              <a:pathLst>
                <a:path w="623" h="2846" extrusionOk="0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420;p17">
            <a:extLst>
              <a:ext uri="{FF2B5EF4-FFF2-40B4-BE49-F238E27FC236}">
                <a16:creationId xmlns:a16="http://schemas.microsoft.com/office/drawing/2014/main" id="{C626ECDB-A885-47E8-80B4-6983C2F2255F}"/>
              </a:ext>
            </a:extLst>
          </p:cNvPr>
          <p:cNvSpPr/>
          <p:nvPr/>
        </p:nvSpPr>
        <p:spPr>
          <a:xfrm>
            <a:off x="334423" y="1825391"/>
            <a:ext cx="89546" cy="69678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421;p17">
            <a:extLst>
              <a:ext uri="{FF2B5EF4-FFF2-40B4-BE49-F238E27FC236}">
                <a16:creationId xmlns:a16="http://schemas.microsoft.com/office/drawing/2014/main" id="{9524D4BB-EE8E-4AEC-8F24-01332329D03E}"/>
              </a:ext>
            </a:extLst>
          </p:cNvPr>
          <p:cNvSpPr/>
          <p:nvPr/>
        </p:nvSpPr>
        <p:spPr>
          <a:xfrm>
            <a:off x="118511" y="1648747"/>
            <a:ext cx="57343" cy="44491"/>
          </a:xfrm>
          <a:custGeom>
            <a:avLst/>
            <a:gdLst/>
            <a:ahLst/>
            <a:cxnLst/>
            <a:rect l="l" t="t" r="r" b="b"/>
            <a:pathLst>
              <a:path w="1218" h="945" extrusionOk="0">
                <a:moveTo>
                  <a:pt x="609" y="1"/>
                </a:moveTo>
                <a:cubicBezTo>
                  <a:pt x="0" y="1"/>
                  <a:pt x="0" y="945"/>
                  <a:pt x="609" y="945"/>
                </a:cubicBezTo>
                <a:cubicBezTo>
                  <a:pt x="1218" y="945"/>
                  <a:pt x="1218" y="1"/>
                  <a:pt x="60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422;p17">
            <a:extLst>
              <a:ext uri="{FF2B5EF4-FFF2-40B4-BE49-F238E27FC236}">
                <a16:creationId xmlns:a16="http://schemas.microsoft.com/office/drawing/2014/main" id="{CD7405CE-F131-4E5C-B828-FA6535AFEBA3}"/>
              </a:ext>
            </a:extLst>
          </p:cNvPr>
          <p:cNvSpPr/>
          <p:nvPr/>
        </p:nvSpPr>
        <p:spPr>
          <a:xfrm>
            <a:off x="393880" y="8842"/>
            <a:ext cx="76277" cy="59194"/>
          </a:xfrm>
          <a:custGeom>
            <a:avLst/>
            <a:gdLst/>
            <a:ahLst/>
            <a:cxnLst/>
            <a:rect l="l" t="t" r="r" b="b"/>
            <a:pathLst>
              <a:path w="1219" h="946" extrusionOk="0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18" y="945"/>
                  <a:pt x="1218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423;p17">
            <a:extLst>
              <a:ext uri="{FF2B5EF4-FFF2-40B4-BE49-F238E27FC236}">
                <a16:creationId xmlns:a16="http://schemas.microsoft.com/office/drawing/2014/main" id="{7DAD4586-9CC0-4DD4-896B-A83BD3874425}"/>
              </a:ext>
            </a:extLst>
          </p:cNvPr>
          <p:cNvGrpSpPr/>
          <p:nvPr/>
        </p:nvGrpSpPr>
        <p:grpSpPr>
          <a:xfrm rot="-658881" flipH="1">
            <a:off x="269204" y="651223"/>
            <a:ext cx="350290" cy="850776"/>
            <a:chOff x="6889800" y="1171275"/>
            <a:chExt cx="483175" cy="1173525"/>
          </a:xfrm>
        </p:grpSpPr>
        <p:sp>
          <p:nvSpPr>
            <p:cNvPr id="64" name="Google Shape;424;p17">
              <a:extLst>
                <a:ext uri="{FF2B5EF4-FFF2-40B4-BE49-F238E27FC236}">
                  <a16:creationId xmlns:a16="http://schemas.microsoft.com/office/drawing/2014/main" id="{0241A403-91D8-43CF-ABD6-72A69954DC2F}"/>
                </a:ext>
              </a:extLst>
            </p:cNvPr>
            <p:cNvSpPr/>
            <p:nvPr/>
          </p:nvSpPr>
          <p:spPr>
            <a:xfrm>
              <a:off x="6889800" y="1171275"/>
              <a:ext cx="483175" cy="1173525"/>
            </a:xfrm>
            <a:custGeom>
              <a:avLst/>
              <a:gdLst/>
              <a:ahLst/>
              <a:cxnLst/>
              <a:rect l="l" t="t" r="r" b="b"/>
              <a:pathLst>
                <a:path w="19327" h="46941" extrusionOk="0">
                  <a:moveTo>
                    <a:pt x="9247" y="731"/>
                  </a:moveTo>
                  <a:cubicBezTo>
                    <a:pt x="9512" y="731"/>
                    <a:pt x="9806" y="760"/>
                    <a:pt x="10158" y="941"/>
                  </a:cubicBezTo>
                  <a:cubicBezTo>
                    <a:pt x="9317" y="1027"/>
                    <a:pt x="8603" y="1182"/>
                    <a:pt x="7893" y="1182"/>
                  </a:cubicBezTo>
                  <a:cubicBezTo>
                    <a:pt x="7702" y="1182"/>
                    <a:pt x="7512" y="1171"/>
                    <a:pt x="7320" y="1145"/>
                  </a:cubicBezTo>
                  <a:cubicBezTo>
                    <a:pt x="7219" y="1132"/>
                    <a:pt x="7116" y="1126"/>
                    <a:pt x="7011" y="1126"/>
                  </a:cubicBezTo>
                  <a:cubicBezTo>
                    <a:pt x="6599" y="1126"/>
                    <a:pt x="6169" y="1214"/>
                    <a:pt x="5769" y="1301"/>
                  </a:cubicBezTo>
                  <a:cubicBezTo>
                    <a:pt x="4860" y="1505"/>
                    <a:pt x="3919" y="1458"/>
                    <a:pt x="3041" y="1787"/>
                  </a:cubicBezTo>
                  <a:cubicBezTo>
                    <a:pt x="3028" y="1790"/>
                    <a:pt x="3012" y="1791"/>
                    <a:pt x="2994" y="1791"/>
                  </a:cubicBezTo>
                  <a:cubicBezTo>
                    <a:pt x="2908" y="1791"/>
                    <a:pt x="2783" y="1761"/>
                    <a:pt x="2744" y="1709"/>
                  </a:cubicBezTo>
                  <a:cubicBezTo>
                    <a:pt x="2681" y="1599"/>
                    <a:pt x="2791" y="1505"/>
                    <a:pt x="2885" y="1442"/>
                  </a:cubicBezTo>
                  <a:cubicBezTo>
                    <a:pt x="3635" y="995"/>
                    <a:pt x="4465" y="747"/>
                    <a:pt x="5325" y="747"/>
                  </a:cubicBezTo>
                  <a:cubicBezTo>
                    <a:pt x="5400" y="747"/>
                    <a:pt x="5474" y="749"/>
                    <a:pt x="5549" y="753"/>
                  </a:cubicBezTo>
                  <a:cubicBezTo>
                    <a:pt x="5902" y="768"/>
                    <a:pt x="6255" y="773"/>
                    <a:pt x="6608" y="773"/>
                  </a:cubicBezTo>
                  <a:cubicBezTo>
                    <a:pt x="7368" y="773"/>
                    <a:pt x="8128" y="748"/>
                    <a:pt x="8888" y="737"/>
                  </a:cubicBezTo>
                  <a:cubicBezTo>
                    <a:pt x="9003" y="737"/>
                    <a:pt x="9122" y="731"/>
                    <a:pt x="9247" y="731"/>
                  </a:cubicBezTo>
                  <a:close/>
                  <a:moveTo>
                    <a:pt x="10079" y="1669"/>
                  </a:moveTo>
                  <a:cubicBezTo>
                    <a:pt x="10600" y="1669"/>
                    <a:pt x="10734" y="1848"/>
                    <a:pt x="10832" y="2446"/>
                  </a:cubicBezTo>
                  <a:cubicBezTo>
                    <a:pt x="10941" y="2994"/>
                    <a:pt x="10988" y="3543"/>
                    <a:pt x="10941" y="4107"/>
                  </a:cubicBezTo>
                  <a:cubicBezTo>
                    <a:pt x="10910" y="4515"/>
                    <a:pt x="10879" y="4922"/>
                    <a:pt x="10847" y="5424"/>
                  </a:cubicBezTo>
                  <a:cubicBezTo>
                    <a:pt x="10232" y="5585"/>
                    <a:pt x="9671" y="5787"/>
                    <a:pt x="9075" y="5787"/>
                  </a:cubicBezTo>
                  <a:cubicBezTo>
                    <a:pt x="9034" y="5787"/>
                    <a:pt x="8992" y="5786"/>
                    <a:pt x="8951" y="5784"/>
                  </a:cubicBezTo>
                  <a:cubicBezTo>
                    <a:pt x="8653" y="5769"/>
                    <a:pt x="8355" y="5737"/>
                    <a:pt x="8073" y="5674"/>
                  </a:cubicBezTo>
                  <a:cubicBezTo>
                    <a:pt x="7806" y="5612"/>
                    <a:pt x="7618" y="5439"/>
                    <a:pt x="7587" y="5142"/>
                  </a:cubicBezTo>
                  <a:cubicBezTo>
                    <a:pt x="7477" y="4170"/>
                    <a:pt x="7571" y="3214"/>
                    <a:pt x="7822" y="2273"/>
                  </a:cubicBezTo>
                  <a:cubicBezTo>
                    <a:pt x="7869" y="2069"/>
                    <a:pt x="7994" y="1944"/>
                    <a:pt x="8198" y="1913"/>
                  </a:cubicBezTo>
                  <a:cubicBezTo>
                    <a:pt x="8747" y="1819"/>
                    <a:pt x="9295" y="1725"/>
                    <a:pt x="9860" y="1678"/>
                  </a:cubicBezTo>
                  <a:cubicBezTo>
                    <a:pt x="9940" y="1672"/>
                    <a:pt x="10012" y="1669"/>
                    <a:pt x="10079" y="1669"/>
                  </a:cubicBezTo>
                  <a:close/>
                  <a:moveTo>
                    <a:pt x="10661" y="6212"/>
                  </a:moveTo>
                  <a:cubicBezTo>
                    <a:pt x="11412" y="6212"/>
                    <a:pt x="11729" y="6987"/>
                    <a:pt x="11553" y="7775"/>
                  </a:cubicBezTo>
                  <a:cubicBezTo>
                    <a:pt x="11506" y="7979"/>
                    <a:pt x="11364" y="8104"/>
                    <a:pt x="11192" y="8182"/>
                  </a:cubicBezTo>
                  <a:cubicBezTo>
                    <a:pt x="10847" y="8339"/>
                    <a:pt x="10502" y="8464"/>
                    <a:pt x="10110" y="8464"/>
                  </a:cubicBezTo>
                  <a:lnTo>
                    <a:pt x="9107" y="8464"/>
                  </a:lnTo>
                  <a:cubicBezTo>
                    <a:pt x="9107" y="8480"/>
                    <a:pt x="9107" y="8512"/>
                    <a:pt x="9107" y="8527"/>
                  </a:cubicBezTo>
                  <a:cubicBezTo>
                    <a:pt x="8621" y="8496"/>
                    <a:pt x="8136" y="8496"/>
                    <a:pt x="7650" y="8433"/>
                  </a:cubicBezTo>
                  <a:cubicBezTo>
                    <a:pt x="6897" y="8339"/>
                    <a:pt x="6788" y="8167"/>
                    <a:pt x="6882" y="7399"/>
                  </a:cubicBezTo>
                  <a:cubicBezTo>
                    <a:pt x="6897" y="7352"/>
                    <a:pt x="6897" y="7320"/>
                    <a:pt x="6897" y="7273"/>
                  </a:cubicBezTo>
                  <a:cubicBezTo>
                    <a:pt x="6960" y="6866"/>
                    <a:pt x="7211" y="6615"/>
                    <a:pt x="7618" y="6521"/>
                  </a:cubicBezTo>
                  <a:cubicBezTo>
                    <a:pt x="7825" y="6482"/>
                    <a:pt x="8042" y="6454"/>
                    <a:pt x="8260" y="6454"/>
                  </a:cubicBezTo>
                  <a:cubicBezTo>
                    <a:pt x="8308" y="6454"/>
                    <a:pt x="8355" y="6455"/>
                    <a:pt x="8402" y="6458"/>
                  </a:cubicBezTo>
                  <a:cubicBezTo>
                    <a:pt x="8540" y="6465"/>
                    <a:pt x="8678" y="6469"/>
                    <a:pt x="8815" y="6469"/>
                  </a:cubicBezTo>
                  <a:cubicBezTo>
                    <a:pt x="9314" y="6469"/>
                    <a:pt x="9803" y="6418"/>
                    <a:pt x="10283" y="6270"/>
                  </a:cubicBezTo>
                  <a:cubicBezTo>
                    <a:pt x="10419" y="6230"/>
                    <a:pt x="10546" y="6212"/>
                    <a:pt x="10661" y="6212"/>
                  </a:cubicBezTo>
                  <a:close/>
                  <a:moveTo>
                    <a:pt x="12926" y="8182"/>
                  </a:moveTo>
                  <a:cubicBezTo>
                    <a:pt x="13100" y="8182"/>
                    <a:pt x="13280" y="8219"/>
                    <a:pt x="13465" y="8276"/>
                  </a:cubicBezTo>
                  <a:cubicBezTo>
                    <a:pt x="13778" y="8370"/>
                    <a:pt x="14107" y="8449"/>
                    <a:pt x="14437" y="8527"/>
                  </a:cubicBezTo>
                  <a:cubicBezTo>
                    <a:pt x="14719" y="8590"/>
                    <a:pt x="15001" y="8653"/>
                    <a:pt x="15330" y="8966"/>
                  </a:cubicBezTo>
                  <a:cubicBezTo>
                    <a:pt x="14499" y="9577"/>
                    <a:pt x="13590" y="9671"/>
                    <a:pt x="12712" y="9781"/>
                  </a:cubicBezTo>
                  <a:cubicBezTo>
                    <a:pt x="11458" y="9938"/>
                    <a:pt x="10189" y="10016"/>
                    <a:pt x="8919" y="10126"/>
                  </a:cubicBezTo>
                  <a:cubicBezTo>
                    <a:pt x="8864" y="10137"/>
                    <a:pt x="8816" y="10148"/>
                    <a:pt x="8765" y="10148"/>
                  </a:cubicBezTo>
                  <a:cubicBezTo>
                    <a:pt x="8744" y="10148"/>
                    <a:pt x="8723" y="10146"/>
                    <a:pt x="8700" y="10142"/>
                  </a:cubicBezTo>
                  <a:cubicBezTo>
                    <a:pt x="8177" y="10080"/>
                    <a:pt x="7651" y="10067"/>
                    <a:pt x="7125" y="10067"/>
                  </a:cubicBezTo>
                  <a:cubicBezTo>
                    <a:pt x="6727" y="10067"/>
                    <a:pt x="6329" y="10074"/>
                    <a:pt x="5930" y="10074"/>
                  </a:cubicBezTo>
                  <a:cubicBezTo>
                    <a:pt x="5511" y="10074"/>
                    <a:pt x="5091" y="10066"/>
                    <a:pt x="4672" y="10032"/>
                  </a:cubicBezTo>
                  <a:cubicBezTo>
                    <a:pt x="4233" y="10001"/>
                    <a:pt x="3778" y="9954"/>
                    <a:pt x="3371" y="9750"/>
                  </a:cubicBezTo>
                  <a:cubicBezTo>
                    <a:pt x="3135" y="9640"/>
                    <a:pt x="3073" y="9358"/>
                    <a:pt x="3292" y="9233"/>
                  </a:cubicBezTo>
                  <a:cubicBezTo>
                    <a:pt x="3935" y="8825"/>
                    <a:pt x="4624" y="8574"/>
                    <a:pt x="5361" y="8417"/>
                  </a:cubicBezTo>
                  <a:cubicBezTo>
                    <a:pt x="5408" y="8410"/>
                    <a:pt x="5454" y="8406"/>
                    <a:pt x="5498" y="8406"/>
                  </a:cubicBezTo>
                  <a:cubicBezTo>
                    <a:pt x="5720" y="8406"/>
                    <a:pt x="5907" y="8504"/>
                    <a:pt x="6051" y="8700"/>
                  </a:cubicBezTo>
                  <a:cubicBezTo>
                    <a:pt x="6286" y="8982"/>
                    <a:pt x="6599" y="9044"/>
                    <a:pt x="6944" y="9091"/>
                  </a:cubicBezTo>
                  <a:cubicBezTo>
                    <a:pt x="7384" y="9133"/>
                    <a:pt x="7820" y="9152"/>
                    <a:pt x="8255" y="9152"/>
                  </a:cubicBezTo>
                  <a:cubicBezTo>
                    <a:pt x="9309" y="9152"/>
                    <a:pt x="10352" y="9036"/>
                    <a:pt x="11396" y="8825"/>
                  </a:cubicBezTo>
                  <a:cubicBezTo>
                    <a:pt x="11709" y="8778"/>
                    <a:pt x="11991" y="8668"/>
                    <a:pt x="12211" y="8464"/>
                  </a:cubicBezTo>
                  <a:cubicBezTo>
                    <a:pt x="12434" y="8260"/>
                    <a:pt x="12673" y="8182"/>
                    <a:pt x="12926" y="8182"/>
                  </a:cubicBezTo>
                  <a:close/>
                  <a:moveTo>
                    <a:pt x="15601" y="9838"/>
                  </a:moveTo>
                  <a:cubicBezTo>
                    <a:pt x="15862" y="9838"/>
                    <a:pt x="15972" y="9944"/>
                    <a:pt x="16082" y="10220"/>
                  </a:cubicBezTo>
                  <a:cubicBezTo>
                    <a:pt x="16098" y="10298"/>
                    <a:pt x="16129" y="10361"/>
                    <a:pt x="16145" y="10439"/>
                  </a:cubicBezTo>
                  <a:cubicBezTo>
                    <a:pt x="16647" y="12446"/>
                    <a:pt x="16992" y="14468"/>
                    <a:pt x="17101" y="16537"/>
                  </a:cubicBezTo>
                  <a:cubicBezTo>
                    <a:pt x="17117" y="16866"/>
                    <a:pt x="17070" y="17211"/>
                    <a:pt x="17117" y="17540"/>
                  </a:cubicBezTo>
                  <a:cubicBezTo>
                    <a:pt x="17477" y="19546"/>
                    <a:pt x="17399" y="21568"/>
                    <a:pt x="17524" y="23590"/>
                  </a:cubicBezTo>
                  <a:cubicBezTo>
                    <a:pt x="17650" y="25299"/>
                    <a:pt x="17791" y="27023"/>
                    <a:pt x="17901" y="28731"/>
                  </a:cubicBezTo>
                  <a:cubicBezTo>
                    <a:pt x="17979" y="30189"/>
                    <a:pt x="18042" y="31647"/>
                    <a:pt x="18136" y="33105"/>
                  </a:cubicBezTo>
                  <a:cubicBezTo>
                    <a:pt x="18277" y="35268"/>
                    <a:pt x="18434" y="37431"/>
                    <a:pt x="18606" y="39594"/>
                  </a:cubicBezTo>
                  <a:cubicBezTo>
                    <a:pt x="18669" y="40424"/>
                    <a:pt x="18637" y="41240"/>
                    <a:pt x="18559" y="42070"/>
                  </a:cubicBezTo>
                  <a:cubicBezTo>
                    <a:pt x="18512" y="42509"/>
                    <a:pt x="18434" y="42964"/>
                    <a:pt x="18402" y="43403"/>
                  </a:cubicBezTo>
                  <a:cubicBezTo>
                    <a:pt x="18371" y="43983"/>
                    <a:pt x="18089" y="44390"/>
                    <a:pt x="17603" y="44672"/>
                  </a:cubicBezTo>
                  <a:cubicBezTo>
                    <a:pt x="17509" y="44735"/>
                    <a:pt x="17415" y="44798"/>
                    <a:pt x="17305" y="44829"/>
                  </a:cubicBezTo>
                  <a:cubicBezTo>
                    <a:pt x="16098" y="45315"/>
                    <a:pt x="14891" y="45816"/>
                    <a:pt x="13575" y="46004"/>
                  </a:cubicBezTo>
                  <a:cubicBezTo>
                    <a:pt x="12603" y="46161"/>
                    <a:pt x="11647" y="46177"/>
                    <a:pt x="10675" y="46224"/>
                  </a:cubicBezTo>
                  <a:cubicBezTo>
                    <a:pt x="10591" y="46224"/>
                    <a:pt x="10515" y="46231"/>
                    <a:pt x="10440" y="46231"/>
                  </a:cubicBezTo>
                  <a:cubicBezTo>
                    <a:pt x="10403" y="46231"/>
                    <a:pt x="10367" y="46229"/>
                    <a:pt x="10330" y="46224"/>
                  </a:cubicBezTo>
                  <a:cubicBezTo>
                    <a:pt x="8998" y="46004"/>
                    <a:pt x="7634" y="46099"/>
                    <a:pt x="6302" y="45973"/>
                  </a:cubicBezTo>
                  <a:cubicBezTo>
                    <a:pt x="5095" y="45848"/>
                    <a:pt x="3856" y="45675"/>
                    <a:pt x="2712" y="45174"/>
                  </a:cubicBezTo>
                  <a:cubicBezTo>
                    <a:pt x="2195" y="44954"/>
                    <a:pt x="1646" y="44860"/>
                    <a:pt x="1223" y="44453"/>
                  </a:cubicBezTo>
                  <a:cubicBezTo>
                    <a:pt x="925" y="44171"/>
                    <a:pt x="753" y="43873"/>
                    <a:pt x="737" y="43481"/>
                  </a:cubicBezTo>
                  <a:cubicBezTo>
                    <a:pt x="706" y="42995"/>
                    <a:pt x="643" y="42509"/>
                    <a:pt x="659" y="42023"/>
                  </a:cubicBezTo>
                  <a:cubicBezTo>
                    <a:pt x="690" y="40158"/>
                    <a:pt x="596" y="38293"/>
                    <a:pt x="753" y="36412"/>
                  </a:cubicBezTo>
                  <a:cubicBezTo>
                    <a:pt x="847" y="35409"/>
                    <a:pt x="769" y="34390"/>
                    <a:pt x="769" y="33387"/>
                  </a:cubicBezTo>
                  <a:cubicBezTo>
                    <a:pt x="737" y="30879"/>
                    <a:pt x="831" y="28371"/>
                    <a:pt x="831" y="25863"/>
                  </a:cubicBezTo>
                  <a:cubicBezTo>
                    <a:pt x="831" y="23339"/>
                    <a:pt x="1207" y="20863"/>
                    <a:pt x="1380" y="18355"/>
                  </a:cubicBezTo>
                  <a:cubicBezTo>
                    <a:pt x="1521" y="16349"/>
                    <a:pt x="1803" y="14342"/>
                    <a:pt x="2023" y="12320"/>
                  </a:cubicBezTo>
                  <a:cubicBezTo>
                    <a:pt x="2070" y="11772"/>
                    <a:pt x="2117" y="11208"/>
                    <a:pt x="2195" y="10659"/>
                  </a:cubicBezTo>
                  <a:cubicBezTo>
                    <a:pt x="2223" y="10417"/>
                    <a:pt x="2381" y="10278"/>
                    <a:pt x="2598" y="10278"/>
                  </a:cubicBezTo>
                  <a:cubicBezTo>
                    <a:pt x="2620" y="10278"/>
                    <a:pt x="2642" y="10280"/>
                    <a:pt x="2665" y="10283"/>
                  </a:cubicBezTo>
                  <a:cubicBezTo>
                    <a:pt x="2932" y="10314"/>
                    <a:pt x="3198" y="10345"/>
                    <a:pt x="3449" y="10408"/>
                  </a:cubicBezTo>
                  <a:cubicBezTo>
                    <a:pt x="4624" y="10690"/>
                    <a:pt x="5816" y="10690"/>
                    <a:pt x="7023" y="10690"/>
                  </a:cubicBezTo>
                  <a:cubicBezTo>
                    <a:pt x="8700" y="10675"/>
                    <a:pt x="10377" y="10612"/>
                    <a:pt x="12054" y="10424"/>
                  </a:cubicBezTo>
                  <a:cubicBezTo>
                    <a:pt x="13026" y="10314"/>
                    <a:pt x="13998" y="10220"/>
                    <a:pt x="14938" y="9938"/>
                  </a:cubicBezTo>
                  <a:cubicBezTo>
                    <a:pt x="15111" y="9875"/>
                    <a:pt x="15299" y="9860"/>
                    <a:pt x="15487" y="9844"/>
                  </a:cubicBezTo>
                  <a:cubicBezTo>
                    <a:pt x="15528" y="9840"/>
                    <a:pt x="15566" y="9838"/>
                    <a:pt x="15601" y="9838"/>
                  </a:cubicBezTo>
                  <a:close/>
                  <a:moveTo>
                    <a:pt x="10142" y="0"/>
                  </a:moveTo>
                  <a:cubicBezTo>
                    <a:pt x="9922" y="0"/>
                    <a:pt x="9703" y="32"/>
                    <a:pt x="9468" y="32"/>
                  </a:cubicBezTo>
                  <a:cubicBezTo>
                    <a:pt x="8759" y="54"/>
                    <a:pt x="8043" y="123"/>
                    <a:pt x="7330" y="123"/>
                  </a:cubicBezTo>
                  <a:cubicBezTo>
                    <a:pt x="7033" y="123"/>
                    <a:pt x="6737" y="111"/>
                    <a:pt x="6443" y="79"/>
                  </a:cubicBezTo>
                  <a:cubicBezTo>
                    <a:pt x="6279" y="60"/>
                    <a:pt x="6116" y="52"/>
                    <a:pt x="5954" y="52"/>
                  </a:cubicBezTo>
                  <a:cubicBezTo>
                    <a:pt x="5291" y="52"/>
                    <a:pt x="4639" y="188"/>
                    <a:pt x="3998" y="314"/>
                  </a:cubicBezTo>
                  <a:cubicBezTo>
                    <a:pt x="3324" y="439"/>
                    <a:pt x="2728" y="753"/>
                    <a:pt x="2179" y="1145"/>
                  </a:cubicBezTo>
                  <a:cubicBezTo>
                    <a:pt x="1709" y="1474"/>
                    <a:pt x="1756" y="2383"/>
                    <a:pt x="2226" y="2712"/>
                  </a:cubicBezTo>
                  <a:cubicBezTo>
                    <a:pt x="2291" y="2751"/>
                    <a:pt x="2398" y="2779"/>
                    <a:pt x="2486" y="2779"/>
                  </a:cubicBezTo>
                  <a:cubicBezTo>
                    <a:pt x="2505" y="2779"/>
                    <a:pt x="2523" y="2777"/>
                    <a:pt x="2540" y="2775"/>
                  </a:cubicBezTo>
                  <a:cubicBezTo>
                    <a:pt x="2681" y="2759"/>
                    <a:pt x="2822" y="2696"/>
                    <a:pt x="2963" y="2634"/>
                  </a:cubicBezTo>
                  <a:cubicBezTo>
                    <a:pt x="4013" y="2054"/>
                    <a:pt x="5204" y="2101"/>
                    <a:pt x="6349" y="1944"/>
                  </a:cubicBezTo>
                  <a:cubicBezTo>
                    <a:pt x="6397" y="1938"/>
                    <a:pt x="6442" y="1934"/>
                    <a:pt x="6485" y="1934"/>
                  </a:cubicBezTo>
                  <a:cubicBezTo>
                    <a:pt x="6862" y="1934"/>
                    <a:pt x="7043" y="2178"/>
                    <a:pt x="7085" y="2587"/>
                  </a:cubicBezTo>
                  <a:cubicBezTo>
                    <a:pt x="7085" y="2696"/>
                    <a:pt x="7085" y="2806"/>
                    <a:pt x="7085" y="2916"/>
                  </a:cubicBezTo>
                  <a:cubicBezTo>
                    <a:pt x="7038" y="3668"/>
                    <a:pt x="6976" y="4405"/>
                    <a:pt x="6929" y="5157"/>
                  </a:cubicBezTo>
                  <a:cubicBezTo>
                    <a:pt x="6913" y="5392"/>
                    <a:pt x="6866" y="5612"/>
                    <a:pt x="6662" y="5753"/>
                  </a:cubicBezTo>
                  <a:cubicBezTo>
                    <a:pt x="6333" y="6004"/>
                    <a:pt x="6255" y="6333"/>
                    <a:pt x="6223" y="6740"/>
                  </a:cubicBezTo>
                  <a:cubicBezTo>
                    <a:pt x="6161" y="7649"/>
                    <a:pt x="6129" y="7712"/>
                    <a:pt x="5283" y="7822"/>
                  </a:cubicBezTo>
                  <a:cubicBezTo>
                    <a:pt x="4421" y="7947"/>
                    <a:pt x="3653" y="8355"/>
                    <a:pt x="2838" y="8637"/>
                  </a:cubicBezTo>
                  <a:cubicBezTo>
                    <a:pt x="1866" y="8982"/>
                    <a:pt x="1584" y="9703"/>
                    <a:pt x="1505" y="10612"/>
                  </a:cubicBezTo>
                  <a:cubicBezTo>
                    <a:pt x="1490" y="10800"/>
                    <a:pt x="1490" y="10988"/>
                    <a:pt x="1490" y="11176"/>
                  </a:cubicBezTo>
                  <a:cubicBezTo>
                    <a:pt x="1474" y="12524"/>
                    <a:pt x="1286" y="13856"/>
                    <a:pt x="1113" y="15204"/>
                  </a:cubicBezTo>
                  <a:cubicBezTo>
                    <a:pt x="957" y="16380"/>
                    <a:pt x="784" y="17571"/>
                    <a:pt x="800" y="18778"/>
                  </a:cubicBezTo>
                  <a:cubicBezTo>
                    <a:pt x="816" y="19405"/>
                    <a:pt x="722" y="20048"/>
                    <a:pt x="659" y="20675"/>
                  </a:cubicBezTo>
                  <a:cubicBezTo>
                    <a:pt x="471" y="22462"/>
                    <a:pt x="251" y="24249"/>
                    <a:pt x="377" y="26051"/>
                  </a:cubicBezTo>
                  <a:cubicBezTo>
                    <a:pt x="408" y="26537"/>
                    <a:pt x="361" y="27039"/>
                    <a:pt x="298" y="27509"/>
                  </a:cubicBezTo>
                  <a:cubicBezTo>
                    <a:pt x="126" y="28747"/>
                    <a:pt x="157" y="29970"/>
                    <a:pt x="204" y="31208"/>
                  </a:cubicBezTo>
                  <a:cubicBezTo>
                    <a:pt x="251" y="32854"/>
                    <a:pt x="204" y="34500"/>
                    <a:pt x="204" y="36145"/>
                  </a:cubicBezTo>
                  <a:lnTo>
                    <a:pt x="173" y="36145"/>
                  </a:lnTo>
                  <a:cubicBezTo>
                    <a:pt x="142" y="38214"/>
                    <a:pt x="110" y="40268"/>
                    <a:pt x="95" y="42321"/>
                  </a:cubicBezTo>
                  <a:cubicBezTo>
                    <a:pt x="95" y="42917"/>
                    <a:pt x="1" y="43528"/>
                    <a:pt x="110" y="44124"/>
                  </a:cubicBezTo>
                  <a:cubicBezTo>
                    <a:pt x="142" y="44312"/>
                    <a:pt x="189" y="44500"/>
                    <a:pt x="361" y="44609"/>
                  </a:cubicBezTo>
                  <a:cubicBezTo>
                    <a:pt x="1082" y="45048"/>
                    <a:pt x="1709" y="45644"/>
                    <a:pt x="2540" y="45942"/>
                  </a:cubicBezTo>
                  <a:cubicBezTo>
                    <a:pt x="3543" y="46287"/>
                    <a:pt x="4593" y="46396"/>
                    <a:pt x="5596" y="46663"/>
                  </a:cubicBezTo>
                  <a:cubicBezTo>
                    <a:pt x="6035" y="46788"/>
                    <a:pt x="6474" y="46804"/>
                    <a:pt x="6929" y="46804"/>
                  </a:cubicBezTo>
                  <a:cubicBezTo>
                    <a:pt x="7085" y="46801"/>
                    <a:pt x="7240" y="46800"/>
                    <a:pt x="7395" y="46800"/>
                  </a:cubicBezTo>
                  <a:cubicBezTo>
                    <a:pt x="8144" y="46800"/>
                    <a:pt x="8884" y="46830"/>
                    <a:pt x="9625" y="46882"/>
                  </a:cubicBezTo>
                  <a:cubicBezTo>
                    <a:pt x="10202" y="46916"/>
                    <a:pt x="10779" y="46941"/>
                    <a:pt x="11354" y="46941"/>
                  </a:cubicBezTo>
                  <a:cubicBezTo>
                    <a:pt x="12903" y="46941"/>
                    <a:pt x="14436" y="46761"/>
                    <a:pt x="15910" y="46099"/>
                  </a:cubicBezTo>
                  <a:cubicBezTo>
                    <a:pt x="16176" y="45973"/>
                    <a:pt x="16474" y="45895"/>
                    <a:pt x="16756" y="45832"/>
                  </a:cubicBezTo>
                  <a:cubicBezTo>
                    <a:pt x="17368" y="45738"/>
                    <a:pt x="17869" y="45440"/>
                    <a:pt x="18340" y="45048"/>
                  </a:cubicBezTo>
                  <a:cubicBezTo>
                    <a:pt x="18622" y="44813"/>
                    <a:pt x="18794" y="44594"/>
                    <a:pt x="18857" y="44233"/>
                  </a:cubicBezTo>
                  <a:cubicBezTo>
                    <a:pt x="19092" y="42635"/>
                    <a:pt x="19327" y="41036"/>
                    <a:pt x="19092" y="39421"/>
                  </a:cubicBezTo>
                  <a:cubicBezTo>
                    <a:pt x="19029" y="38982"/>
                    <a:pt x="19014" y="38528"/>
                    <a:pt x="18982" y="38073"/>
                  </a:cubicBezTo>
                  <a:cubicBezTo>
                    <a:pt x="18778" y="34719"/>
                    <a:pt x="18590" y="31349"/>
                    <a:pt x="18387" y="27995"/>
                  </a:cubicBezTo>
                  <a:cubicBezTo>
                    <a:pt x="18230" y="25189"/>
                    <a:pt x="18073" y="22383"/>
                    <a:pt x="17901" y="19578"/>
                  </a:cubicBezTo>
                  <a:cubicBezTo>
                    <a:pt x="17885" y="19201"/>
                    <a:pt x="17822" y="18841"/>
                    <a:pt x="17775" y="18465"/>
                  </a:cubicBezTo>
                  <a:cubicBezTo>
                    <a:pt x="17728" y="18026"/>
                    <a:pt x="17650" y="17571"/>
                    <a:pt x="17650" y="17132"/>
                  </a:cubicBezTo>
                  <a:cubicBezTo>
                    <a:pt x="17650" y="15878"/>
                    <a:pt x="17524" y="14672"/>
                    <a:pt x="17258" y="13449"/>
                  </a:cubicBezTo>
                  <a:cubicBezTo>
                    <a:pt x="17023" y="12320"/>
                    <a:pt x="16803" y="11176"/>
                    <a:pt x="16647" y="10016"/>
                  </a:cubicBezTo>
                  <a:cubicBezTo>
                    <a:pt x="16568" y="9468"/>
                    <a:pt x="16380" y="9029"/>
                    <a:pt x="16004" y="8637"/>
                  </a:cubicBezTo>
                  <a:cubicBezTo>
                    <a:pt x="15597" y="8229"/>
                    <a:pt x="15173" y="7900"/>
                    <a:pt x="14578" y="7806"/>
                  </a:cubicBezTo>
                  <a:cubicBezTo>
                    <a:pt x="14092" y="7712"/>
                    <a:pt x="13622" y="7587"/>
                    <a:pt x="13151" y="7477"/>
                  </a:cubicBezTo>
                  <a:cubicBezTo>
                    <a:pt x="12665" y="7367"/>
                    <a:pt x="12352" y="7101"/>
                    <a:pt x="12274" y="6599"/>
                  </a:cubicBezTo>
                  <a:cubicBezTo>
                    <a:pt x="12227" y="6301"/>
                    <a:pt x="12211" y="5941"/>
                    <a:pt x="11944" y="5784"/>
                  </a:cubicBezTo>
                  <a:cubicBezTo>
                    <a:pt x="11506" y="5518"/>
                    <a:pt x="11521" y="5095"/>
                    <a:pt x="11490" y="4703"/>
                  </a:cubicBezTo>
                  <a:cubicBezTo>
                    <a:pt x="11458" y="4076"/>
                    <a:pt x="11474" y="3433"/>
                    <a:pt x="11474" y="2806"/>
                  </a:cubicBezTo>
                  <a:cubicBezTo>
                    <a:pt x="11458" y="2602"/>
                    <a:pt x="11600" y="2461"/>
                    <a:pt x="11662" y="2289"/>
                  </a:cubicBezTo>
                  <a:cubicBezTo>
                    <a:pt x="12117" y="972"/>
                    <a:pt x="11568" y="47"/>
                    <a:pt x="1014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425;p17">
              <a:extLst>
                <a:ext uri="{FF2B5EF4-FFF2-40B4-BE49-F238E27FC236}">
                  <a16:creationId xmlns:a16="http://schemas.microsoft.com/office/drawing/2014/main" id="{D44237C2-67B5-484B-8D8D-1AD7ACF392DA}"/>
                </a:ext>
              </a:extLst>
            </p:cNvPr>
            <p:cNvSpPr/>
            <p:nvPr/>
          </p:nvSpPr>
          <p:spPr>
            <a:xfrm>
              <a:off x="6912550" y="1665350"/>
              <a:ext cx="426100" cy="30900"/>
            </a:xfrm>
            <a:custGeom>
              <a:avLst/>
              <a:gdLst/>
              <a:ahLst/>
              <a:cxnLst/>
              <a:rect l="l" t="t" r="r" b="b"/>
              <a:pathLst>
                <a:path w="17044" h="1236" extrusionOk="0">
                  <a:moveTo>
                    <a:pt x="16736" y="1"/>
                  </a:moveTo>
                  <a:cubicBezTo>
                    <a:pt x="16727" y="1"/>
                    <a:pt x="16718" y="1"/>
                    <a:pt x="16708" y="3"/>
                  </a:cubicBezTo>
                  <a:cubicBezTo>
                    <a:pt x="13441" y="558"/>
                    <a:pt x="10134" y="848"/>
                    <a:pt x="6828" y="848"/>
                  </a:cubicBezTo>
                  <a:cubicBezTo>
                    <a:pt x="4631" y="848"/>
                    <a:pt x="2434" y="720"/>
                    <a:pt x="250" y="457"/>
                  </a:cubicBezTo>
                  <a:cubicBezTo>
                    <a:pt x="241" y="456"/>
                    <a:pt x="232" y="455"/>
                    <a:pt x="223" y="455"/>
                  </a:cubicBezTo>
                  <a:cubicBezTo>
                    <a:pt x="0" y="455"/>
                    <a:pt x="9" y="819"/>
                    <a:pt x="250" y="849"/>
                  </a:cubicBezTo>
                  <a:cubicBezTo>
                    <a:pt x="2430" y="1110"/>
                    <a:pt x="4621" y="1235"/>
                    <a:pt x="6813" y="1235"/>
                  </a:cubicBezTo>
                  <a:cubicBezTo>
                    <a:pt x="10155" y="1235"/>
                    <a:pt x="13499" y="944"/>
                    <a:pt x="16803" y="395"/>
                  </a:cubicBezTo>
                  <a:cubicBezTo>
                    <a:pt x="17043" y="349"/>
                    <a:pt x="16952" y="1"/>
                    <a:pt x="167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426;p17">
              <a:extLst>
                <a:ext uri="{FF2B5EF4-FFF2-40B4-BE49-F238E27FC236}">
                  <a16:creationId xmlns:a16="http://schemas.microsoft.com/office/drawing/2014/main" id="{F38DCCB7-B6B3-479E-B9AF-3215222368D9}"/>
                </a:ext>
              </a:extLst>
            </p:cNvPr>
            <p:cNvSpPr/>
            <p:nvPr/>
          </p:nvSpPr>
          <p:spPr>
            <a:xfrm>
              <a:off x="6899375" y="1913575"/>
              <a:ext cx="454050" cy="48350"/>
            </a:xfrm>
            <a:custGeom>
              <a:avLst/>
              <a:gdLst/>
              <a:ahLst/>
              <a:cxnLst/>
              <a:rect l="l" t="t" r="r" b="b"/>
              <a:pathLst>
                <a:path w="18162" h="1934" extrusionOk="0">
                  <a:moveTo>
                    <a:pt x="260" y="1"/>
                  </a:moveTo>
                  <a:cubicBezTo>
                    <a:pt x="70" y="1"/>
                    <a:pt x="0" y="316"/>
                    <a:pt x="213" y="387"/>
                  </a:cubicBezTo>
                  <a:cubicBezTo>
                    <a:pt x="3615" y="1413"/>
                    <a:pt x="7167" y="1934"/>
                    <a:pt x="10717" y="1934"/>
                  </a:cubicBezTo>
                  <a:cubicBezTo>
                    <a:pt x="13137" y="1934"/>
                    <a:pt x="15555" y="1692"/>
                    <a:pt x="17925" y="1202"/>
                  </a:cubicBezTo>
                  <a:cubicBezTo>
                    <a:pt x="18161" y="1158"/>
                    <a:pt x="18078" y="822"/>
                    <a:pt x="17871" y="822"/>
                  </a:cubicBezTo>
                  <a:cubicBezTo>
                    <a:pt x="17858" y="822"/>
                    <a:pt x="17845" y="824"/>
                    <a:pt x="17831" y="826"/>
                  </a:cubicBezTo>
                  <a:cubicBezTo>
                    <a:pt x="15493" y="1308"/>
                    <a:pt x="13106" y="1546"/>
                    <a:pt x="10719" y="1546"/>
                  </a:cubicBezTo>
                  <a:cubicBezTo>
                    <a:pt x="7201" y="1546"/>
                    <a:pt x="3684" y="1029"/>
                    <a:pt x="323" y="11"/>
                  </a:cubicBezTo>
                  <a:cubicBezTo>
                    <a:pt x="301" y="4"/>
                    <a:pt x="280" y="1"/>
                    <a:pt x="2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427;p17">
              <a:extLst>
                <a:ext uri="{FF2B5EF4-FFF2-40B4-BE49-F238E27FC236}">
                  <a16:creationId xmlns:a16="http://schemas.microsoft.com/office/drawing/2014/main" id="{C535D1A2-5E50-4F4F-8E27-F9618A4343E8}"/>
                </a:ext>
              </a:extLst>
            </p:cNvPr>
            <p:cNvSpPr/>
            <p:nvPr/>
          </p:nvSpPr>
          <p:spPr>
            <a:xfrm>
              <a:off x="7037325" y="1754975"/>
              <a:ext cx="249325" cy="30500"/>
            </a:xfrm>
            <a:custGeom>
              <a:avLst/>
              <a:gdLst/>
              <a:ahLst/>
              <a:cxnLst/>
              <a:rect l="l" t="t" r="r" b="b"/>
              <a:pathLst>
                <a:path w="9973" h="1220" extrusionOk="0">
                  <a:moveTo>
                    <a:pt x="7552" y="1"/>
                  </a:moveTo>
                  <a:cubicBezTo>
                    <a:pt x="7453" y="1"/>
                    <a:pt x="7352" y="12"/>
                    <a:pt x="7250" y="38"/>
                  </a:cubicBezTo>
                  <a:cubicBezTo>
                    <a:pt x="6874" y="132"/>
                    <a:pt x="6592" y="383"/>
                    <a:pt x="6263" y="556"/>
                  </a:cubicBezTo>
                  <a:cubicBezTo>
                    <a:pt x="6067" y="667"/>
                    <a:pt x="5896" y="715"/>
                    <a:pt x="5734" y="715"/>
                  </a:cubicBezTo>
                  <a:cubicBezTo>
                    <a:pt x="5442" y="715"/>
                    <a:pt x="5181" y="558"/>
                    <a:pt x="4868" y="336"/>
                  </a:cubicBezTo>
                  <a:cubicBezTo>
                    <a:pt x="4549" y="115"/>
                    <a:pt x="4246" y="9"/>
                    <a:pt x="3929" y="9"/>
                  </a:cubicBezTo>
                  <a:cubicBezTo>
                    <a:pt x="3685" y="9"/>
                    <a:pt x="3433" y="72"/>
                    <a:pt x="3159" y="195"/>
                  </a:cubicBezTo>
                  <a:cubicBezTo>
                    <a:pt x="2752" y="383"/>
                    <a:pt x="2360" y="665"/>
                    <a:pt x="1921" y="744"/>
                  </a:cubicBezTo>
                  <a:cubicBezTo>
                    <a:pt x="1811" y="765"/>
                    <a:pt x="1704" y="775"/>
                    <a:pt x="1601" y="775"/>
                  </a:cubicBezTo>
                  <a:cubicBezTo>
                    <a:pt x="1087" y="775"/>
                    <a:pt x="656" y="527"/>
                    <a:pt x="291" y="148"/>
                  </a:cubicBezTo>
                  <a:cubicBezTo>
                    <a:pt x="263" y="121"/>
                    <a:pt x="230" y="109"/>
                    <a:pt x="197" y="109"/>
                  </a:cubicBezTo>
                  <a:cubicBezTo>
                    <a:pt x="98" y="109"/>
                    <a:pt x="1" y="215"/>
                    <a:pt x="71" y="321"/>
                  </a:cubicBezTo>
                  <a:cubicBezTo>
                    <a:pt x="434" y="852"/>
                    <a:pt x="1065" y="1180"/>
                    <a:pt x="1716" y="1180"/>
                  </a:cubicBezTo>
                  <a:cubicBezTo>
                    <a:pt x="1852" y="1180"/>
                    <a:pt x="1989" y="1165"/>
                    <a:pt x="2125" y="1136"/>
                  </a:cubicBezTo>
                  <a:cubicBezTo>
                    <a:pt x="2595" y="1026"/>
                    <a:pt x="2987" y="728"/>
                    <a:pt x="3441" y="556"/>
                  </a:cubicBezTo>
                  <a:cubicBezTo>
                    <a:pt x="3600" y="494"/>
                    <a:pt x="3739" y="468"/>
                    <a:pt x="3866" y="468"/>
                  </a:cubicBezTo>
                  <a:cubicBezTo>
                    <a:pt x="4352" y="468"/>
                    <a:pt x="4653" y="852"/>
                    <a:pt x="5150" y="1089"/>
                  </a:cubicBezTo>
                  <a:cubicBezTo>
                    <a:pt x="5336" y="1181"/>
                    <a:pt x="5504" y="1219"/>
                    <a:pt x="5662" y="1219"/>
                  </a:cubicBezTo>
                  <a:cubicBezTo>
                    <a:pt x="6277" y="1219"/>
                    <a:pt x="6727" y="643"/>
                    <a:pt x="7376" y="493"/>
                  </a:cubicBezTo>
                  <a:cubicBezTo>
                    <a:pt x="7434" y="482"/>
                    <a:pt x="7494" y="477"/>
                    <a:pt x="7555" y="477"/>
                  </a:cubicBezTo>
                  <a:cubicBezTo>
                    <a:pt x="8073" y="477"/>
                    <a:pt x="8666" y="842"/>
                    <a:pt x="9177" y="842"/>
                  </a:cubicBezTo>
                  <a:cubicBezTo>
                    <a:pt x="9442" y="842"/>
                    <a:pt x="9685" y="744"/>
                    <a:pt x="9884" y="446"/>
                  </a:cubicBezTo>
                  <a:cubicBezTo>
                    <a:pt x="9973" y="318"/>
                    <a:pt x="9854" y="170"/>
                    <a:pt x="9723" y="170"/>
                  </a:cubicBezTo>
                  <a:cubicBezTo>
                    <a:pt x="9693" y="170"/>
                    <a:pt x="9662" y="178"/>
                    <a:pt x="9633" y="195"/>
                  </a:cubicBezTo>
                  <a:cubicBezTo>
                    <a:pt x="9456" y="296"/>
                    <a:pt x="9282" y="333"/>
                    <a:pt x="9109" y="333"/>
                  </a:cubicBezTo>
                  <a:cubicBezTo>
                    <a:pt x="8596" y="333"/>
                    <a:pt x="8093" y="1"/>
                    <a:pt x="75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428;p17">
              <a:extLst>
                <a:ext uri="{FF2B5EF4-FFF2-40B4-BE49-F238E27FC236}">
                  <a16:creationId xmlns:a16="http://schemas.microsoft.com/office/drawing/2014/main" id="{807567CC-282F-4B45-9097-DB43FADB3C69}"/>
                </a:ext>
              </a:extLst>
            </p:cNvPr>
            <p:cNvSpPr/>
            <p:nvPr/>
          </p:nvSpPr>
          <p:spPr>
            <a:xfrm>
              <a:off x="7127075" y="1826375"/>
              <a:ext cx="160875" cy="34600"/>
            </a:xfrm>
            <a:custGeom>
              <a:avLst/>
              <a:gdLst/>
              <a:ahLst/>
              <a:cxnLst/>
              <a:rect l="l" t="t" r="r" b="b"/>
              <a:pathLst>
                <a:path w="6435" h="1384" extrusionOk="0">
                  <a:moveTo>
                    <a:pt x="5822" y="0"/>
                  </a:moveTo>
                  <a:cubicBezTo>
                    <a:pt x="5426" y="0"/>
                    <a:pt x="5033" y="91"/>
                    <a:pt x="4648" y="208"/>
                  </a:cubicBezTo>
                  <a:cubicBezTo>
                    <a:pt x="4141" y="368"/>
                    <a:pt x="3543" y="834"/>
                    <a:pt x="2999" y="834"/>
                  </a:cubicBezTo>
                  <a:cubicBezTo>
                    <a:pt x="2904" y="834"/>
                    <a:pt x="2811" y="820"/>
                    <a:pt x="2720" y="788"/>
                  </a:cubicBezTo>
                  <a:cubicBezTo>
                    <a:pt x="2297" y="631"/>
                    <a:pt x="1967" y="411"/>
                    <a:pt x="1497" y="396"/>
                  </a:cubicBezTo>
                  <a:cubicBezTo>
                    <a:pt x="1451" y="393"/>
                    <a:pt x="1404" y="391"/>
                    <a:pt x="1358" y="391"/>
                  </a:cubicBezTo>
                  <a:cubicBezTo>
                    <a:pt x="908" y="391"/>
                    <a:pt x="483" y="527"/>
                    <a:pt x="71" y="741"/>
                  </a:cubicBezTo>
                  <a:cubicBezTo>
                    <a:pt x="0" y="783"/>
                    <a:pt x="44" y="902"/>
                    <a:pt x="123" y="902"/>
                  </a:cubicBezTo>
                  <a:cubicBezTo>
                    <a:pt x="131" y="902"/>
                    <a:pt x="140" y="900"/>
                    <a:pt x="149" y="897"/>
                  </a:cubicBezTo>
                  <a:cubicBezTo>
                    <a:pt x="440" y="777"/>
                    <a:pt x="750" y="717"/>
                    <a:pt x="1063" y="717"/>
                  </a:cubicBezTo>
                  <a:cubicBezTo>
                    <a:pt x="1440" y="717"/>
                    <a:pt x="1820" y="804"/>
                    <a:pt x="2171" y="976"/>
                  </a:cubicBezTo>
                  <a:cubicBezTo>
                    <a:pt x="2461" y="1128"/>
                    <a:pt x="2720" y="1384"/>
                    <a:pt x="3080" y="1384"/>
                  </a:cubicBezTo>
                  <a:cubicBezTo>
                    <a:pt x="3090" y="1384"/>
                    <a:pt x="3101" y="1384"/>
                    <a:pt x="3112" y="1383"/>
                  </a:cubicBezTo>
                  <a:cubicBezTo>
                    <a:pt x="3582" y="1352"/>
                    <a:pt x="4036" y="960"/>
                    <a:pt x="4460" y="803"/>
                  </a:cubicBezTo>
                  <a:cubicBezTo>
                    <a:pt x="5040" y="599"/>
                    <a:pt x="5635" y="584"/>
                    <a:pt x="6231" y="443"/>
                  </a:cubicBezTo>
                  <a:cubicBezTo>
                    <a:pt x="6419" y="396"/>
                    <a:pt x="6435" y="67"/>
                    <a:pt x="6231" y="35"/>
                  </a:cubicBezTo>
                  <a:cubicBezTo>
                    <a:pt x="6094" y="11"/>
                    <a:pt x="5958" y="0"/>
                    <a:pt x="58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429;p17">
              <a:extLst>
                <a:ext uri="{FF2B5EF4-FFF2-40B4-BE49-F238E27FC236}">
                  <a16:creationId xmlns:a16="http://schemas.microsoft.com/office/drawing/2014/main" id="{77EC17AA-F90E-4BDF-B95E-C09863ECD360}"/>
                </a:ext>
              </a:extLst>
            </p:cNvPr>
            <p:cNvSpPr/>
            <p:nvPr/>
          </p:nvSpPr>
          <p:spPr>
            <a:xfrm>
              <a:off x="7302825" y="1983100"/>
              <a:ext cx="27050" cy="253775"/>
            </a:xfrm>
            <a:custGeom>
              <a:avLst/>
              <a:gdLst/>
              <a:ahLst/>
              <a:cxnLst/>
              <a:rect l="l" t="t" r="r" b="b"/>
              <a:pathLst>
                <a:path w="1082" h="10151" extrusionOk="0">
                  <a:moveTo>
                    <a:pt x="200" y="0"/>
                  </a:moveTo>
                  <a:cubicBezTo>
                    <a:pt x="164" y="0"/>
                    <a:pt x="126" y="24"/>
                    <a:pt x="126" y="67"/>
                  </a:cubicBezTo>
                  <a:cubicBezTo>
                    <a:pt x="0" y="1760"/>
                    <a:pt x="173" y="3469"/>
                    <a:pt x="267" y="5161"/>
                  </a:cubicBezTo>
                  <a:cubicBezTo>
                    <a:pt x="345" y="6760"/>
                    <a:pt x="314" y="8453"/>
                    <a:pt x="612" y="10036"/>
                  </a:cubicBezTo>
                  <a:cubicBezTo>
                    <a:pt x="632" y="10116"/>
                    <a:pt x="694" y="10151"/>
                    <a:pt x="761" y="10151"/>
                  </a:cubicBezTo>
                  <a:cubicBezTo>
                    <a:pt x="851" y="10151"/>
                    <a:pt x="947" y="10088"/>
                    <a:pt x="956" y="9989"/>
                  </a:cubicBezTo>
                  <a:cubicBezTo>
                    <a:pt x="1082" y="8328"/>
                    <a:pt x="831" y="6572"/>
                    <a:pt x="721" y="4895"/>
                  </a:cubicBezTo>
                  <a:cubicBezTo>
                    <a:pt x="612" y="3280"/>
                    <a:pt x="580" y="1635"/>
                    <a:pt x="267" y="52"/>
                  </a:cubicBezTo>
                  <a:cubicBezTo>
                    <a:pt x="260" y="16"/>
                    <a:pt x="230" y="0"/>
                    <a:pt x="2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430;p17">
              <a:extLst>
                <a:ext uri="{FF2B5EF4-FFF2-40B4-BE49-F238E27FC236}">
                  <a16:creationId xmlns:a16="http://schemas.microsoft.com/office/drawing/2014/main" id="{F765936C-D9B7-49A6-9EF6-7960653A58FC}"/>
                </a:ext>
              </a:extLst>
            </p:cNvPr>
            <p:cNvSpPr/>
            <p:nvPr/>
          </p:nvSpPr>
          <p:spPr>
            <a:xfrm>
              <a:off x="7272650" y="2157050"/>
              <a:ext cx="16100" cy="89475"/>
            </a:xfrm>
            <a:custGeom>
              <a:avLst/>
              <a:gdLst/>
              <a:ahLst/>
              <a:cxnLst/>
              <a:rect l="l" t="t" r="r" b="b"/>
              <a:pathLst>
                <a:path w="644" h="3579" extrusionOk="0">
                  <a:moveTo>
                    <a:pt x="241" y="1"/>
                  </a:moveTo>
                  <a:cubicBezTo>
                    <a:pt x="156" y="1"/>
                    <a:pt x="63" y="64"/>
                    <a:pt x="63" y="163"/>
                  </a:cubicBezTo>
                  <a:cubicBezTo>
                    <a:pt x="0" y="1244"/>
                    <a:pt x="63" y="2404"/>
                    <a:pt x="267" y="3470"/>
                  </a:cubicBezTo>
                  <a:cubicBezTo>
                    <a:pt x="280" y="3545"/>
                    <a:pt x="338" y="3578"/>
                    <a:pt x="399" y="3578"/>
                  </a:cubicBezTo>
                  <a:cubicBezTo>
                    <a:pt x="479" y="3578"/>
                    <a:pt x="565" y="3521"/>
                    <a:pt x="565" y="3423"/>
                  </a:cubicBezTo>
                  <a:cubicBezTo>
                    <a:pt x="643" y="2357"/>
                    <a:pt x="565" y="1182"/>
                    <a:pt x="377" y="116"/>
                  </a:cubicBezTo>
                  <a:cubicBezTo>
                    <a:pt x="363" y="36"/>
                    <a:pt x="304" y="1"/>
                    <a:pt x="2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" name="Google Shape;431;p17">
            <a:extLst>
              <a:ext uri="{FF2B5EF4-FFF2-40B4-BE49-F238E27FC236}">
                <a16:creationId xmlns:a16="http://schemas.microsoft.com/office/drawing/2014/main" id="{9780B918-84FA-41E3-972F-AF1D806E6057}"/>
              </a:ext>
            </a:extLst>
          </p:cNvPr>
          <p:cNvGrpSpPr/>
          <p:nvPr/>
        </p:nvGrpSpPr>
        <p:grpSpPr>
          <a:xfrm rot="1061524">
            <a:off x="8456577" y="1577002"/>
            <a:ext cx="534923" cy="1086946"/>
            <a:chOff x="7642550" y="2045675"/>
            <a:chExt cx="534925" cy="1086950"/>
          </a:xfrm>
        </p:grpSpPr>
        <p:sp>
          <p:nvSpPr>
            <p:cNvPr id="72" name="Google Shape;432;p17">
              <a:extLst>
                <a:ext uri="{FF2B5EF4-FFF2-40B4-BE49-F238E27FC236}">
                  <a16:creationId xmlns:a16="http://schemas.microsoft.com/office/drawing/2014/main" id="{ABB93D8C-0ABD-4A4F-971A-98D3D89E1726}"/>
                </a:ext>
              </a:extLst>
            </p:cNvPr>
            <p:cNvSpPr/>
            <p:nvPr/>
          </p:nvSpPr>
          <p:spPr>
            <a:xfrm>
              <a:off x="7642550" y="2045675"/>
              <a:ext cx="534925" cy="1086950"/>
            </a:xfrm>
            <a:custGeom>
              <a:avLst/>
              <a:gdLst/>
              <a:ahLst/>
              <a:cxnLst/>
              <a:rect l="l" t="t" r="r" b="b"/>
              <a:pathLst>
                <a:path w="21397" h="43478" extrusionOk="0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433;p17">
              <a:extLst>
                <a:ext uri="{FF2B5EF4-FFF2-40B4-BE49-F238E27FC236}">
                  <a16:creationId xmlns:a16="http://schemas.microsoft.com/office/drawing/2014/main" id="{D9135846-CC83-482E-8421-5B2139AAAB3D}"/>
                </a:ext>
              </a:extLst>
            </p:cNvPr>
            <p:cNvSpPr/>
            <p:nvPr/>
          </p:nvSpPr>
          <p:spPr>
            <a:xfrm>
              <a:off x="7709175" y="2402375"/>
              <a:ext cx="401950" cy="33925"/>
            </a:xfrm>
            <a:custGeom>
              <a:avLst/>
              <a:gdLst/>
              <a:ahLst/>
              <a:cxnLst/>
              <a:rect l="l" t="t" r="r" b="b"/>
              <a:pathLst>
                <a:path w="16078" h="1357" extrusionOk="0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434;p17">
              <a:extLst>
                <a:ext uri="{FF2B5EF4-FFF2-40B4-BE49-F238E27FC236}">
                  <a16:creationId xmlns:a16="http://schemas.microsoft.com/office/drawing/2014/main" id="{C82DBABB-B8E8-43DE-9D67-1CF74CB26FBA}"/>
                </a:ext>
              </a:extLst>
            </p:cNvPr>
            <p:cNvSpPr/>
            <p:nvPr/>
          </p:nvSpPr>
          <p:spPr>
            <a:xfrm>
              <a:off x="7730725" y="2596350"/>
              <a:ext cx="363200" cy="33250"/>
            </a:xfrm>
            <a:custGeom>
              <a:avLst/>
              <a:gdLst/>
              <a:ahLst/>
              <a:cxnLst/>
              <a:rect l="l" t="t" r="r" b="b"/>
              <a:pathLst>
                <a:path w="14528" h="1330" extrusionOk="0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435;p17">
              <a:extLst>
                <a:ext uri="{FF2B5EF4-FFF2-40B4-BE49-F238E27FC236}">
                  <a16:creationId xmlns:a16="http://schemas.microsoft.com/office/drawing/2014/main" id="{0ED1C19D-7066-4EFD-8E27-B303E3FF3F3E}"/>
                </a:ext>
              </a:extLst>
            </p:cNvPr>
            <p:cNvSpPr/>
            <p:nvPr/>
          </p:nvSpPr>
          <p:spPr>
            <a:xfrm>
              <a:off x="7803225" y="2477575"/>
              <a:ext cx="191250" cy="49050"/>
            </a:xfrm>
            <a:custGeom>
              <a:avLst/>
              <a:gdLst/>
              <a:ahLst/>
              <a:cxnLst/>
              <a:rect l="l" t="t" r="r" b="b"/>
              <a:pathLst>
                <a:path w="7650" h="1962" extrusionOk="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436;p17">
              <a:extLst>
                <a:ext uri="{FF2B5EF4-FFF2-40B4-BE49-F238E27FC236}">
                  <a16:creationId xmlns:a16="http://schemas.microsoft.com/office/drawing/2014/main" id="{1D6D9E3B-0700-4B08-BBEE-282295FEA223}"/>
                </a:ext>
              </a:extLst>
            </p:cNvPr>
            <p:cNvSpPr/>
            <p:nvPr/>
          </p:nvSpPr>
          <p:spPr>
            <a:xfrm>
              <a:off x="7912300" y="2532550"/>
              <a:ext cx="113125" cy="30175"/>
            </a:xfrm>
            <a:custGeom>
              <a:avLst/>
              <a:gdLst/>
              <a:ahLst/>
              <a:cxnLst/>
              <a:rect l="l" t="t" r="r" b="b"/>
              <a:pathLst>
                <a:path w="4525" h="1207" extrusionOk="0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437;p17">
              <a:extLst>
                <a:ext uri="{FF2B5EF4-FFF2-40B4-BE49-F238E27FC236}">
                  <a16:creationId xmlns:a16="http://schemas.microsoft.com/office/drawing/2014/main" id="{73206B8B-C9B6-4857-9D82-90771B7B7CBD}"/>
                </a:ext>
              </a:extLst>
            </p:cNvPr>
            <p:cNvSpPr/>
            <p:nvPr/>
          </p:nvSpPr>
          <p:spPr>
            <a:xfrm>
              <a:off x="7777350" y="2209475"/>
              <a:ext cx="240625" cy="224800"/>
            </a:xfrm>
            <a:custGeom>
              <a:avLst/>
              <a:gdLst/>
              <a:ahLst/>
              <a:cxnLst/>
              <a:rect l="l" t="t" r="r" b="b"/>
              <a:pathLst>
                <a:path w="9625" h="8992" extrusionOk="0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438;p17">
              <a:extLst>
                <a:ext uri="{FF2B5EF4-FFF2-40B4-BE49-F238E27FC236}">
                  <a16:creationId xmlns:a16="http://schemas.microsoft.com/office/drawing/2014/main" id="{C2DC5260-3791-48B9-B73D-82AC48AF06BE}"/>
                </a:ext>
              </a:extLst>
            </p:cNvPr>
            <p:cNvSpPr/>
            <p:nvPr/>
          </p:nvSpPr>
          <p:spPr>
            <a:xfrm>
              <a:off x="7814200" y="2292100"/>
              <a:ext cx="137950" cy="140075"/>
            </a:xfrm>
            <a:custGeom>
              <a:avLst/>
              <a:gdLst/>
              <a:ahLst/>
              <a:cxnLst/>
              <a:rect l="l" t="t" r="r" b="b"/>
              <a:pathLst>
                <a:path w="5518" h="5603" extrusionOk="0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9" name="Google Shape;439;p17">
            <a:extLst>
              <a:ext uri="{FF2B5EF4-FFF2-40B4-BE49-F238E27FC236}">
                <a16:creationId xmlns:a16="http://schemas.microsoft.com/office/drawing/2014/main" id="{8B143552-36DF-45F5-980E-5F83703E4706}"/>
              </a:ext>
            </a:extLst>
          </p:cNvPr>
          <p:cNvSpPr/>
          <p:nvPr/>
        </p:nvSpPr>
        <p:spPr>
          <a:xfrm rot="-3459503">
            <a:off x="527160" y="3566186"/>
            <a:ext cx="330496" cy="2061680"/>
          </a:xfrm>
          <a:custGeom>
            <a:avLst/>
            <a:gdLst/>
            <a:ahLst/>
            <a:cxnLst/>
            <a:rect l="l" t="t" r="r" b="b"/>
            <a:pathLst>
              <a:path w="2486" h="15508" extrusionOk="0">
                <a:moveTo>
                  <a:pt x="0" y="1"/>
                </a:moveTo>
                <a:lnTo>
                  <a:pt x="0" y="734"/>
                </a:lnTo>
                <a:cubicBezTo>
                  <a:pt x="510" y="970"/>
                  <a:pt x="982" y="1281"/>
                  <a:pt x="1255" y="1715"/>
                </a:cubicBezTo>
                <a:cubicBezTo>
                  <a:pt x="1641" y="2312"/>
                  <a:pt x="1442" y="3157"/>
                  <a:pt x="1305" y="3790"/>
                </a:cubicBezTo>
                <a:cubicBezTo>
                  <a:pt x="932" y="5555"/>
                  <a:pt x="522" y="7183"/>
                  <a:pt x="671" y="8997"/>
                </a:cubicBezTo>
                <a:cubicBezTo>
                  <a:pt x="796" y="10413"/>
                  <a:pt x="1318" y="11916"/>
                  <a:pt x="1106" y="13345"/>
                </a:cubicBezTo>
                <a:cubicBezTo>
                  <a:pt x="1007" y="14054"/>
                  <a:pt x="572" y="14414"/>
                  <a:pt x="0" y="14600"/>
                </a:cubicBezTo>
                <a:lnTo>
                  <a:pt x="0" y="15507"/>
                </a:lnTo>
                <a:cubicBezTo>
                  <a:pt x="758" y="15296"/>
                  <a:pt x="1417" y="14899"/>
                  <a:pt x="1740" y="14178"/>
                </a:cubicBezTo>
                <a:cubicBezTo>
                  <a:pt x="2374" y="12774"/>
                  <a:pt x="1703" y="10860"/>
                  <a:pt x="1541" y="9419"/>
                </a:cubicBezTo>
                <a:cubicBezTo>
                  <a:pt x="1405" y="8301"/>
                  <a:pt x="1429" y="7207"/>
                  <a:pt x="1653" y="6102"/>
                </a:cubicBezTo>
                <a:cubicBezTo>
                  <a:pt x="1827" y="5120"/>
                  <a:pt x="2187" y="4176"/>
                  <a:pt x="2287" y="3194"/>
                </a:cubicBezTo>
                <a:cubicBezTo>
                  <a:pt x="2486" y="1417"/>
                  <a:pt x="1454" y="44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440;p17">
            <a:extLst>
              <a:ext uri="{FF2B5EF4-FFF2-40B4-BE49-F238E27FC236}">
                <a16:creationId xmlns:a16="http://schemas.microsoft.com/office/drawing/2014/main" id="{4F7F1EF7-2CD8-4969-B5D9-090C352B133D}"/>
              </a:ext>
            </a:extLst>
          </p:cNvPr>
          <p:cNvSpPr/>
          <p:nvPr/>
        </p:nvSpPr>
        <p:spPr>
          <a:xfrm rot="-2187879">
            <a:off x="8686618" y="-358268"/>
            <a:ext cx="754769" cy="2615642"/>
          </a:xfrm>
          <a:custGeom>
            <a:avLst/>
            <a:gdLst/>
            <a:ahLst/>
            <a:cxnLst/>
            <a:rect l="l" t="t" r="r" b="b"/>
            <a:pathLst>
              <a:path w="4636" h="16066" extrusionOk="0">
                <a:moveTo>
                  <a:pt x="4635" y="0"/>
                </a:moveTo>
                <a:cubicBezTo>
                  <a:pt x="3355" y="286"/>
                  <a:pt x="2125" y="957"/>
                  <a:pt x="1355" y="1963"/>
                </a:cubicBezTo>
                <a:cubicBezTo>
                  <a:pt x="1" y="3728"/>
                  <a:pt x="995" y="5405"/>
                  <a:pt x="1802" y="7132"/>
                </a:cubicBezTo>
                <a:cubicBezTo>
                  <a:pt x="2821" y="9307"/>
                  <a:pt x="1106" y="11220"/>
                  <a:pt x="1504" y="13432"/>
                </a:cubicBezTo>
                <a:cubicBezTo>
                  <a:pt x="1765" y="14848"/>
                  <a:pt x="3219" y="16041"/>
                  <a:pt x="4635" y="16066"/>
                </a:cubicBezTo>
                <a:lnTo>
                  <a:pt x="4635" y="14935"/>
                </a:lnTo>
                <a:cubicBezTo>
                  <a:pt x="4039" y="14885"/>
                  <a:pt x="3467" y="14637"/>
                  <a:pt x="2983" y="14215"/>
                </a:cubicBezTo>
                <a:cubicBezTo>
                  <a:pt x="2237" y="13544"/>
                  <a:pt x="2287" y="12438"/>
                  <a:pt x="2473" y="11556"/>
                </a:cubicBezTo>
                <a:cubicBezTo>
                  <a:pt x="2771" y="10214"/>
                  <a:pt x="3318" y="9008"/>
                  <a:pt x="2871" y="7617"/>
                </a:cubicBezTo>
                <a:cubicBezTo>
                  <a:pt x="2386" y="6064"/>
                  <a:pt x="1044" y="4945"/>
                  <a:pt x="1355" y="3181"/>
                </a:cubicBezTo>
                <a:cubicBezTo>
                  <a:pt x="1616" y="1702"/>
                  <a:pt x="3144" y="783"/>
                  <a:pt x="4635" y="547"/>
                </a:cubicBezTo>
                <a:lnTo>
                  <a:pt x="463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441;p17">
            <a:extLst>
              <a:ext uri="{FF2B5EF4-FFF2-40B4-BE49-F238E27FC236}">
                <a16:creationId xmlns:a16="http://schemas.microsoft.com/office/drawing/2014/main" id="{CC36567D-E1E0-4181-AD93-26F286599112}"/>
              </a:ext>
            </a:extLst>
          </p:cNvPr>
          <p:cNvSpPr/>
          <p:nvPr/>
        </p:nvSpPr>
        <p:spPr>
          <a:xfrm rot="-2187879">
            <a:off x="8862592" y="-193585"/>
            <a:ext cx="208555" cy="839428"/>
          </a:xfrm>
          <a:custGeom>
            <a:avLst/>
            <a:gdLst/>
            <a:ahLst/>
            <a:cxnLst/>
            <a:rect l="l" t="t" r="r" b="b"/>
            <a:pathLst>
              <a:path w="1281" h="5156" extrusionOk="0">
                <a:moveTo>
                  <a:pt x="937" y="0"/>
                </a:moveTo>
                <a:cubicBezTo>
                  <a:pt x="863" y="0"/>
                  <a:pt x="791" y="29"/>
                  <a:pt x="746" y="110"/>
                </a:cubicBezTo>
                <a:cubicBezTo>
                  <a:pt x="62" y="1154"/>
                  <a:pt x="0" y="2409"/>
                  <a:pt x="236" y="3602"/>
                </a:cubicBezTo>
                <a:cubicBezTo>
                  <a:pt x="336" y="4087"/>
                  <a:pt x="621" y="4708"/>
                  <a:pt x="1019" y="5155"/>
                </a:cubicBezTo>
                <a:lnTo>
                  <a:pt x="1019" y="4335"/>
                </a:lnTo>
                <a:cubicBezTo>
                  <a:pt x="820" y="4012"/>
                  <a:pt x="684" y="3627"/>
                  <a:pt x="609" y="3266"/>
                </a:cubicBezTo>
                <a:cubicBezTo>
                  <a:pt x="398" y="2397"/>
                  <a:pt x="572" y="1378"/>
                  <a:pt x="1019" y="595"/>
                </a:cubicBezTo>
                <a:cubicBezTo>
                  <a:pt x="1069" y="521"/>
                  <a:pt x="1119" y="434"/>
                  <a:pt x="1168" y="359"/>
                </a:cubicBezTo>
                <a:cubicBezTo>
                  <a:pt x="1280" y="197"/>
                  <a:pt x="1168" y="48"/>
                  <a:pt x="1019" y="11"/>
                </a:cubicBezTo>
                <a:cubicBezTo>
                  <a:pt x="992" y="4"/>
                  <a:pt x="964" y="0"/>
                  <a:pt x="93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2" name="Google Shape;442;p17">
            <a:extLst>
              <a:ext uri="{FF2B5EF4-FFF2-40B4-BE49-F238E27FC236}">
                <a16:creationId xmlns:a16="http://schemas.microsoft.com/office/drawing/2014/main" id="{53130B14-45AE-4D04-9DB7-75E71F549DC3}"/>
              </a:ext>
            </a:extLst>
          </p:cNvPr>
          <p:cNvGrpSpPr/>
          <p:nvPr/>
        </p:nvGrpSpPr>
        <p:grpSpPr>
          <a:xfrm rot="-657767">
            <a:off x="151871" y="3037523"/>
            <a:ext cx="601818" cy="556801"/>
            <a:chOff x="9444725" y="1971600"/>
            <a:chExt cx="877000" cy="811400"/>
          </a:xfrm>
        </p:grpSpPr>
        <p:sp>
          <p:nvSpPr>
            <p:cNvPr id="83" name="Google Shape;443;p17">
              <a:extLst>
                <a:ext uri="{FF2B5EF4-FFF2-40B4-BE49-F238E27FC236}">
                  <a16:creationId xmlns:a16="http://schemas.microsoft.com/office/drawing/2014/main" id="{D889E083-F82F-40AA-98AF-D8E83736BD34}"/>
                </a:ext>
              </a:extLst>
            </p:cNvPr>
            <p:cNvSpPr/>
            <p:nvPr/>
          </p:nvSpPr>
          <p:spPr>
            <a:xfrm>
              <a:off x="9444725" y="1971600"/>
              <a:ext cx="877000" cy="811400"/>
            </a:xfrm>
            <a:custGeom>
              <a:avLst/>
              <a:gdLst/>
              <a:ahLst/>
              <a:cxnLst/>
              <a:rect l="l" t="t" r="r" b="b"/>
              <a:pathLst>
                <a:path w="35080" h="32456" extrusionOk="0">
                  <a:moveTo>
                    <a:pt x="25222" y="4075"/>
                  </a:moveTo>
                  <a:cubicBezTo>
                    <a:pt x="25449" y="4075"/>
                    <a:pt x="25663" y="4208"/>
                    <a:pt x="25878" y="4352"/>
                  </a:cubicBezTo>
                  <a:cubicBezTo>
                    <a:pt x="26114" y="4524"/>
                    <a:pt x="26333" y="4728"/>
                    <a:pt x="26552" y="4947"/>
                  </a:cubicBezTo>
                  <a:cubicBezTo>
                    <a:pt x="26694" y="5104"/>
                    <a:pt x="26850" y="5292"/>
                    <a:pt x="26772" y="5543"/>
                  </a:cubicBezTo>
                  <a:cubicBezTo>
                    <a:pt x="26711" y="5788"/>
                    <a:pt x="26186" y="6108"/>
                    <a:pt x="25898" y="6108"/>
                  </a:cubicBezTo>
                  <a:cubicBezTo>
                    <a:pt x="25892" y="6108"/>
                    <a:pt x="25885" y="6108"/>
                    <a:pt x="25878" y="6107"/>
                  </a:cubicBezTo>
                  <a:cubicBezTo>
                    <a:pt x="25628" y="6060"/>
                    <a:pt x="25314" y="6029"/>
                    <a:pt x="25189" y="5809"/>
                  </a:cubicBezTo>
                  <a:cubicBezTo>
                    <a:pt x="24844" y="5277"/>
                    <a:pt x="24342" y="5104"/>
                    <a:pt x="23778" y="4979"/>
                  </a:cubicBezTo>
                  <a:cubicBezTo>
                    <a:pt x="23715" y="4963"/>
                    <a:pt x="23637" y="4932"/>
                    <a:pt x="23590" y="4869"/>
                  </a:cubicBezTo>
                  <a:cubicBezTo>
                    <a:pt x="23543" y="4822"/>
                    <a:pt x="23480" y="4759"/>
                    <a:pt x="23496" y="4697"/>
                  </a:cubicBezTo>
                  <a:cubicBezTo>
                    <a:pt x="23496" y="4650"/>
                    <a:pt x="23590" y="4571"/>
                    <a:pt x="23637" y="4571"/>
                  </a:cubicBezTo>
                  <a:cubicBezTo>
                    <a:pt x="23756" y="4581"/>
                    <a:pt x="23880" y="4591"/>
                    <a:pt x="24001" y="4591"/>
                  </a:cubicBezTo>
                  <a:cubicBezTo>
                    <a:pt x="24264" y="4591"/>
                    <a:pt x="24516" y="4545"/>
                    <a:pt x="24687" y="4352"/>
                  </a:cubicBezTo>
                  <a:cubicBezTo>
                    <a:pt x="24875" y="4150"/>
                    <a:pt x="25052" y="4075"/>
                    <a:pt x="25222" y="4075"/>
                  </a:cubicBezTo>
                  <a:close/>
                  <a:moveTo>
                    <a:pt x="31553" y="7189"/>
                  </a:moveTo>
                  <a:cubicBezTo>
                    <a:pt x="32085" y="7408"/>
                    <a:pt x="32634" y="7628"/>
                    <a:pt x="33167" y="7847"/>
                  </a:cubicBezTo>
                  <a:cubicBezTo>
                    <a:pt x="33418" y="7957"/>
                    <a:pt x="33433" y="8239"/>
                    <a:pt x="33230" y="8396"/>
                  </a:cubicBezTo>
                  <a:cubicBezTo>
                    <a:pt x="33089" y="8505"/>
                    <a:pt x="32916" y="8600"/>
                    <a:pt x="32759" y="8678"/>
                  </a:cubicBezTo>
                  <a:cubicBezTo>
                    <a:pt x="32701" y="8705"/>
                    <a:pt x="32645" y="8718"/>
                    <a:pt x="32592" y="8718"/>
                  </a:cubicBezTo>
                  <a:cubicBezTo>
                    <a:pt x="32462" y="8718"/>
                    <a:pt x="32352" y="8639"/>
                    <a:pt x="32274" y="8505"/>
                  </a:cubicBezTo>
                  <a:cubicBezTo>
                    <a:pt x="32038" y="8098"/>
                    <a:pt x="31897" y="7628"/>
                    <a:pt x="31553" y="7189"/>
                  </a:cubicBezTo>
                  <a:close/>
                  <a:moveTo>
                    <a:pt x="4201" y="7565"/>
                  </a:moveTo>
                  <a:lnTo>
                    <a:pt x="4201" y="7565"/>
                  </a:lnTo>
                  <a:cubicBezTo>
                    <a:pt x="4326" y="7816"/>
                    <a:pt x="4185" y="7973"/>
                    <a:pt x="4122" y="8129"/>
                  </a:cubicBezTo>
                  <a:cubicBezTo>
                    <a:pt x="3757" y="9206"/>
                    <a:pt x="3363" y="9587"/>
                    <a:pt x="2776" y="9587"/>
                  </a:cubicBezTo>
                  <a:cubicBezTo>
                    <a:pt x="2406" y="9587"/>
                    <a:pt x="1959" y="9435"/>
                    <a:pt x="1395" y="9211"/>
                  </a:cubicBezTo>
                  <a:cubicBezTo>
                    <a:pt x="1097" y="9101"/>
                    <a:pt x="1082" y="8772"/>
                    <a:pt x="1348" y="8600"/>
                  </a:cubicBezTo>
                  <a:cubicBezTo>
                    <a:pt x="1834" y="8317"/>
                    <a:pt x="2320" y="8051"/>
                    <a:pt x="2822" y="7784"/>
                  </a:cubicBezTo>
                  <a:cubicBezTo>
                    <a:pt x="3260" y="7549"/>
                    <a:pt x="3762" y="7722"/>
                    <a:pt x="4201" y="7565"/>
                  </a:cubicBezTo>
                  <a:close/>
                  <a:moveTo>
                    <a:pt x="30232" y="7486"/>
                  </a:moveTo>
                  <a:cubicBezTo>
                    <a:pt x="30520" y="7486"/>
                    <a:pt x="31710" y="8588"/>
                    <a:pt x="31741" y="8866"/>
                  </a:cubicBezTo>
                  <a:cubicBezTo>
                    <a:pt x="31756" y="8976"/>
                    <a:pt x="31709" y="9117"/>
                    <a:pt x="31647" y="9164"/>
                  </a:cubicBezTo>
                  <a:cubicBezTo>
                    <a:pt x="31333" y="9383"/>
                    <a:pt x="31035" y="9587"/>
                    <a:pt x="30690" y="9744"/>
                  </a:cubicBezTo>
                  <a:cubicBezTo>
                    <a:pt x="30111" y="9995"/>
                    <a:pt x="29515" y="10198"/>
                    <a:pt x="28919" y="10418"/>
                  </a:cubicBezTo>
                  <a:cubicBezTo>
                    <a:pt x="28433" y="10606"/>
                    <a:pt x="27932" y="10731"/>
                    <a:pt x="27399" y="10747"/>
                  </a:cubicBezTo>
                  <a:cubicBezTo>
                    <a:pt x="26960" y="10763"/>
                    <a:pt x="26521" y="10841"/>
                    <a:pt x="26192" y="10951"/>
                  </a:cubicBezTo>
                  <a:cubicBezTo>
                    <a:pt x="25894" y="10904"/>
                    <a:pt x="25847" y="10778"/>
                    <a:pt x="25847" y="10622"/>
                  </a:cubicBezTo>
                  <a:cubicBezTo>
                    <a:pt x="25847" y="10386"/>
                    <a:pt x="25941" y="10183"/>
                    <a:pt x="26082" y="10010"/>
                  </a:cubicBezTo>
                  <a:cubicBezTo>
                    <a:pt x="26835" y="9007"/>
                    <a:pt x="27728" y="8176"/>
                    <a:pt x="28935" y="7753"/>
                  </a:cubicBezTo>
                  <a:cubicBezTo>
                    <a:pt x="29342" y="7612"/>
                    <a:pt x="29797" y="7549"/>
                    <a:pt x="30220" y="7487"/>
                  </a:cubicBezTo>
                  <a:cubicBezTo>
                    <a:pt x="30224" y="7486"/>
                    <a:pt x="30228" y="7486"/>
                    <a:pt x="30232" y="7486"/>
                  </a:cubicBezTo>
                  <a:close/>
                  <a:moveTo>
                    <a:pt x="34016" y="8888"/>
                  </a:moveTo>
                  <a:cubicBezTo>
                    <a:pt x="34140" y="8888"/>
                    <a:pt x="34202" y="8982"/>
                    <a:pt x="34202" y="9179"/>
                  </a:cubicBezTo>
                  <a:cubicBezTo>
                    <a:pt x="34217" y="9399"/>
                    <a:pt x="34202" y="9618"/>
                    <a:pt x="34202" y="9853"/>
                  </a:cubicBezTo>
                  <a:cubicBezTo>
                    <a:pt x="34202" y="10402"/>
                    <a:pt x="34186" y="10966"/>
                    <a:pt x="33998" y="11499"/>
                  </a:cubicBezTo>
                  <a:cubicBezTo>
                    <a:pt x="33966" y="11594"/>
                    <a:pt x="33856" y="11654"/>
                    <a:pt x="33754" y="11654"/>
                  </a:cubicBezTo>
                  <a:cubicBezTo>
                    <a:pt x="33705" y="11654"/>
                    <a:pt x="33657" y="11640"/>
                    <a:pt x="33622" y="11609"/>
                  </a:cubicBezTo>
                  <a:cubicBezTo>
                    <a:pt x="33214" y="11264"/>
                    <a:pt x="32901" y="10857"/>
                    <a:pt x="32979" y="10277"/>
                  </a:cubicBezTo>
                  <a:cubicBezTo>
                    <a:pt x="32995" y="10089"/>
                    <a:pt x="33042" y="9900"/>
                    <a:pt x="33010" y="9728"/>
                  </a:cubicBezTo>
                  <a:cubicBezTo>
                    <a:pt x="32948" y="9446"/>
                    <a:pt x="33042" y="9305"/>
                    <a:pt x="33277" y="9211"/>
                  </a:cubicBezTo>
                  <a:cubicBezTo>
                    <a:pt x="33449" y="9132"/>
                    <a:pt x="33606" y="9038"/>
                    <a:pt x="33778" y="8960"/>
                  </a:cubicBezTo>
                  <a:cubicBezTo>
                    <a:pt x="33873" y="8912"/>
                    <a:pt x="33953" y="8888"/>
                    <a:pt x="34016" y="8888"/>
                  </a:cubicBezTo>
                  <a:close/>
                  <a:moveTo>
                    <a:pt x="11974" y="7367"/>
                  </a:moveTo>
                  <a:cubicBezTo>
                    <a:pt x="12260" y="7367"/>
                    <a:pt x="12526" y="7528"/>
                    <a:pt x="12696" y="7784"/>
                  </a:cubicBezTo>
                  <a:cubicBezTo>
                    <a:pt x="12916" y="8129"/>
                    <a:pt x="13041" y="8521"/>
                    <a:pt x="13339" y="8835"/>
                  </a:cubicBezTo>
                  <a:cubicBezTo>
                    <a:pt x="13417" y="8929"/>
                    <a:pt x="13417" y="9117"/>
                    <a:pt x="13402" y="9258"/>
                  </a:cubicBezTo>
                  <a:cubicBezTo>
                    <a:pt x="13323" y="10073"/>
                    <a:pt x="13668" y="10700"/>
                    <a:pt x="14217" y="11248"/>
                  </a:cubicBezTo>
                  <a:cubicBezTo>
                    <a:pt x="14295" y="11327"/>
                    <a:pt x="14373" y="11405"/>
                    <a:pt x="14436" y="11499"/>
                  </a:cubicBezTo>
                  <a:cubicBezTo>
                    <a:pt x="14468" y="11562"/>
                    <a:pt x="14468" y="11656"/>
                    <a:pt x="14436" y="11703"/>
                  </a:cubicBezTo>
                  <a:cubicBezTo>
                    <a:pt x="14421" y="11766"/>
                    <a:pt x="14342" y="11828"/>
                    <a:pt x="14279" y="11828"/>
                  </a:cubicBezTo>
                  <a:cubicBezTo>
                    <a:pt x="14013" y="11828"/>
                    <a:pt x="13762" y="11813"/>
                    <a:pt x="13496" y="11781"/>
                  </a:cubicBezTo>
                  <a:cubicBezTo>
                    <a:pt x="12364" y="11595"/>
                    <a:pt x="11219" y="11448"/>
                    <a:pt x="10050" y="11448"/>
                  </a:cubicBezTo>
                  <a:cubicBezTo>
                    <a:pt x="9939" y="11448"/>
                    <a:pt x="9829" y="11450"/>
                    <a:pt x="9718" y="11452"/>
                  </a:cubicBezTo>
                  <a:cubicBezTo>
                    <a:pt x="9681" y="11454"/>
                    <a:pt x="9643" y="11455"/>
                    <a:pt x="9605" y="11455"/>
                  </a:cubicBezTo>
                  <a:cubicBezTo>
                    <a:pt x="9279" y="11455"/>
                    <a:pt x="8944" y="11397"/>
                    <a:pt x="8621" y="11327"/>
                  </a:cubicBezTo>
                  <a:cubicBezTo>
                    <a:pt x="7822" y="11123"/>
                    <a:pt x="7038" y="10888"/>
                    <a:pt x="6254" y="10669"/>
                  </a:cubicBezTo>
                  <a:cubicBezTo>
                    <a:pt x="6040" y="10607"/>
                    <a:pt x="5840" y="10516"/>
                    <a:pt x="5685" y="10351"/>
                  </a:cubicBezTo>
                  <a:lnTo>
                    <a:pt x="5685" y="10351"/>
                  </a:lnTo>
                  <a:cubicBezTo>
                    <a:pt x="5882" y="10203"/>
                    <a:pt x="6105" y="10081"/>
                    <a:pt x="6286" y="9916"/>
                  </a:cubicBezTo>
                  <a:cubicBezTo>
                    <a:pt x="6615" y="9603"/>
                    <a:pt x="6991" y="9399"/>
                    <a:pt x="7414" y="9227"/>
                  </a:cubicBezTo>
                  <a:cubicBezTo>
                    <a:pt x="7838" y="9041"/>
                    <a:pt x="8261" y="8943"/>
                    <a:pt x="8693" y="8943"/>
                  </a:cubicBezTo>
                  <a:cubicBezTo>
                    <a:pt x="8917" y="8943"/>
                    <a:pt x="9143" y="8969"/>
                    <a:pt x="9373" y="9023"/>
                  </a:cubicBezTo>
                  <a:cubicBezTo>
                    <a:pt x="9475" y="9048"/>
                    <a:pt x="9572" y="9059"/>
                    <a:pt x="9666" y="9059"/>
                  </a:cubicBezTo>
                  <a:cubicBezTo>
                    <a:pt x="9862" y="9059"/>
                    <a:pt x="10045" y="9013"/>
                    <a:pt x="10235" y="8960"/>
                  </a:cubicBezTo>
                  <a:cubicBezTo>
                    <a:pt x="10612" y="8866"/>
                    <a:pt x="10862" y="8678"/>
                    <a:pt x="10878" y="8286"/>
                  </a:cubicBezTo>
                  <a:cubicBezTo>
                    <a:pt x="10878" y="7706"/>
                    <a:pt x="11301" y="7549"/>
                    <a:pt x="11725" y="7408"/>
                  </a:cubicBezTo>
                  <a:cubicBezTo>
                    <a:pt x="11808" y="7380"/>
                    <a:pt x="11892" y="7367"/>
                    <a:pt x="11974" y="7367"/>
                  </a:cubicBezTo>
                  <a:close/>
                  <a:moveTo>
                    <a:pt x="17601" y="766"/>
                  </a:moveTo>
                  <a:cubicBezTo>
                    <a:pt x="18204" y="766"/>
                    <a:pt x="18761" y="1061"/>
                    <a:pt x="19311" y="1421"/>
                  </a:cubicBezTo>
                  <a:cubicBezTo>
                    <a:pt x="20095" y="1922"/>
                    <a:pt x="20957" y="2298"/>
                    <a:pt x="21584" y="3019"/>
                  </a:cubicBezTo>
                  <a:cubicBezTo>
                    <a:pt x="21838" y="3301"/>
                    <a:pt x="22161" y="3422"/>
                    <a:pt x="22523" y="3422"/>
                  </a:cubicBezTo>
                  <a:cubicBezTo>
                    <a:pt x="22585" y="3422"/>
                    <a:pt x="22648" y="3418"/>
                    <a:pt x="22712" y="3411"/>
                  </a:cubicBezTo>
                  <a:cubicBezTo>
                    <a:pt x="22776" y="3407"/>
                    <a:pt x="22839" y="3405"/>
                    <a:pt x="22902" y="3405"/>
                  </a:cubicBezTo>
                  <a:cubicBezTo>
                    <a:pt x="23289" y="3405"/>
                    <a:pt x="23663" y="3489"/>
                    <a:pt x="24013" y="3678"/>
                  </a:cubicBezTo>
                  <a:cubicBezTo>
                    <a:pt x="24060" y="3693"/>
                    <a:pt x="24107" y="3803"/>
                    <a:pt x="24107" y="3866"/>
                  </a:cubicBezTo>
                  <a:cubicBezTo>
                    <a:pt x="24092" y="3913"/>
                    <a:pt x="24029" y="3991"/>
                    <a:pt x="23966" y="4007"/>
                  </a:cubicBezTo>
                  <a:cubicBezTo>
                    <a:pt x="23921" y="4009"/>
                    <a:pt x="23875" y="4010"/>
                    <a:pt x="23828" y="4010"/>
                  </a:cubicBezTo>
                  <a:cubicBezTo>
                    <a:pt x="23710" y="4010"/>
                    <a:pt x="23588" y="4005"/>
                    <a:pt x="23468" y="4005"/>
                  </a:cubicBezTo>
                  <a:cubicBezTo>
                    <a:pt x="23339" y="4005"/>
                    <a:pt x="23211" y="4011"/>
                    <a:pt x="23088" y="4038"/>
                  </a:cubicBezTo>
                  <a:cubicBezTo>
                    <a:pt x="22603" y="4117"/>
                    <a:pt x="22461" y="4603"/>
                    <a:pt x="22759" y="4979"/>
                  </a:cubicBezTo>
                  <a:cubicBezTo>
                    <a:pt x="22994" y="5292"/>
                    <a:pt x="23324" y="5465"/>
                    <a:pt x="23700" y="5543"/>
                  </a:cubicBezTo>
                  <a:cubicBezTo>
                    <a:pt x="23998" y="5621"/>
                    <a:pt x="24264" y="5700"/>
                    <a:pt x="24468" y="5966"/>
                  </a:cubicBezTo>
                  <a:cubicBezTo>
                    <a:pt x="24781" y="6374"/>
                    <a:pt x="25283" y="6468"/>
                    <a:pt x="25753" y="6578"/>
                  </a:cubicBezTo>
                  <a:cubicBezTo>
                    <a:pt x="25863" y="6605"/>
                    <a:pt x="25971" y="6618"/>
                    <a:pt x="26076" y="6618"/>
                  </a:cubicBezTo>
                  <a:cubicBezTo>
                    <a:pt x="26450" y="6618"/>
                    <a:pt x="26792" y="6451"/>
                    <a:pt x="27085" y="6170"/>
                  </a:cubicBezTo>
                  <a:cubicBezTo>
                    <a:pt x="27177" y="6088"/>
                    <a:pt x="27279" y="6048"/>
                    <a:pt x="27383" y="6048"/>
                  </a:cubicBezTo>
                  <a:cubicBezTo>
                    <a:pt x="27456" y="6048"/>
                    <a:pt x="27531" y="6068"/>
                    <a:pt x="27603" y="6107"/>
                  </a:cubicBezTo>
                  <a:cubicBezTo>
                    <a:pt x="28057" y="6389"/>
                    <a:pt x="28527" y="6593"/>
                    <a:pt x="29123" y="6719"/>
                  </a:cubicBezTo>
                  <a:cubicBezTo>
                    <a:pt x="28841" y="7220"/>
                    <a:pt x="28449" y="7424"/>
                    <a:pt x="28057" y="7581"/>
                  </a:cubicBezTo>
                  <a:cubicBezTo>
                    <a:pt x="26788" y="8067"/>
                    <a:pt x="26035" y="9085"/>
                    <a:pt x="25283" y="10120"/>
                  </a:cubicBezTo>
                  <a:cubicBezTo>
                    <a:pt x="25079" y="10402"/>
                    <a:pt x="24954" y="10684"/>
                    <a:pt x="25220" y="11029"/>
                  </a:cubicBezTo>
                  <a:cubicBezTo>
                    <a:pt x="25346" y="11201"/>
                    <a:pt x="25126" y="11280"/>
                    <a:pt x="25001" y="11327"/>
                  </a:cubicBezTo>
                  <a:cubicBezTo>
                    <a:pt x="24944" y="11352"/>
                    <a:pt x="24885" y="11369"/>
                    <a:pt x="24830" y="11369"/>
                  </a:cubicBezTo>
                  <a:cubicBezTo>
                    <a:pt x="24747" y="11369"/>
                    <a:pt x="24672" y="11330"/>
                    <a:pt x="24624" y="11217"/>
                  </a:cubicBezTo>
                  <a:cubicBezTo>
                    <a:pt x="24593" y="11154"/>
                    <a:pt x="24577" y="11076"/>
                    <a:pt x="24562" y="11013"/>
                  </a:cubicBezTo>
                  <a:cubicBezTo>
                    <a:pt x="24452" y="9979"/>
                    <a:pt x="23919" y="9195"/>
                    <a:pt x="23135" y="8553"/>
                  </a:cubicBezTo>
                  <a:cubicBezTo>
                    <a:pt x="22900" y="8349"/>
                    <a:pt x="22712" y="8161"/>
                    <a:pt x="22791" y="7800"/>
                  </a:cubicBezTo>
                  <a:cubicBezTo>
                    <a:pt x="22869" y="7518"/>
                    <a:pt x="22681" y="7283"/>
                    <a:pt x="22461" y="7126"/>
                  </a:cubicBezTo>
                  <a:cubicBezTo>
                    <a:pt x="22164" y="6922"/>
                    <a:pt x="21834" y="6719"/>
                    <a:pt x="21521" y="6531"/>
                  </a:cubicBezTo>
                  <a:cubicBezTo>
                    <a:pt x="21051" y="6248"/>
                    <a:pt x="20596" y="5904"/>
                    <a:pt x="20643" y="5324"/>
                  </a:cubicBezTo>
                  <a:cubicBezTo>
                    <a:pt x="20690" y="4634"/>
                    <a:pt x="20236" y="4367"/>
                    <a:pt x="19781" y="4179"/>
                  </a:cubicBezTo>
                  <a:cubicBezTo>
                    <a:pt x="19541" y="4081"/>
                    <a:pt x="19297" y="4031"/>
                    <a:pt x="19054" y="4031"/>
                  </a:cubicBezTo>
                  <a:cubicBezTo>
                    <a:pt x="18678" y="4031"/>
                    <a:pt x="18306" y="4151"/>
                    <a:pt x="17963" y="4399"/>
                  </a:cubicBezTo>
                  <a:cubicBezTo>
                    <a:pt x="17900" y="4446"/>
                    <a:pt x="17853" y="4509"/>
                    <a:pt x="17822" y="4571"/>
                  </a:cubicBezTo>
                  <a:cubicBezTo>
                    <a:pt x="17790" y="4665"/>
                    <a:pt x="17743" y="4791"/>
                    <a:pt x="17775" y="4885"/>
                  </a:cubicBezTo>
                  <a:cubicBezTo>
                    <a:pt x="17794" y="4952"/>
                    <a:pt x="17861" y="4984"/>
                    <a:pt x="17931" y="4984"/>
                  </a:cubicBezTo>
                  <a:cubicBezTo>
                    <a:pt x="17975" y="4984"/>
                    <a:pt x="18021" y="4972"/>
                    <a:pt x="18057" y="4947"/>
                  </a:cubicBezTo>
                  <a:cubicBezTo>
                    <a:pt x="18402" y="4681"/>
                    <a:pt x="18794" y="4618"/>
                    <a:pt x="19217" y="4618"/>
                  </a:cubicBezTo>
                  <a:cubicBezTo>
                    <a:pt x="19656" y="4634"/>
                    <a:pt x="19985" y="4853"/>
                    <a:pt x="19985" y="5277"/>
                  </a:cubicBezTo>
                  <a:cubicBezTo>
                    <a:pt x="20001" y="6107"/>
                    <a:pt x="20549" y="6531"/>
                    <a:pt x="21129" y="6969"/>
                  </a:cubicBezTo>
                  <a:cubicBezTo>
                    <a:pt x="21427" y="7189"/>
                    <a:pt x="21740" y="7393"/>
                    <a:pt x="22038" y="7612"/>
                  </a:cubicBezTo>
                  <a:cubicBezTo>
                    <a:pt x="22117" y="7690"/>
                    <a:pt x="22132" y="7816"/>
                    <a:pt x="22070" y="7910"/>
                  </a:cubicBezTo>
                  <a:cubicBezTo>
                    <a:pt x="22031" y="7949"/>
                    <a:pt x="21960" y="7977"/>
                    <a:pt x="21902" y="7977"/>
                  </a:cubicBezTo>
                  <a:cubicBezTo>
                    <a:pt x="21889" y="7977"/>
                    <a:pt x="21877" y="7975"/>
                    <a:pt x="21866" y="7973"/>
                  </a:cubicBezTo>
                  <a:cubicBezTo>
                    <a:pt x="21683" y="7928"/>
                    <a:pt x="21509" y="7908"/>
                    <a:pt x="21341" y="7908"/>
                  </a:cubicBezTo>
                  <a:cubicBezTo>
                    <a:pt x="20443" y="7908"/>
                    <a:pt x="19735" y="8480"/>
                    <a:pt x="18982" y="8929"/>
                  </a:cubicBezTo>
                  <a:cubicBezTo>
                    <a:pt x="18888" y="8976"/>
                    <a:pt x="18841" y="9101"/>
                    <a:pt x="18919" y="9211"/>
                  </a:cubicBezTo>
                  <a:cubicBezTo>
                    <a:pt x="18960" y="9261"/>
                    <a:pt x="19015" y="9280"/>
                    <a:pt x="19073" y="9280"/>
                  </a:cubicBezTo>
                  <a:cubicBezTo>
                    <a:pt x="19126" y="9280"/>
                    <a:pt x="19181" y="9264"/>
                    <a:pt x="19233" y="9242"/>
                  </a:cubicBezTo>
                  <a:cubicBezTo>
                    <a:pt x="19562" y="9070"/>
                    <a:pt x="19891" y="8882"/>
                    <a:pt x="20220" y="8725"/>
                  </a:cubicBezTo>
                  <a:cubicBezTo>
                    <a:pt x="20522" y="8570"/>
                    <a:pt x="20823" y="8500"/>
                    <a:pt x="21126" y="8500"/>
                  </a:cubicBezTo>
                  <a:cubicBezTo>
                    <a:pt x="21438" y="8500"/>
                    <a:pt x="21752" y="8574"/>
                    <a:pt x="22070" y="8709"/>
                  </a:cubicBezTo>
                  <a:cubicBezTo>
                    <a:pt x="23198" y="9195"/>
                    <a:pt x="23778" y="10089"/>
                    <a:pt x="23919" y="11296"/>
                  </a:cubicBezTo>
                  <a:cubicBezTo>
                    <a:pt x="23935" y="11452"/>
                    <a:pt x="23856" y="11578"/>
                    <a:pt x="23700" y="11640"/>
                  </a:cubicBezTo>
                  <a:cubicBezTo>
                    <a:pt x="23621" y="11656"/>
                    <a:pt x="23559" y="11687"/>
                    <a:pt x="23480" y="11703"/>
                  </a:cubicBezTo>
                  <a:cubicBezTo>
                    <a:pt x="22367" y="11844"/>
                    <a:pt x="21255" y="12001"/>
                    <a:pt x="20142" y="12126"/>
                  </a:cubicBezTo>
                  <a:cubicBezTo>
                    <a:pt x="19546" y="12189"/>
                    <a:pt x="18950" y="12205"/>
                    <a:pt x="18355" y="12267"/>
                  </a:cubicBezTo>
                  <a:cubicBezTo>
                    <a:pt x="18222" y="12282"/>
                    <a:pt x="18089" y="12288"/>
                    <a:pt x="17957" y="12288"/>
                  </a:cubicBezTo>
                  <a:cubicBezTo>
                    <a:pt x="17232" y="12288"/>
                    <a:pt x="16516" y="12098"/>
                    <a:pt x="15800" y="12032"/>
                  </a:cubicBezTo>
                  <a:cubicBezTo>
                    <a:pt x="15298" y="12001"/>
                    <a:pt x="15000" y="11781"/>
                    <a:pt x="15157" y="11092"/>
                  </a:cubicBezTo>
                  <a:cubicBezTo>
                    <a:pt x="15204" y="10841"/>
                    <a:pt x="15236" y="10700"/>
                    <a:pt x="14875" y="10700"/>
                  </a:cubicBezTo>
                  <a:cubicBezTo>
                    <a:pt x="14326" y="10684"/>
                    <a:pt x="14123" y="10245"/>
                    <a:pt x="14029" y="9791"/>
                  </a:cubicBezTo>
                  <a:cubicBezTo>
                    <a:pt x="13966" y="9587"/>
                    <a:pt x="14044" y="9352"/>
                    <a:pt x="14013" y="9132"/>
                  </a:cubicBezTo>
                  <a:cubicBezTo>
                    <a:pt x="13997" y="8944"/>
                    <a:pt x="13982" y="8709"/>
                    <a:pt x="13856" y="8615"/>
                  </a:cubicBezTo>
                  <a:cubicBezTo>
                    <a:pt x="13417" y="8255"/>
                    <a:pt x="13308" y="7737"/>
                    <a:pt x="13088" y="7267"/>
                  </a:cubicBezTo>
                  <a:cubicBezTo>
                    <a:pt x="12916" y="6938"/>
                    <a:pt x="12665" y="6797"/>
                    <a:pt x="12273" y="6781"/>
                  </a:cubicBezTo>
                  <a:cubicBezTo>
                    <a:pt x="12237" y="6779"/>
                    <a:pt x="12201" y="6778"/>
                    <a:pt x="12166" y="6778"/>
                  </a:cubicBezTo>
                  <a:cubicBezTo>
                    <a:pt x="11497" y="6778"/>
                    <a:pt x="10975" y="7188"/>
                    <a:pt x="10424" y="7471"/>
                  </a:cubicBezTo>
                  <a:cubicBezTo>
                    <a:pt x="10235" y="7565"/>
                    <a:pt x="10251" y="7784"/>
                    <a:pt x="10188" y="7957"/>
                  </a:cubicBezTo>
                  <a:cubicBezTo>
                    <a:pt x="10056" y="8307"/>
                    <a:pt x="9970" y="8424"/>
                    <a:pt x="9715" y="8424"/>
                  </a:cubicBezTo>
                  <a:cubicBezTo>
                    <a:pt x="9639" y="8424"/>
                    <a:pt x="9548" y="8414"/>
                    <a:pt x="9436" y="8396"/>
                  </a:cubicBezTo>
                  <a:cubicBezTo>
                    <a:pt x="9169" y="8358"/>
                    <a:pt x="8897" y="8296"/>
                    <a:pt x="8629" y="8296"/>
                  </a:cubicBezTo>
                  <a:cubicBezTo>
                    <a:pt x="8456" y="8296"/>
                    <a:pt x="8285" y="8322"/>
                    <a:pt x="8119" y="8396"/>
                  </a:cubicBezTo>
                  <a:cubicBezTo>
                    <a:pt x="7304" y="8756"/>
                    <a:pt x="6395" y="8897"/>
                    <a:pt x="5737" y="9571"/>
                  </a:cubicBezTo>
                  <a:cubicBezTo>
                    <a:pt x="5454" y="9855"/>
                    <a:pt x="5525" y="10067"/>
                    <a:pt x="5641" y="10330"/>
                  </a:cubicBezTo>
                  <a:lnTo>
                    <a:pt x="5641" y="10330"/>
                  </a:lnTo>
                  <a:cubicBezTo>
                    <a:pt x="5150" y="10193"/>
                    <a:pt x="4645" y="10081"/>
                    <a:pt x="4201" y="9759"/>
                  </a:cubicBezTo>
                  <a:cubicBezTo>
                    <a:pt x="4467" y="9148"/>
                    <a:pt x="4687" y="8537"/>
                    <a:pt x="4969" y="7988"/>
                  </a:cubicBezTo>
                  <a:cubicBezTo>
                    <a:pt x="5486" y="7016"/>
                    <a:pt x="6301" y="6342"/>
                    <a:pt x="7320" y="6013"/>
                  </a:cubicBezTo>
                  <a:cubicBezTo>
                    <a:pt x="8135" y="5747"/>
                    <a:pt x="8825" y="5355"/>
                    <a:pt x="9373" y="4712"/>
                  </a:cubicBezTo>
                  <a:cubicBezTo>
                    <a:pt x="9859" y="4164"/>
                    <a:pt x="10455" y="3913"/>
                    <a:pt x="11192" y="3756"/>
                  </a:cubicBezTo>
                  <a:cubicBezTo>
                    <a:pt x="12163" y="3537"/>
                    <a:pt x="13120" y="3145"/>
                    <a:pt x="13841" y="2392"/>
                  </a:cubicBezTo>
                  <a:cubicBezTo>
                    <a:pt x="14624" y="1577"/>
                    <a:pt x="15549" y="1060"/>
                    <a:pt x="16693" y="997"/>
                  </a:cubicBezTo>
                  <a:cubicBezTo>
                    <a:pt x="17009" y="834"/>
                    <a:pt x="17311" y="766"/>
                    <a:pt x="17601" y="766"/>
                  </a:cubicBezTo>
                  <a:close/>
                  <a:moveTo>
                    <a:pt x="28606" y="17722"/>
                  </a:moveTo>
                  <a:cubicBezTo>
                    <a:pt x="28605" y="17728"/>
                    <a:pt x="28604" y="17734"/>
                    <a:pt x="28603" y="17740"/>
                  </a:cubicBezTo>
                  <a:lnTo>
                    <a:pt x="28603" y="17740"/>
                  </a:lnTo>
                  <a:cubicBezTo>
                    <a:pt x="28614" y="17739"/>
                    <a:pt x="28625" y="17738"/>
                    <a:pt x="28637" y="17738"/>
                  </a:cubicBezTo>
                  <a:lnTo>
                    <a:pt x="28606" y="17722"/>
                  </a:lnTo>
                  <a:close/>
                  <a:moveTo>
                    <a:pt x="1019" y="9973"/>
                  </a:moveTo>
                  <a:cubicBezTo>
                    <a:pt x="1104" y="9973"/>
                    <a:pt x="1203" y="9986"/>
                    <a:pt x="1317" y="10010"/>
                  </a:cubicBezTo>
                  <a:cubicBezTo>
                    <a:pt x="1787" y="10120"/>
                    <a:pt x="2273" y="10230"/>
                    <a:pt x="2743" y="10339"/>
                  </a:cubicBezTo>
                  <a:cubicBezTo>
                    <a:pt x="2900" y="10386"/>
                    <a:pt x="3010" y="10527"/>
                    <a:pt x="2963" y="10684"/>
                  </a:cubicBezTo>
                  <a:cubicBezTo>
                    <a:pt x="2774" y="11343"/>
                    <a:pt x="2759" y="12111"/>
                    <a:pt x="2069" y="12549"/>
                  </a:cubicBezTo>
                  <a:cubicBezTo>
                    <a:pt x="1975" y="12596"/>
                    <a:pt x="1897" y="12691"/>
                    <a:pt x="1818" y="12785"/>
                  </a:cubicBezTo>
                  <a:cubicBezTo>
                    <a:pt x="1630" y="13020"/>
                    <a:pt x="1615" y="13427"/>
                    <a:pt x="1803" y="13459"/>
                  </a:cubicBezTo>
                  <a:cubicBezTo>
                    <a:pt x="1841" y="13468"/>
                    <a:pt x="1877" y="13473"/>
                    <a:pt x="1912" y="13473"/>
                  </a:cubicBezTo>
                  <a:cubicBezTo>
                    <a:pt x="2105" y="13473"/>
                    <a:pt x="2245" y="13334"/>
                    <a:pt x="2351" y="13161"/>
                  </a:cubicBezTo>
                  <a:cubicBezTo>
                    <a:pt x="2602" y="12753"/>
                    <a:pt x="2837" y="12314"/>
                    <a:pt x="3072" y="11891"/>
                  </a:cubicBezTo>
                  <a:cubicBezTo>
                    <a:pt x="3119" y="11797"/>
                    <a:pt x="3135" y="11687"/>
                    <a:pt x="3182" y="11578"/>
                  </a:cubicBezTo>
                  <a:cubicBezTo>
                    <a:pt x="3460" y="11011"/>
                    <a:pt x="3856" y="10688"/>
                    <a:pt x="4348" y="10688"/>
                  </a:cubicBezTo>
                  <a:cubicBezTo>
                    <a:pt x="4550" y="10688"/>
                    <a:pt x="4768" y="10743"/>
                    <a:pt x="5000" y="10857"/>
                  </a:cubicBezTo>
                  <a:cubicBezTo>
                    <a:pt x="5815" y="11248"/>
                    <a:pt x="6693" y="11437"/>
                    <a:pt x="7539" y="11719"/>
                  </a:cubicBezTo>
                  <a:cubicBezTo>
                    <a:pt x="8506" y="12050"/>
                    <a:pt x="9495" y="12258"/>
                    <a:pt x="10506" y="12258"/>
                  </a:cubicBezTo>
                  <a:cubicBezTo>
                    <a:pt x="10692" y="12258"/>
                    <a:pt x="10879" y="12251"/>
                    <a:pt x="11066" y="12236"/>
                  </a:cubicBezTo>
                  <a:cubicBezTo>
                    <a:pt x="11151" y="12229"/>
                    <a:pt x="11236" y="12226"/>
                    <a:pt x="11321" y="12226"/>
                  </a:cubicBezTo>
                  <a:cubicBezTo>
                    <a:pt x="11612" y="12226"/>
                    <a:pt x="11903" y="12262"/>
                    <a:pt x="12195" y="12299"/>
                  </a:cubicBezTo>
                  <a:cubicBezTo>
                    <a:pt x="13261" y="12424"/>
                    <a:pt x="14342" y="12565"/>
                    <a:pt x="15439" y="12706"/>
                  </a:cubicBezTo>
                  <a:cubicBezTo>
                    <a:pt x="15721" y="13380"/>
                    <a:pt x="15878" y="14054"/>
                    <a:pt x="16051" y="14728"/>
                  </a:cubicBezTo>
                  <a:cubicBezTo>
                    <a:pt x="16066" y="14807"/>
                    <a:pt x="16223" y="14885"/>
                    <a:pt x="16301" y="14901"/>
                  </a:cubicBezTo>
                  <a:cubicBezTo>
                    <a:pt x="16427" y="14901"/>
                    <a:pt x="16490" y="14775"/>
                    <a:pt x="16490" y="14665"/>
                  </a:cubicBezTo>
                  <a:cubicBezTo>
                    <a:pt x="16552" y="14054"/>
                    <a:pt x="16474" y="13474"/>
                    <a:pt x="15941" y="12957"/>
                  </a:cubicBezTo>
                  <a:cubicBezTo>
                    <a:pt x="16224" y="12810"/>
                    <a:pt x="16466" y="12736"/>
                    <a:pt x="16697" y="12736"/>
                  </a:cubicBezTo>
                  <a:cubicBezTo>
                    <a:pt x="16786" y="12736"/>
                    <a:pt x="16873" y="12747"/>
                    <a:pt x="16960" y="12769"/>
                  </a:cubicBezTo>
                  <a:cubicBezTo>
                    <a:pt x="17201" y="12832"/>
                    <a:pt x="17442" y="12852"/>
                    <a:pt x="17684" y="12852"/>
                  </a:cubicBezTo>
                  <a:cubicBezTo>
                    <a:pt x="18038" y="12852"/>
                    <a:pt x="18392" y="12810"/>
                    <a:pt x="18747" y="12800"/>
                  </a:cubicBezTo>
                  <a:cubicBezTo>
                    <a:pt x="19091" y="12785"/>
                    <a:pt x="19421" y="12785"/>
                    <a:pt x="19765" y="12769"/>
                  </a:cubicBezTo>
                  <a:cubicBezTo>
                    <a:pt x="19885" y="12769"/>
                    <a:pt x="20004" y="12771"/>
                    <a:pt x="20123" y="12771"/>
                  </a:cubicBezTo>
                  <a:cubicBezTo>
                    <a:pt x="20302" y="12771"/>
                    <a:pt x="20480" y="12766"/>
                    <a:pt x="20659" y="12738"/>
                  </a:cubicBezTo>
                  <a:cubicBezTo>
                    <a:pt x="22101" y="12534"/>
                    <a:pt x="23574" y="12424"/>
                    <a:pt x="24969" y="12048"/>
                  </a:cubicBezTo>
                  <a:cubicBezTo>
                    <a:pt x="26051" y="11750"/>
                    <a:pt x="27117" y="11484"/>
                    <a:pt x="28214" y="11264"/>
                  </a:cubicBezTo>
                  <a:cubicBezTo>
                    <a:pt x="29154" y="11092"/>
                    <a:pt x="30095" y="10778"/>
                    <a:pt x="30957" y="10308"/>
                  </a:cubicBezTo>
                  <a:cubicBezTo>
                    <a:pt x="31051" y="10245"/>
                    <a:pt x="31161" y="10183"/>
                    <a:pt x="31255" y="10167"/>
                  </a:cubicBezTo>
                  <a:cubicBezTo>
                    <a:pt x="31577" y="10081"/>
                    <a:pt x="31809" y="9988"/>
                    <a:pt x="31986" y="9988"/>
                  </a:cubicBezTo>
                  <a:cubicBezTo>
                    <a:pt x="32231" y="9988"/>
                    <a:pt x="32372" y="10167"/>
                    <a:pt x="32509" y="10794"/>
                  </a:cubicBezTo>
                  <a:cubicBezTo>
                    <a:pt x="32587" y="11170"/>
                    <a:pt x="32744" y="11484"/>
                    <a:pt x="33010" y="11781"/>
                  </a:cubicBezTo>
                  <a:cubicBezTo>
                    <a:pt x="33731" y="12596"/>
                    <a:pt x="33747" y="13537"/>
                    <a:pt x="33402" y="14509"/>
                  </a:cubicBezTo>
                  <a:cubicBezTo>
                    <a:pt x="32932" y="15810"/>
                    <a:pt x="32430" y="17095"/>
                    <a:pt x="32101" y="18443"/>
                  </a:cubicBezTo>
                  <a:cubicBezTo>
                    <a:pt x="31835" y="19540"/>
                    <a:pt x="31364" y="20575"/>
                    <a:pt x="30675" y="21484"/>
                  </a:cubicBezTo>
                  <a:cubicBezTo>
                    <a:pt x="30495" y="21716"/>
                    <a:pt x="30197" y="21853"/>
                    <a:pt x="29921" y="21853"/>
                  </a:cubicBezTo>
                  <a:cubicBezTo>
                    <a:pt x="29692" y="21853"/>
                    <a:pt x="29479" y="21759"/>
                    <a:pt x="29358" y="21547"/>
                  </a:cubicBezTo>
                  <a:cubicBezTo>
                    <a:pt x="29029" y="20982"/>
                    <a:pt x="28277" y="20700"/>
                    <a:pt x="28292" y="19901"/>
                  </a:cubicBezTo>
                  <a:cubicBezTo>
                    <a:pt x="28292" y="19666"/>
                    <a:pt x="28041" y="19446"/>
                    <a:pt x="27900" y="19227"/>
                  </a:cubicBezTo>
                  <a:cubicBezTo>
                    <a:pt x="27759" y="19007"/>
                    <a:pt x="27822" y="18804"/>
                    <a:pt x="27947" y="18600"/>
                  </a:cubicBezTo>
                  <a:cubicBezTo>
                    <a:pt x="28133" y="18291"/>
                    <a:pt x="28531" y="18134"/>
                    <a:pt x="28603" y="17740"/>
                  </a:cubicBezTo>
                  <a:lnTo>
                    <a:pt x="28603" y="17740"/>
                  </a:lnTo>
                  <a:cubicBezTo>
                    <a:pt x="28234" y="17772"/>
                    <a:pt x="28049" y="18073"/>
                    <a:pt x="27791" y="18271"/>
                  </a:cubicBezTo>
                  <a:cubicBezTo>
                    <a:pt x="27630" y="18393"/>
                    <a:pt x="27476" y="18465"/>
                    <a:pt x="27313" y="18465"/>
                  </a:cubicBezTo>
                  <a:cubicBezTo>
                    <a:pt x="27205" y="18465"/>
                    <a:pt x="27094" y="18433"/>
                    <a:pt x="26976" y="18365"/>
                  </a:cubicBezTo>
                  <a:cubicBezTo>
                    <a:pt x="26850" y="18286"/>
                    <a:pt x="26725" y="18192"/>
                    <a:pt x="26584" y="18114"/>
                  </a:cubicBezTo>
                  <a:cubicBezTo>
                    <a:pt x="26488" y="18047"/>
                    <a:pt x="26388" y="18016"/>
                    <a:pt x="26288" y="18016"/>
                  </a:cubicBezTo>
                  <a:cubicBezTo>
                    <a:pt x="26176" y="18016"/>
                    <a:pt x="26064" y="18055"/>
                    <a:pt x="25957" y="18130"/>
                  </a:cubicBezTo>
                  <a:cubicBezTo>
                    <a:pt x="25502" y="18459"/>
                    <a:pt x="25063" y="18804"/>
                    <a:pt x="24624" y="19148"/>
                  </a:cubicBezTo>
                  <a:cubicBezTo>
                    <a:pt x="24548" y="19200"/>
                    <a:pt x="24473" y="19225"/>
                    <a:pt x="24403" y="19225"/>
                  </a:cubicBezTo>
                  <a:cubicBezTo>
                    <a:pt x="24301" y="19225"/>
                    <a:pt x="24206" y="19172"/>
                    <a:pt x="24123" y="19070"/>
                  </a:cubicBezTo>
                  <a:cubicBezTo>
                    <a:pt x="23747" y="18600"/>
                    <a:pt x="23527" y="18051"/>
                    <a:pt x="23449" y="17440"/>
                  </a:cubicBezTo>
                  <a:cubicBezTo>
                    <a:pt x="23402" y="17032"/>
                    <a:pt x="23527" y="16687"/>
                    <a:pt x="23919" y="16515"/>
                  </a:cubicBezTo>
                  <a:cubicBezTo>
                    <a:pt x="24640" y="16186"/>
                    <a:pt x="25346" y="15841"/>
                    <a:pt x="26067" y="15543"/>
                  </a:cubicBezTo>
                  <a:cubicBezTo>
                    <a:pt x="26288" y="15446"/>
                    <a:pt x="26524" y="15409"/>
                    <a:pt x="26758" y="15409"/>
                  </a:cubicBezTo>
                  <a:cubicBezTo>
                    <a:pt x="26939" y="15409"/>
                    <a:pt x="27119" y="15431"/>
                    <a:pt x="27289" y="15465"/>
                  </a:cubicBezTo>
                  <a:cubicBezTo>
                    <a:pt x="27476" y="15506"/>
                    <a:pt x="27653" y="15528"/>
                    <a:pt x="27821" y="15528"/>
                  </a:cubicBezTo>
                  <a:cubicBezTo>
                    <a:pt x="28232" y="15528"/>
                    <a:pt x="28595" y="15395"/>
                    <a:pt x="28951" y="15073"/>
                  </a:cubicBezTo>
                  <a:cubicBezTo>
                    <a:pt x="29101" y="14936"/>
                    <a:pt x="29235" y="14869"/>
                    <a:pt x="29362" y="14869"/>
                  </a:cubicBezTo>
                  <a:cubicBezTo>
                    <a:pt x="29539" y="14869"/>
                    <a:pt x="29702" y="14999"/>
                    <a:pt x="29875" y="15245"/>
                  </a:cubicBezTo>
                  <a:cubicBezTo>
                    <a:pt x="29938" y="15339"/>
                    <a:pt x="29969" y="15449"/>
                    <a:pt x="30016" y="15543"/>
                  </a:cubicBezTo>
                  <a:cubicBezTo>
                    <a:pt x="30142" y="15747"/>
                    <a:pt x="30361" y="15904"/>
                    <a:pt x="30565" y="15904"/>
                  </a:cubicBezTo>
                  <a:cubicBezTo>
                    <a:pt x="30571" y="15904"/>
                    <a:pt x="30578" y="15904"/>
                    <a:pt x="30584" y="15904"/>
                  </a:cubicBezTo>
                  <a:cubicBezTo>
                    <a:pt x="30818" y="15904"/>
                    <a:pt x="30865" y="15617"/>
                    <a:pt x="30957" y="15434"/>
                  </a:cubicBezTo>
                  <a:cubicBezTo>
                    <a:pt x="31161" y="15057"/>
                    <a:pt x="31129" y="14634"/>
                    <a:pt x="31208" y="14227"/>
                  </a:cubicBezTo>
                  <a:cubicBezTo>
                    <a:pt x="31223" y="14180"/>
                    <a:pt x="31176" y="14086"/>
                    <a:pt x="31129" y="14054"/>
                  </a:cubicBezTo>
                  <a:cubicBezTo>
                    <a:pt x="31103" y="14028"/>
                    <a:pt x="31059" y="14017"/>
                    <a:pt x="31016" y="14017"/>
                  </a:cubicBezTo>
                  <a:cubicBezTo>
                    <a:pt x="30981" y="14017"/>
                    <a:pt x="30947" y="14024"/>
                    <a:pt x="30926" y="14039"/>
                  </a:cubicBezTo>
                  <a:cubicBezTo>
                    <a:pt x="30800" y="14117"/>
                    <a:pt x="30690" y="14211"/>
                    <a:pt x="30581" y="14321"/>
                  </a:cubicBezTo>
                  <a:cubicBezTo>
                    <a:pt x="30466" y="14446"/>
                    <a:pt x="30337" y="14530"/>
                    <a:pt x="30199" y="14530"/>
                  </a:cubicBezTo>
                  <a:cubicBezTo>
                    <a:pt x="30130" y="14530"/>
                    <a:pt x="30058" y="14509"/>
                    <a:pt x="29985" y="14462"/>
                  </a:cubicBezTo>
                  <a:cubicBezTo>
                    <a:pt x="29800" y="14346"/>
                    <a:pt x="29625" y="14294"/>
                    <a:pt x="29459" y="14294"/>
                  </a:cubicBezTo>
                  <a:cubicBezTo>
                    <a:pt x="29177" y="14294"/>
                    <a:pt x="28921" y="14444"/>
                    <a:pt x="28684" y="14681"/>
                  </a:cubicBezTo>
                  <a:cubicBezTo>
                    <a:pt x="28404" y="14937"/>
                    <a:pt x="28095" y="15032"/>
                    <a:pt x="27743" y="15032"/>
                  </a:cubicBezTo>
                  <a:cubicBezTo>
                    <a:pt x="27642" y="15032"/>
                    <a:pt x="27538" y="15024"/>
                    <a:pt x="27430" y="15010"/>
                  </a:cubicBezTo>
                  <a:cubicBezTo>
                    <a:pt x="27277" y="14984"/>
                    <a:pt x="27125" y="14971"/>
                    <a:pt x="26975" y="14971"/>
                  </a:cubicBezTo>
                  <a:cubicBezTo>
                    <a:pt x="26497" y="14971"/>
                    <a:pt x="26038" y="15101"/>
                    <a:pt x="25596" y="15339"/>
                  </a:cubicBezTo>
                  <a:cubicBezTo>
                    <a:pt x="25001" y="15653"/>
                    <a:pt x="24374" y="15904"/>
                    <a:pt x="23747" y="16155"/>
                  </a:cubicBezTo>
                  <a:cubicBezTo>
                    <a:pt x="23433" y="16264"/>
                    <a:pt x="23261" y="16437"/>
                    <a:pt x="23135" y="16735"/>
                  </a:cubicBezTo>
                  <a:cubicBezTo>
                    <a:pt x="22947" y="17220"/>
                    <a:pt x="22916" y="17675"/>
                    <a:pt x="23088" y="18161"/>
                  </a:cubicBezTo>
                  <a:cubicBezTo>
                    <a:pt x="23135" y="18333"/>
                    <a:pt x="23198" y="18521"/>
                    <a:pt x="23276" y="18694"/>
                  </a:cubicBezTo>
                  <a:cubicBezTo>
                    <a:pt x="23496" y="19054"/>
                    <a:pt x="23480" y="19336"/>
                    <a:pt x="23151" y="19681"/>
                  </a:cubicBezTo>
                  <a:cubicBezTo>
                    <a:pt x="22665" y="20183"/>
                    <a:pt x="22477" y="20841"/>
                    <a:pt x="22555" y="21547"/>
                  </a:cubicBezTo>
                  <a:cubicBezTo>
                    <a:pt x="22569" y="21626"/>
                    <a:pt x="22616" y="21729"/>
                    <a:pt x="22717" y="21729"/>
                  </a:cubicBezTo>
                  <a:cubicBezTo>
                    <a:pt x="22734" y="21729"/>
                    <a:pt x="22754" y="21726"/>
                    <a:pt x="22775" y="21719"/>
                  </a:cubicBezTo>
                  <a:cubicBezTo>
                    <a:pt x="22838" y="21688"/>
                    <a:pt x="22932" y="21641"/>
                    <a:pt x="22932" y="21578"/>
                  </a:cubicBezTo>
                  <a:cubicBezTo>
                    <a:pt x="22979" y="21358"/>
                    <a:pt x="22994" y="21139"/>
                    <a:pt x="23026" y="20920"/>
                  </a:cubicBezTo>
                  <a:cubicBezTo>
                    <a:pt x="23144" y="20240"/>
                    <a:pt x="23360" y="19992"/>
                    <a:pt x="24014" y="19992"/>
                  </a:cubicBezTo>
                  <a:cubicBezTo>
                    <a:pt x="24054" y="19992"/>
                    <a:pt x="24095" y="19993"/>
                    <a:pt x="24139" y="19995"/>
                  </a:cubicBezTo>
                  <a:cubicBezTo>
                    <a:pt x="24163" y="19996"/>
                    <a:pt x="24186" y="19997"/>
                    <a:pt x="24209" y="19997"/>
                  </a:cubicBezTo>
                  <a:cubicBezTo>
                    <a:pt x="24471" y="19997"/>
                    <a:pt x="24667" y="19912"/>
                    <a:pt x="24797" y="19681"/>
                  </a:cubicBezTo>
                  <a:cubicBezTo>
                    <a:pt x="25016" y="19321"/>
                    <a:pt x="25393" y="19133"/>
                    <a:pt x="25722" y="18882"/>
                  </a:cubicBezTo>
                  <a:cubicBezTo>
                    <a:pt x="25918" y="18741"/>
                    <a:pt x="26114" y="18670"/>
                    <a:pt x="26306" y="18670"/>
                  </a:cubicBezTo>
                  <a:cubicBezTo>
                    <a:pt x="26498" y="18670"/>
                    <a:pt x="26686" y="18741"/>
                    <a:pt x="26866" y="18882"/>
                  </a:cubicBezTo>
                  <a:cubicBezTo>
                    <a:pt x="27211" y="19164"/>
                    <a:pt x="27524" y="19493"/>
                    <a:pt x="27822" y="19822"/>
                  </a:cubicBezTo>
                  <a:cubicBezTo>
                    <a:pt x="27947" y="19963"/>
                    <a:pt x="27900" y="20183"/>
                    <a:pt x="27838" y="20355"/>
                  </a:cubicBezTo>
                  <a:cubicBezTo>
                    <a:pt x="27665" y="20763"/>
                    <a:pt x="27775" y="21076"/>
                    <a:pt x="28151" y="21311"/>
                  </a:cubicBezTo>
                  <a:cubicBezTo>
                    <a:pt x="28308" y="21405"/>
                    <a:pt x="28512" y="21515"/>
                    <a:pt x="28559" y="21672"/>
                  </a:cubicBezTo>
                  <a:cubicBezTo>
                    <a:pt x="28715" y="22079"/>
                    <a:pt x="29013" y="22205"/>
                    <a:pt x="29405" y="22299"/>
                  </a:cubicBezTo>
                  <a:cubicBezTo>
                    <a:pt x="29734" y="22362"/>
                    <a:pt x="29813" y="22612"/>
                    <a:pt x="29609" y="22879"/>
                  </a:cubicBezTo>
                  <a:cubicBezTo>
                    <a:pt x="29233" y="23349"/>
                    <a:pt x="28841" y="23804"/>
                    <a:pt x="28449" y="24243"/>
                  </a:cubicBezTo>
                  <a:cubicBezTo>
                    <a:pt x="26772" y="26076"/>
                    <a:pt x="26035" y="26547"/>
                    <a:pt x="23637" y="27142"/>
                  </a:cubicBezTo>
                  <a:cubicBezTo>
                    <a:pt x="22273" y="27503"/>
                    <a:pt x="20910" y="27910"/>
                    <a:pt x="19499" y="28177"/>
                  </a:cubicBezTo>
                  <a:cubicBezTo>
                    <a:pt x="18305" y="28406"/>
                    <a:pt x="17111" y="28519"/>
                    <a:pt x="15911" y="28519"/>
                  </a:cubicBezTo>
                  <a:cubicBezTo>
                    <a:pt x="15141" y="28519"/>
                    <a:pt x="14368" y="28472"/>
                    <a:pt x="13590" y="28381"/>
                  </a:cubicBezTo>
                  <a:cubicBezTo>
                    <a:pt x="12430" y="28239"/>
                    <a:pt x="11348" y="27832"/>
                    <a:pt x="10220" y="27597"/>
                  </a:cubicBezTo>
                  <a:cubicBezTo>
                    <a:pt x="9436" y="27424"/>
                    <a:pt x="8793" y="26938"/>
                    <a:pt x="8166" y="26468"/>
                  </a:cubicBezTo>
                  <a:cubicBezTo>
                    <a:pt x="7461" y="25935"/>
                    <a:pt x="6724" y="25402"/>
                    <a:pt x="6003" y="24869"/>
                  </a:cubicBezTo>
                  <a:cubicBezTo>
                    <a:pt x="5314" y="24352"/>
                    <a:pt x="4734" y="23725"/>
                    <a:pt x="4405" y="22895"/>
                  </a:cubicBezTo>
                  <a:cubicBezTo>
                    <a:pt x="4358" y="22785"/>
                    <a:pt x="4311" y="22691"/>
                    <a:pt x="4232" y="22612"/>
                  </a:cubicBezTo>
                  <a:cubicBezTo>
                    <a:pt x="3151" y="21249"/>
                    <a:pt x="2665" y="19650"/>
                    <a:pt x="2304" y="17988"/>
                  </a:cubicBezTo>
                  <a:cubicBezTo>
                    <a:pt x="2006" y="16672"/>
                    <a:pt x="1615" y="15402"/>
                    <a:pt x="1113" y="14148"/>
                  </a:cubicBezTo>
                  <a:cubicBezTo>
                    <a:pt x="658" y="12973"/>
                    <a:pt x="455" y="11766"/>
                    <a:pt x="564" y="10512"/>
                  </a:cubicBezTo>
                  <a:cubicBezTo>
                    <a:pt x="589" y="10133"/>
                    <a:pt x="718" y="9973"/>
                    <a:pt x="1019" y="9973"/>
                  </a:cubicBezTo>
                  <a:close/>
                  <a:moveTo>
                    <a:pt x="25215" y="27178"/>
                  </a:moveTo>
                  <a:cubicBezTo>
                    <a:pt x="25267" y="27178"/>
                    <a:pt x="25321" y="27186"/>
                    <a:pt x="25377" y="27205"/>
                  </a:cubicBezTo>
                  <a:cubicBezTo>
                    <a:pt x="25910" y="27346"/>
                    <a:pt x="26020" y="27534"/>
                    <a:pt x="25972" y="28192"/>
                  </a:cubicBezTo>
                  <a:cubicBezTo>
                    <a:pt x="25925" y="28710"/>
                    <a:pt x="26004" y="29415"/>
                    <a:pt x="25596" y="29807"/>
                  </a:cubicBezTo>
                  <a:cubicBezTo>
                    <a:pt x="25393" y="29995"/>
                    <a:pt x="25110" y="30105"/>
                    <a:pt x="24828" y="30183"/>
                  </a:cubicBezTo>
                  <a:cubicBezTo>
                    <a:pt x="22266" y="31049"/>
                    <a:pt x="19865" y="31700"/>
                    <a:pt x="17285" y="31700"/>
                  </a:cubicBezTo>
                  <a:cubicBezTo>
                    <a:pt x="16457" y="31700"/>
                    <a:pt x="15610" y="31633"/>
                    <a:pt x="14734" y="31484"/>
                  </a:cubicBezTo>
                  <a:cubicBezTo>
                    <a:pt x="14473" y="31442"/>
                    <a:pt x="14198" y="31442"/>
                    <a:pt x="13922" y="31442"/>
                  </a:cubicBezTo>
                  <a:lnTo>
                    <a:pt x="13922" y="31442"/>
                  </a:lnTo>
                  <a:cubicBezTo>
                    <a:pt x="13785" y="31442"/>
                    <a:pt x="13647" y="31442"/>
                    <a:pt x="13511" y="31437"/>
                  </a:cubicBezTo>
                  <a:cubicBezTo>
                    <a:pt x="12540" y="31406"/>
                    <a:pt x="11678" y="31077"/>
                    <a:pt x="10862" y="30591"/>
                  </a:cubicBezTo>
                  <a:cubicBezTo>
                    <a:pt x="10753" y="30512"/>
                    <a:pt x="10596" y="30403"/>
                    <a:pt x="10565" y="30277"/>
                  </a:cubicBezTo>
                  <a:cubicBezTo>
                    <a:pt x="10408" y="29666"/>
                    <a:pt x="10157" y="29070"/>
                    <a:pt x="10188" y="28428"/>
                  </a:cubicBezTo>
                  <a:cubicBezTo>
                    <a:pt x="10202" y="28295"/>
                    <a:pt x="10327" y="28163"/>
                    <a:pt x="10432" y="28163"/>
                  </a:cubicBezTo>
                  <a:cubicBezTo>
                    <a:pt x="10451" y="28163"/>
                    <a:pt x="10469" y="28167"/>
                    <a:pt x="10486" y="28177"/>
                  </a:cubicBezTo>
                  <a:cubicBezTo>
                    <a:pt x="11552" y="28898"/>
                    <a:pt x="12806" y="28960"/>
                    <a:pt x="14013" y="29102"/>
                  </a:cubicBezTo>
                  <a:cubicBezTo>
                    <a:pt x="14707" y="29174"/>
                    <a:pt x="15397" y="29216"/>
                    <a:pt x="16086" y="29216"/>
                  </a:cubicBezTo>
                  <a:cubicBezTo>
                    <a:pt x="16891" y="29216"/>
                    <a:pt x="17693" y="29158"/>
                    <a:pt x="18496" y="29023"/>
                  </a:cubicBezTo>
                  <a:cubicBezTo>
                    <a:pt x="20628" y="28647"/>
                    <a:pt x="22759" y="28271"/>
                    <a:pt x="24750" y="27330"/>
                  </a:cubicBezTo>
                  <a:cubicBezTo>
                    <a:pt x="24905" y="27259"/>
                    <a:pt x="25051" y="27178"/>
                    <a:pt x="25215" y="27178"/>
                  </a:cubicBezTo>
                  <a:close/>
                  <a:moveTo>
                    <a:pt x="17551" y="1"/>
                  </a:moveTo>
                  <a:cubicBezTo>
                    <a:pt x="17284" y="1"/>
                    <a:pt x="17009" y="59"/>
                    <a:pt x="16725" y="198"/>
                  </a:cubicBezTo>
                  <a:cubicBezTo>
                    <a:pt x="16380" y="355"/>
                    <a:pt x="16019" y="449"/>
                    <a:pt x="15643" y="527"/>
                  </a:cubicBezTo>
                  <a:cubicBezTo>
                    <a:pt x="14906" y="715"/>
                    <a:pt x="14232" y="1013"/>
                    <a:pt x="13747" y="1624"/>
                  </a:cubicBezTo>
                  <a:cubicBezTo>
                    <a:pt x="13621" y="1766"/>
                    <a:pt x="13449" y="1860"/>
                    <a:pt x="13292" y="1954"/>
                  </a:cubicBezTo>
                  <a:cubicBezTo>
                    <a:pt x="12508" y="2487"/>
                    <a:pt x="11630" y="2800"/>
                    <a:pt x="10753" y="3082"/>
                  </a:cubicBezTo>
                  <a:cubicBezTo>
                    <a:pt x="10126" y="3270"/>
                    <a:pt x="9514" y="3474"/>
                    <a:pt x="9091" y="3976"/>
                  </a:cubicBezTo>
                  <a:cubicBezTo>
                    <a:pt x="8652" y="4509"/>
                    <a:pt x="8072" y="4838"/>
                    <a:pt x="7477" y="5151"/>
                  </a:cubicBezTo>
                  <a:cubicBezTo>
                    <a:pt x="6724" y="5559"/>
                    <a:pt x="5956" y="5935"/>
                    <a:pt x="5251" y="6436"/>
                  </a:cubicBezTo>
                  <a:cubicBezTo>
                    <a:pt x="4765" y="6766"/>
                    <a:pt x="4154" y="7016"/>
                    <a:pt x="3590" y="7048"/>
                  </a:cubicBezTo>
                  <a:cubicBezTo>
                    <a:pt x="2555" y="7095"/>
                    <a:pt x="1740" y="7628"/>
                    <a:pt x="894" y="8067"/>
                  </a:cubicBezTo>
                  <a:cubicBezTo>
                    <a:pt x="282" y="8396"/>
                    <a:pt x="16" y="9038"/>
                    <a:pt x="16" y="9681"/>
                  </a:cubicBezTo>
                  <a:cubicBezTo>
                    <a:pt x="47" y="11437"/>
                    <a:pt x="0" y="13208"/>
                    <a:pt x="815" y="14838"/>
                  </a:cubicBezTo>
                  <a:cubicBezTo>
                    <a:pt x="894" y="15010"/>
                    <a:pt x="941" y="15198"/>
                    <a:pt x="972" y="15387"/>
                  </a:cubicBezTo>
                  <a:cubicBezTo>
                    <a:pt x="1144" y="16405"/>
                    <a:pt x="1740" y="17330"/>
                    <a:pt x="1724" y="18412"/>
                  </a:cubicBezTo>
                  <a:cubicBezTo>
                    <a:pt x="1724" y="18553"/>
                    <a:pt x="1818" y="18694"/>
                    <a:pt x="1865" y="18835"/>
                  </a:cubicBezTo>
                  <a:cubicBezTo>
                    <a:pt x="2038" y="19321"/>
                    <a:pt x="2195" y="19822"/>
                    <a:pt x="2367" y="20324"/>
                  </a:cubicBezTo>
                  <a:cubicBezTo>
                    <a:pt x="2477" y="20637"/>
                    <a:pt x="2602" y="20951"/>
                    <a:pt x="2727" y="21264"/>
                  </a:cubicBezTo>
                  <a:cubicBezTo>
                    <a:pt x="3041" y="22032"/>
                    <a:pt x="3527" y="22691"/>
                    <a:pt x="3903" y="23412"/>
                  </a:cubicBezTo>
                  <a:cubicBezTo>
                    <a:pt x="4248" y="24070"/>
                    <a:pt x="4687" y="24603"/>
                    <a:pt x="5220" y="25073"/>
                  </a:cubicBezTo>
                  <a:cubicBezTo>
                    <a:pt x="6364" y="26045"/>
                    <a:pt x="7602" y="26891"/>
                    <a:pt x="8856" y="27691"/>
                  </a:cubicBezTo>
                  <a:cubicBezTo>
                    <a:pt x="9248" y="27926"/>
                    <a:pt x="9483" y="28177"/>
                    <a:pt x="9561" y="28616"/>
                  </a:cubicBezTo>
                  <a:cubicBezTo>
                    <a:pt x="9671" y="29164"/>
                    <a:pt x="9828" y="29713"/>
                    <a:pt x="9953" y="30261"/>
                  </a:cubicBezTo>
                  <a:cubicBezTo>
                    <a:pt x="10408" y="32456"/>
                    <a:pt x="14499" y="32362"/>
                    <a:pt x="16223" y="32409"/>
                  </a:cubicBezTo>
                  <a:cubicBezTo>
                    <a:pt x="16457" y="32416"/>
                    <a:pt x="16691" y="32419"/>
                    <a:pt x="16925" y="32419"/>
                  </a:cubicBezTo>
                  <a:cubicBezTo>
                    <a:pt x="19277" y="32419"/>
                    <a:pt x="21622" y="32066"/>
                    <a:pt x="23903" y="31453"/>
                  </a:cubicBezTo>
                  <a:cubicBezTo>
                    <a:pt x="24766" y="31233"/>
                    <a:pt x="27101" y="30450"/>
                    <a:pt x="26427" y="29102"/>
                  </a:cubicBezTo>
                  <a:cubicBezTo>
                    <a:pt x="26349" y="28960"/>
                    <a:pt x="26411" y="28725"/>
                    <a:pt x="26427" y="28553"/>
                  </a:cubicBezTo>
                  <a:cubicBezTo>
                    <a:pt x="26474" y="28224"/>
                    <a:pt x="26568" y="27879"/>
                    <a:pt x="26584" y="27550"/>
                  </a:cubicBezTo>
                  <a:cubicBezTo>
                    <a:pt x="26615" y="27080"/>
                    <a:pt x="26788" y="26719"/>
                    <a:pt x="27164" y="26390"/>
                  </a:cubicBezTo>
                  <a:cubicBezTo>
                    <a:pt x="28590" y="25136"/>
                    <a:pt x="29891" y="23757"/>
                    <a:pt x="31035" y="22205"/>
                  </a:cubicBezTo>
                  <a:cubicBezTo>
                    <a:pt x="31882" y="21029"/>
                    <a:pt x="32493" y="19760"/>
                    <a:pt x="32885" y="18396"/>
                  </a:cubicBezTo>
                  <a:cubicBezTo>
                    <a:pt x="33151" y="17424"/>
                    <a:pt x="33449" y="16452"/>
                    <a:pt x="33763" y="15496"/>
                  </a:cubicBezTo>
                  <a:cubicBezTo>
                    <a:pt x="34045" y="14681"/>
                    <a:pt x="34311" y="13866"/>
                    <a:pt x="34358" y="13004"/>
                  </a:cubicBezTo>
                  <a:cubicBezTo>
                    <a:pt x="34358" y="12816"/>
                    <a:pt x="34390" y="12628"/>
                    <a:pt x="34452" y="12440"/>
                  </a:cubicBezTo>
                  <a:cubicBezTo>
                    <a:pt x="34719" y="11625"/>
                    <a:pt x="34875" y="10778"/>
                    <a:pt x="34813" y="9995"/>
                  </a:cubicBezTo>
                  <a:cubicBezTo>
                    <a:pt x="34860" y="9603"/>
                    <a:pt x="34860" y="9305"/>
                    <a:pt x="34923" y="9023"/>
                  </a:cubicBezTo>
                  <a:cubicBezTo>
                    <a:pt x="35079" y="8333"/>
                    <a:pt x="34640" y="7957"/>
                    <a:pt x="34202" y="7643"/>
                  </a:cubicBezTo>
                  <a:cubicBezTo>
                    <a:pt x="33888" y="7440"/>
                    <a:pt x="33543" y="7299"/>
                    <a:pt x="33261" y="7048"/>
                  </a:cubicBezTo>
                  <a:cubicBezTo>
                    <a:pt x="33057" y="6875"/>
                    <a:pt x="32791" y="6828"/>
                    <a:pt x="32556" y="6719"/>
                  </a:cubicBezTo>
                  <a:cubicBezTo>
                    <a:pt x="31568" y="6327"/>
                    <a:pt x="30518" y="6217"/>
                    <a:pt x="29484" y="6107"/>
                  </a:cubicBezTo>
                  <a:cubicBezTo>
                    <a:pt x="28621" y="6029"/>
                    <a:pt x="28026" y="5606"/>
                    <a:pt x="27509" y="4979"/>
                  </a:cubicBezTo>
                  <a:cubicBezTo>
                    <a:pt x="27305" y="4712"/>
                    <a:pt x="27132" y="4430"/>
                    <a:pt x="26866" y="4195"/>
                  </a:cubicBezTo>
                  <a:cubicBezTo>
                    <a:pt x="25769" y="3270"/>
                    <a:pt x="24499" y="2769"/>
                    <a:pt x="23088" y="2706"/>
                  </a:cubicBezTo>
                  <a:cubicBezTo>
                    <a:pt x="22461" y="2690"/>
                    <a:pt x="22023" y="2502"/>
                    <a:pt x="21615" y="2063"/>
                  </a:cubicBezTo>
                  <a:cubicBezTo>
                    <a:pt x="21411" y="1860"/>
                    <a:pt x="21160" y="1671"/>
                    <a:pt x="20910" y="1515"/>
                  </a:cubicBezTo>
                  <a:cubicBezTo>
                    <a:pt x="20267" y="1139"/>
                    <a:pt x="19624" y="778"/>
                    <a:pt x="18950" y="433"/>
                  </a:cubicBezTo>
                  <a:cubicBezTo>
                    <a:pt x="18496" y="191"/>
                    <a:pt x="18035" y="1"/>
                    <a:pt x="175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444;p17">
              <a:extLst>
                <a:ext uri="{FF2B5EF4-FFF2-40B4-BE49-F238E27FC236}">
                  <a16:creationId xmlns:a16="http://schemas.microsoft.com/office/drawing/2014/main" id="{CCE6B1EF-12DF-4B44-89B9-6708964EB3BF}"/>
                </a:ext>
              </a:extLst>
            </p:cNvPr>
            <p:cNvSpPr/>
            <p:nvPr/>
          </p:nvSpPr>
          <p:spPr>
            <a:xfrm>
              <a:off x="9885175" y="2544725"/>
              <a:ext cx="144225" cy="117075"/>
            </a:xfrm>
            <a:custGeom>
              <a:avLst/>
              <a:gdLst/>
              <a:ahLst/>
              <a:cxnLst/>
              <a:rect l="l" t="t" r="r" b="b"/>
              <a:pathLst>
                <a:path w="5769" h="4683" extrusionOk="0">
                  <a:moveTo>
                    <a:pt x="4014" y="0"/>
                  </a:moveTo>
                  <a:cubicBezTo>
                    <a:pt x="3693" y="0"/>
                    <a:pt x="3551" y="287"/>
                    <a:pt x="3386" y="549"/>
                  </a:cubicBezTo>
                  <a:cubicBezTo>
                    <a:pt x="3142" y="915"/>
                    <a:pt x="2824" y="1177"/>
                    <a:pt x="2332" y="1177"/>
                  </a:cubicBezTo>
                  <a:cubicBezTo>
                    <a:pt x="2317" y="1177"/>
                    <a:pt x="2303" y="1177"/>
                    <a:pt x="2289" y="1176"/>
                  </a:cubicBezTo>
                  <a:cubicBezTo>
                    <a:pt x="1285" y="1176"/>
                    <a:pt x="721" y="1929"/>
                    <a:pt x="63" y="2524"/>
                  </a:cubicBezTo>
                  <a:cubicBezTo>
                    <a:pt x="0" y="2571"/>
                    <a:pt x="16" y="2744"/>
                    <a:pt x="47" y="2822"/>
                  </a:cubicBezTo>
                  <a:cubicBezTo>
                    <a:pt x="75" y="2893"/>
                    <a:pt x="120" y="2919"/>
                    <a:pt x="167" y="2919"/>
                  </a:cubicBezTo>
                  <a:cubicBezTo>
                    <a:pt x="225" y="2919"/>
                    <a:pt x="286" y="2881"/>
                    <a:pt x="329" y="2838"/>
                  </a:cubicBezTo>
                  <a:cubicBezTo>
                    <a:pt x="564" y="2603"/>
                    <a:pt x="768" y="2336"/>
                    <a:pt x="1019" y="2101"/>
                  </a:cubicBezTo>
                  <a:cubicBezTo>
                    <a:pt x="1279" y="1854"/>
                    <a:pt x="1558" y="1626"/>
                    <a:pt x="1911" y="1626"/>
                  </a:cubicBezTo>
                  <a:cubicBezTo>
                    <a:pt x="2005" y="1626"/>
                    <a:pt x="2105" y="1642"/>
                    <a:pt x="2210" y="1678"/>
                  </a:cubicBezTo>
                  <a:cubicBezTo>
                    <a:pt x="2266" y="1697"/>
                    <a:pt x="2319" y="1705"/>
                    <a:pt x="2372" y="1705"/>
                  </a:cubicBezTo>
                  <a:cubicBezTo>
                    <a:pt x="2542" y="1705"/>
                    <a:pt x="2697" y="1621"/>
                    <a:pt x="2853" y="1537"/>
                  </a:cubicBezTo>
                  <a:cubicBezTo>
                    <a:pt x="3104" y="1380"/>
                    <a:pt x="3370" y="1239"/>
                    <a:pt x="3637" y="1098"/>
                  </a:cubicBezTo>
                  <a:cubicBezTo>
                    <a:pt x="3807" y="1006"/>
                    <a:pt x="3879" y="717"/>
                    <a:pt x="4100" y="717"/>
                  </a:cubicBezTo>
                  <a:cubicBezTo>
                    <a:pt x="4143" y="717"/>
                    <a:pt x="4192" y="728"/>
                    <a:pt x="4248" y="753"/>
                  </a:cubicBezTo>
                  <a:cubicBezTo>
                    <a:pt x="4530" y="879"/>
                    <a:pt x="4530" y="1176"/>
                    <a:pt x="4640" y="1412"/>
                  </a:cubicBezTo>
                  <a:cubicBezTo>
                    <a:pt x="4796" y="1694"/>
                    <a:pt x="4859" y="2039"/>
                    <a:pt x="4969" y="2352"/>
                  </a:cubicBezTo>
                  <a:cubicBezTo>
                    <a:pt x="4985" y="2509"/>
                    <a:pt x="4985" y="2681"/>
                    <a:pt x="4875" y="2791"/>
                  </a:cubicBezTo>
                  <a:cubicBezTo>
                    <a:pt x="4514" y="3104"/>
                    <a:pt x="4154" y="3434"/>
                    <a:pt x="3762" y="3716"/>
                  </a:cubicBezTo>
                  <a:cubicBezTo>
                    <a:pt x="3658" y="3792"/>
                    <a:pt x="3548" y="3831"/>
                    <a:pt x="3439" y="3831"/>
                  </a:cubicBezTo>
                  <a:cubicBezTo>
                    <a:pt x="3300" y="3831"/>
                    <a:pt x="3163" y="3768"/>
                    <a:pt x="3041" y="3637"/>
                  </a:cubicBezTo>
                  <a:cubicBezTo>
                    <a:pt x="2963" y="3559"/>
                    <a:pt x="2900" y="3481"/>
                    <a:pt x="2806" y="3402"/>
                  </a:cubicBezTo>
                  <a:cubicBezTo>
                    <a:pt x="2757" y="3364"/>
                    <a:pt x="2703" y="3313"/>
                    <a:pt x="2647" y="3313"/>
                  </a:cubicBezTo>
                  <a:cubicBezTo>
                    <a:pt x="2611" y="3313"/>
                    <a:pt x="2575" y="3332"/>
                    <a:pt x="2539" y="3387"/>
                  </a:cubicBezTo>
                  <a:cubicBezTo>
                    <a:pt x="2508" y="3434"/>
                    <a:pt x="2492" y="3543"/>
                    <a:pt x="2524" y="3590"/>
                  </a:cubicBezTo>
                  <a:cubicBezTo>
                    <a:pt x="2680" y="3888"/>
                    <a:pt x="2821" y="4186"/>
                    <a:pt x="3010" y="4468"/>
                  </a:cubicBezTo>
                  <a:cubicBezTo>
                    <a:pt x="3111" y="4612"/>
                    <a:pt x="3222" y="4683"/>
                    <a:pt x="3342" y="4683"/>
                  </a:cubicBezTo>
                  <a:cubicBezTo>
                    <a:pt x="3444" y="4683"/>
                    <a:pt x="3553" y="4632"/>
                    <a:pt x="3668" y="4531"/>
                  </a:cubicBezTo>
                  <a:cubicBezTo>
                    <a:pt x="4201" y="4029"/>
                    <a:pt x="4608" y="3355"/>
                    <a:pt x="5329" y="3073"/>
                  </a:cubicBezTo>
                  <a:cubicBezTo>
                    <a:pt x="5392" y="3057"/>
                    <a:pt x="5439" y="2979"/>
                    <a:pt x="5486" y="2916"/>
                  </a:cubicBezTo>
                  <a:cubicBezTo>
                    <a:pt x="5721" y="2665"/>
                    <a:pt x="5768" y="2415"/>
                    <a:pt x="5549" y="2117"/>
                  </a:cubicBezTo>
                  <a:cubicBezTo>
                    <a:pt x="5329" y="1788"/>
                    <a:pt x="5188" y="1459"/>
                    <a:pt x="5157" y="1082"/>
                  </a:cubicBezTo>
                  <a:cubicBezTo>
                    <a:pt x="5141" y="973"/>
                    <a:pt x="5110" y="863"/>
                    <a:pt x="5063" y="753"/>
                  </a:cubicBezTo>
                  <a:cubicBezTo>
                    <a:pt x="4890" y="361"/>
                    <a:pt x="4577" y="111"/>
                    <a:pt x="4154" y="17"/>
                  </a:cubicBezTo>
                  <a:cubicBezTo>
                    <a:pt x="4104" y="5"/>
                    <a:pt x="4057" y="0"/>
                    <a:pt x="40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445;p17">
              <a:extLst>
                <a:ext uri="{FF2B5EF4-FFF2-40B4-BE49-F238E27FC236}">
                  <a16:creationId xmlns:a16="http://schemas.microsoft.com/office/drawing/2014/main" id="{90B896BE-CF50-482B-886C-CC773BF5F226}"/>
                </a:ext>
              </a:extLst>
            </p:cNvPr>
            <p:cNvSpPr/>
            <p:nvPr/>
          </p:nvSpPr>
          <p:spPr>
            <a:xfrm>
              <a:off x="9731175" y="2566075"/>
              <a:ext cx="128150" cy="106425"/>
            </a:xfrm>
            <a:custGeom>
              <a:avLst/>
              <a:gdLst/>
              <a:ahLst/>
              <a:cxnLst/>
              <a:rect l="l" t="t" r="r" b="b"/>
              <a:pathLst>
                <a:path w="5126" h="4257" extrusionOk="0">
                  <a:moveTo>
                    <a:pt x="3492" y="0"/>
                  </a:moveTo>
                  <a:cubicBezTo>
                    <a:pt x="3427" y="0"/>
                    <a:pt x="3360" y="8"/>
                    <a:pt x="3292" y="25"/>
                  </a:cubicBezTo>
                  <a:cubicBezTo>
                    <a:pt x="2853" y="134"/>
                    <a:pt x="2477" y="338"/>
                    <a:pt x="2132" y="652"/>
                  </a:cubicBezTo>
                  <a:cubicBezTo>
                    <a:pt x="1520" y="1153"/>
                    <a:pt x="1066" y="1921"/>
                    <a:pt x="157" y="2015"/>
                  </a:cubicBezTo>
                  <a:cubicBezTo>
                    <a:pt x="47" y="2031"/>
                    <a:pt x="0" y="2172"/>
                    <a:pt x="31" y="2297"/>
                  </a:cubicBezTo>
                  <a:cubicBezTo>
                    <a:pt x="63" y="2407"/>
                    <a:pt x="125" y="2501"/>
                    <a:pt x="251" y="2501"/>
                  </a:cubicBezTo>
                  <a:cubicBezTo>
                    <a:pt x="286" y="2505"/>
                    <a:pt x="323" y="2507"/>
                    <a:pt x="361" y="2507"/>
                  </a:cubicBezTo>
                  <a:cubicBezTo>
                    <a:pt x="475" y="2507"/>
                    <a:pt x="596" y="2489"/>
                    <a:pt x="690" y="2454"/>
                  </a:cubicBezTo>
                  <a:cubicBezTo>
                    <a:pt x="1035" y="2297"/>
                    <a:pt x="1317" y="2047"/>
                    <a:pt x="1567" y="1780"/>
                  </a:cubicBezTo>
                  <a:cubicBezTo>
                    <a:pt x="1818" y="1498"/>
                    <a:pt x="2069" y="1216"/>
                    <a:pt x="2351" y="965"/>
                  </a:cubicBezTo>
                  <a:cubicBezTo>
                    <a:pt x="2596" y="734"/>
                    <a:pt x="2924" y="680"/>
                    <a:pt x="3252" y="680"/>
                  </a:cubicBezTo>
                  <a:cubicBezTo>
                    <a:pt x="3302" y="680"/>
                    <a:pt x="3352" y="681"/>
                    <a:pt x="3401" y="683"/>
                  </a:cubicBezTo>
                  <a:cubicBezTo>
                    <a:pt x="3668" y="714"/>
                    <a:pt x="3684" y="996"/>
                    <a:pt x="3809" y="1169"/>
                  </a:cubicBezTo>
                  <a:cubicBezTo>
                    <a:pt x="3934" y="1357"/>
                    <a:pt x="4107" y="1514"/>
                    <a:pt x="4232" y="1702"/>
                  </a:cubicBezTo>
                  <a:cubicBezTo>
                    <a:pt x="4796" y="2517"/>
                    <a:pt x="4593" y="3112"/>
                    <a:pt x="3652" y="3410"/>
                  </a:cubicBezTo>
                  <a:cubicBezTo>
                    <a:pt x="3527" y="3442"/>
                    <a:pt x="3370" y="3442"/>
                    <a:pt x="3213" y="3473"/>
                  </a:cubicBezTo>
                  <a:cubicBezTo>
                    <a:pt x="2931" y="3536"/>
                    <a:pt x="2618" y="3583"/>
                    <a:pt x="2351" y="3692"/>
                  </a:cubicBezTo>
                  <a:cubicBezTo>
                    <a:pt x="2178" y="3759"/>
                    <a:pt x="2008" y="3799"/>
                    <a:pt x="1839" y="3799"/>
                  </a:cubicBezTo>
                  <a:cubicBezTo>
                    <a:pt x="1687" y="3799"/>
                    <a:pt x="1535" y="3766"/>
                    <a:pt x="1379" y="3692"/>
                  </a:cubicBezTo>
                  <a:cubicBezTo>
                    <a:pt x="1223" y="3630"/>
                    <a:pt x="1035" y="3598"/>
                    <a:pt x="862" y="3551"/>
                  </a:cubicBezTo>
                  <a:lnTo>
                    <a:pt x="862" y="3551"/>
                  </a:lnTo>
                  <a:cubicBezTo>
                    <a:pt x="1231" y="3964"/>
                    <a:pt x="1623" y="4256"/>
                    <a:pt x="2079" y="4256"/>
                  </a:cubicBezTo>
                  <a:cubicBezTo>
                    <a:pt x="2281" y="4256"/>
                    <a:pt x="2496" y="4199"/>
                    <a:pt x="2727" y="4069"/>
                  </a:cubicBezTo>
                  <a:cubicBezTo>
                    <a:pt x="2884" y="3975"/>
                    <a:pt x="3088" y="3943"/>
                    <a:pt x="3276" y="3943"/>
                  </a:cubicBezTo>
                  <a:cubicBezTo>
                    <a:pt x="3746" y="3943"/>
                    <a:pt x="4122" y="3692"/>
                    <a:pt x="4546" y="3551"/>
                  </a:cubicBezTo>
                  <a:cubicBezTo>
                    <a:pt x="4969" y="3410"/>
                    <a:pt x="5094" y="3081"/>
                    <a:pt x="5110" y="2674"/>
                  </a:cubicBezTo>
                  <a:cubicBezTo>
                    <a:pt x="5126" y="2329"/>
                    <a:pt x="5000" y="2000"/>
                    <a:pt x="4812" y="1733"/>
                  </a:cubicBezTo>
                  <a:cubicBezTo>
                    <a:pt x="4499" y="1310"/>
                    <a:pt x="4201" y="887"/>
                    <a:pt x="4028" y="369"/>
                  </a:cubicBezTo>
                  <a:cubicBezTo>
                    <a:pt x="3954" y="121"/>
                    <a:pt x="3741" y="0"/>
                    <a:pt x="34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446;p17">
              <a:extLst>
                <a:ext uri="{FF2B5EF4-FFF2-40B4-BE49-F238E27FC236}">
                  <a16:creationId xmlns:a16="http://schemas.microsoft.com/office/drawing/2014/main" id="{8CA554D4-21AC-4CE9-9397-1A9A4F28CA9B}"/>
                </a:ext>
              </a:extLst>
            </p:cNvPr>
            <p:cNvSpPr/>
            <p:nvPr/>
          </p:nvSpPr>
          <p:spPr>
            <a:xfrm>
              <a:off x="9760150" y="2401650"/>
              <a:ext cx="129350" cy="62075"/>
            </a:xfrm>
            <a:custGeom>
              <a:avLst/>
              <a:gdLst/>
              <a:ahLst/>
              <a:cxnLst/>
              <a:rect l="l" t="t" r="r" b="b"/>
              <a:pathLst>
                <a:path w="5174" h="2483" extrusionOk="0">
                  <a:moveTo>
                    <a:pt x="3391" y="1"/>
                  </a:moveTo>
                  <a:cubicBezTo>
                    <a:pt x="3291" y="1"/>
                    <a:pt x="3190" y="24"/>
                    <a:pt x="3089" y="81"/>
                  </a:cubicBezTo>
                  <a:cubicBezTo>
                    <a:pt x="2913" y="178"/>
                    <a:pt x="2731" y="206"/>
                    <a:pt x="2545" y="206"/>
                  </a:cubicBezTo>
                  <a:cubicBezTo>
                    <a:pt x="2400" y="206"/>
                    <a:pt x="2252" y="189"/>
                    <a:pt x="2101" y="175"/>
                  </a:cubicBezTo>
                  <a:cubicBezTo>
                    <a:pt x="1957" y="166"/>
                    <a:pt x="1807" y="157"/>
                    <a:pt x="1654" y="157"/>
                  </a:cubicBezTo>
                  <a:cubicBezTo>
                    <a:pt x="1543" y="157"/>
                    <a:pt x="1430" y="162"/>
                    <a:pt x="1318" y="175"/>
                  </a:cubicBezTo>
                  <a:cubicBezTo>
                    <a:pt x="1192" y="191"/>
                    <a:pt x="1004" y="254"/>
                    <a:pt x="926" y="348"/>
                  </a:cubicBezTo>
                  <a:cubicBezTo>
                    <a:pt x="487" y="896"/>
                    <a:pt x="1" y="1429"/>
                    <a:pt x="32" y="2260"/>
                  </a:cubicBezTo>
                  <a:cubicBezTo>
                    <a:pt x="32" y="2258"/>
                    <a:pt x="32" y="2257"/>
                    <a:pt x="32" y="2257"/>
                  </a:cubicBezTo>
                  <a:cubicBezTo>
                    <a:pt x="33" y="2257"/>
                    <a:pt x="34" y="2295"/>
                    <a:pt x="48" y="2323"/>
                  </a:cubicBezTo>
                  <a:cubicBezTo>
                    <a:pt x="64" y="2385"/>
                    <a:pt x="111" y="2479"/>
                    <a:pt x="158" y="2479"/>
                  </a:cubicBezTo>
                  <a:cubicBezTo>
                    <a:pt x="164" y="2481"/>
                    <a:pt x="171" y="2482"/>
                    <a:pt x="178" y="2482"/>
                  </a:cubicBezTo>
                  <a:cubicBezTo>
                    <a:pt x="225" y="2482"/>
                    <a:pt x="291" y="2442"/>
                    <a:pt x="346" y="2401"/>
                  </a:cubicBezTo>
                  <a:cubicBezTo>
                    <a:pt x="487" y="2260"/>
                    <a:pt x="471" y="2056"/>
                    <a:pt x="518" y="1884"/>
                  </a:cubicBezTo>
                  <a:cubicBezTo>
                    <a:pt x="785" y="1069"/>
                    <a:pt x="1130" y="818"/>
                    <a:pt x="1992" y="786"/>
                  </a:cubicBezTo>
                  <a:cubicBezTo>
                    <a:pt x="2242" y="786"/>
                    <a:pt x="2509" y="786"/>
                    <a:pt x="2760" y="739"/>
                  </a:cubicBezTo>
                  <a:cubicBezTo>
                    <a:pt x="2941" y="714"/>
                    <a:pt x="3118" y="689"/>
                    <a:pt x="3291" y="689"/>
                  </a:cubicBezTo>
                  <a:cubicBezTo>
                    <a:pt x="3550" y="689"/>
                    <a:pt x="3800" y="746"/>
                    <a:pt x="4045" y="943"/>
                  </a:cubicBezTo>
                  <a:cubicBezTo>
                    <a:pt x="4144" y="1020"/>
                    <a:pt x="4265" y="1058"/>
                    <a:pt x="4394" y="1058"/>
                  </a:cubicBezTo>
                  <a:cubicBezTo>
                    <a:pt x="4449" y="1058"/>
                    <a:pt x="4506" y="1051"/>
                    <a:pt x="4562" y="1037"/>
                  </a:cubicBezTo>
                  <a:cubicBezTo>
                    <a:pt x="4782" y="990"/>
                    <a:pt x="5079" y="1006"/>
                    <a:pt x="5126" y="739"/>
                  </a:cubicBezTo>
                  <a:cubicBezTo>
                    <a:pt x="5173" y="410"/>
                    <a:pt x="4860" y="457"/>
                    <a:pt x="4656" y="442"/>
                  </a:cubicBezTo>
                  <a:cubicBezTo>
                    <a:pt x="4358" y="410"/>
                    <a:pt x="4108" y="238"/>
                    <a:pt x="3841" y="128"/>
                  </a:cubicBezTo>
                  <a:cubicBezTo>
                    <a:pt x="3691" y="53"/>
                    <a:pt x="3541" y="1"/>
                    <a:pt x="339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447;p17">
              <a:extLst>
                <a:ext uri="{FF2B5EF4-FFF2-40B4-BE49-F238E27FC236}">
                  <a16:creationId xmlns:a16="http://schemas.microsoft.com/office/drawing/2014/main" id="{610A2937-92E6-4C83-8462-1AC4001C2D9A}"/>
                </a:ext>
              </a:extLst>
            </p:cNvPr>
            <p:cNvSpPr/>
            <p:nvPr/>
          </p:nvSpPr>
          <p:spPr>
            <a:xfrm>
              <a:off x="9628100" y="2462200"/>
              <a:ext cx="61550" cy="25800"/>
            </a:xfrm>
            <a:custGeom>
              <a:avLst/>
              <a:gdLst/>
              <a:ahLst/>
              <a:cxnLst/>
              <a:rect l="l" t="t" r="r" b="b"/>
              <a:pathLst>
                <a:path w="2462" h="1032" extrusionOk="0">
                  <a:moveTo>
                    <a:pt x="262" y="1"/>
                  </a:moveTo>
                  <a:cubicBezTo>
                    <a:pt x="173" y="1"/>
                    <a:pt x="88" y="48"/>
                    <a:pt x="63" y="136"/>
                  </a:cubicBezTo>
                  <a:cubicBezTo>
                    <a:pt x="1" y="292"/>
                    <a:pt x="79" y="480"/>
                    <a:pt x="220" y="496"/>
                  </a:cubicBezTo>
                  <a:cubicBezTo>
                    <a:pt x="753" y="543"/>
                    <a:pt x="1208" y="825"/>
                    <a:pt x="1709" y="982"/>
                  </a:cubicBezTo>
                  <a:cubicBezTo>
                    <a:pt x="1814" y="1012"/>
                    <a:pt x="1919" y="1031"/>
                    <a:pt x="2022" y="1031"/>
                  </a:cubicBezTo>
                  <a:cubicBezTo>
                    <a:pt x="2134" y="1031"/>
                    <a:pt x="2245" y="1008"/>
                    <a:pt x="2352" y="951"/>
                  </a:cubicBezTo>
                  <a:cubicBezTo>
                    <a:pt x="2415" y="919"/>
                    <a:pt x="2430" y="825"/>
                    <a:pt x="2462" y="763"/>
                  </a:cubicBezTo>
                  <a:cubicBezTo>
                    <a:pt x="2430" y="716"/>
                    <a:pt x="2368" y="637"/>
                    <a:pt x="2336" y="637"/>
                  </a:cubicBezTo>
                  <a:cubicBezTo>
                    <a:pt x="2283" y="643"/>
                    <a:pt x="2232" y="646"/>
                    <a:pt x="2181" y="646"/>
                  </a:cubicBezTo>
                  <a:cubicBezTo>
                    <a:pt x="1810" y="646"/>
                    <a:pt x="1493" y="501"/>
                    <a:pt x="1176" y="308"/>
                  </a:cubicBezTo>
                  <a:cubicBezTo>
                    <a:pt x="925" y="167"/>
                    <a:pt x="628" y="104"/>
                    <a:pt x="330" y="10"/>
                  </a:cubicBezTo>
                  <a:cubicBezTo>
                    <a:pt x="307" y="4"/>
                    <a:pt x="284" y="1"/>
                    <a:pt x="2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448;p17">
              <a:extLst>
                <a:ext uri="{FF2B5EF4-FFF2-40B4-BE49-F238E27FC236}">
                  <a16:creationId xmlns:a16="http://schemas.microsoft.com/office/drawing/2014/main" id="{81BBF582-9B8F-490D-99BD-BA466EB5FA2A}"/>
                </a:ext>
              </a:extLst>
            </p:cNvPr>
            <p:cNvSpPr/>
            <p:nvPr/>
          </p:nvSpPr>
          <p:spPr>
            <a:xfrm>
              <a:off x="9555600" y="2375200"/>
              <a:ext cx="39625" cy="22825"/>
            </a:xfrm>
            <a:custGeom>
              <a:avLst/>
              <a:gdLst/>
              <a:ahLst/>
              <a:cxnLst/>
              <a:rect l="l" t="t" r="r" b="b"/>
              <a:pathLst>
                <a:path w="1585" h="913" extrusionOk="0">
                  <a:moveTo>
                    <a:pt x="924" y="1"/>
                  </a:moveTo>
                  <a:cubicBezTo>
                    <a:pt x="779" y="1"/>
                    <a:pt x="632" y="32"/>
                    <a:pt x="487" y="89"/>
                  </a:cubicBezTo>
                  <a:cubicBezTo>
                    <a:pt x="142" y="230"/>
                    <a:pt x="64" y="559"/>
                    <a:pt x="1" y="904"/>
                  </a:cubicBezTo>
                  <a:cubicBezTo>
                    <a:pt x="36" y="910"/>
                    <a:pt x="69" y="913"/>
                    <a:pt x="101" y="913"/>
                  </a:cubicBezTo>
                  <a:cubicBezTo>
                    <a:pt x="390" y="913"/>
                    <a:pt x="524" y="672"/>
                    <a:pt x="722" y="559"/>
                  </a:cubicBezTo>
                  <a:cubicBezTo>
                    <a:pt x="831" y="498"/>
                    <a:pt x="940" y="484"/>
                    <a:pt x="1051" y="484"/>
                  </a:cubicBezTo>
                  <a:cubicBezTo>
                    <a:pt x="1142" y="484"/>
                    <a:pt x="1235" y="493"/>
                    <a:pt x="1329" y="493"/>
                  </a:cubicBezTo>
                  <a:cubicBezTo>
                    <a:pt x="1382" y="493"/>
                    <a:pt x="1436" y="490"/>
                    <a:pt x="1490" y="481"/>
                  </a:cubicBezTo>
                  <a:cubicBezTo>
                    <a:pt x="1521" y="465"/>
                    <a:pt x="1553" y="387"/>
                    <a:pt x="1584" y="324"/>
                  </a:cubicBezTo>
                  <a:cubicBezTo>
                    <a:pt x="1584" y="293"/>
                    <a:pt x="1568" y="246"/>
                    <a:pt x="1537" y="230"/>
                  </a:cubicBezTo>
                  <a:cubicBezTo>
                    <a:pt x="1349" y="71"/>
                    <a:pt x="1139" y="1"/>
                    <a:pt x="9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449;p17">
              <a:extLst>
                <a:ext uri="{FF2B5EF4-FFF2-40B4-BE49-F238E27FC236}">
                  <a16:creationId xmlns:a16="http://schemas.microsoft.com/office/drawing/2014/main" id="{E68E43D5-A13B-4D64-A126-6FED199282E7}"/>
                </a:ext>
              </a:extLst>
            </p:cNvPr>
            <p:cNvSpPr/>
            <p:nvPr/>
          </p:nvSpPr>
          <p:spPr>
            <a:xfrm>
              <a:off x="9614400" y="2396050"/>
              <a:ext cx="25475" cy="38150"/>
            </a:xfrm>
            <a:custGeom>
              <a:avLst/>
              <a:gdLst/>
              <a:ahLst/>
              <a:cxnLst/>
              <a:rect l="l" t="t" r="r" b="b"/>
              <a:pathLst>
                <a:path w="1019" h="1526" extrusionOk="0">
                  <a:moveTo>
                    <a:pt x="127" y="0"/>
                  </a:moveTo>
                  <a:cubicBezTo>
                    <a:pt x="117" y="0"/>
                    <a:pt x="110" y="2"/>
                    <a:pt x="110" y="7"/>
                  </a:cubicBezTo>
                  <a:cubicBezTo>
                    <a:pt x="63" y="54"/>
                    <a:pt x="0" y="148"/>
                    <a:pt x="16" y="180"/>
                  </a:cubicBezTo>
                  <a:cubicBezTo>
                    <a:pt x="329" y="587"/>
                    <a:pt x="361" y="1152"/>
                    <a:pt x="768" y="1512"/>
                  </a:cubicBezTo>
                  <a:cubicBezTo>
                    <a:pt x="778" y="1522"/>
                    <a:pt x="794" y="1525"/>
                    <a:pt x="813" y="1525"/>
                  </a:cubicBezTo>
                  <a:cubicBezTo>
                    <a:pt x="855" y="1525"/>
                    <a:pt x="913" y="1507"/>
                    <a:pt x="956" y="1496"/>
                  </a:cubicBezTo>
                  <a:cubicBezTo>
                    <a:pt x="972" y="1496"/>
                    <a:pt x="988" y="1434"/>
                    <a:pt x="1019" y="1371"/>
                  </a:cubicBezTo>
                  <a:cubicBezTo>
                    <a:pt x="831" y="916"/>
                    <a:pt x="737" y="415"/>
                    <a:pt x="314" y="70"/>
                  </a:cubicBezTo>
                  <a:cubicBezTo>
                    <a:pt x="282" y="39"/>
                    <a:pt x="235" y="23"/>
                    <a:pt x="204" y="7"/>
                  </a:cubicBezTo>
                  <a:cubicBezTo>
                    <a:pt x="183" y="7"/>
                    <a:pt x="148" y="0"/>
                    <a:pt x="1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450;p17">
              <a:extLst>
                <a:ext uri="{FF2B5EF4-FFF2-40B4-BE49-F238E27FC236}">
                  <a16:creationId xmlns:a16="http://schemas.microsoft.com/office/drawing/2014/main" id="{2B3A03E3-B39F-4FD5-9017-A0DB87F6741B}"/>
                </a:ext>
              </a:extLst>
            </p:cNvPr>
            <p:cNvSpPr/>
            <p:nvPr/>
          </p:nvSpPr>
          <p:spPr>
            <a:xfrm>
              <a:off x="10159850" y="2401375"/>
              <a:ext cx="16875" cy="13675"/>
            </a:xfrm>
            <a:custGeom>
              <a:avLst/>
              <a:gdLst/>
              <a:ahLst/>
              <a:cxnLst/>
              <a:rect l="l" t="t" r="r" b="b"/>
              <a:pathLst>
                <a:path w="675" h="547" extrusionOk="0">
                  <a:moveTo>
                    <a:pt x="543" y="0"/>
                  </a:moveTo>
                  <a:cubicBezTo>
                    <a:pt x="526" y="0"/>
                    <a:pt x="512" y="4"/>
                    <a:pt x="502" y="14"/>
                  </a:cubicBezTo>
                  <a:cubicBezTo>
                    <a:pt x="302" y="153"/>
                    <a:pt x="86" y="276"/>
                    <a:pt x="35" y="534"/>
                  </a:cubicBezTo>
                  <a:lnTo>
                    <a:pt x="35" y="534"/>
                  </a:lnTo>
                  <a:cubicBezTo>
                    <a:pt x="23" y="533"/>
                    <a:pt x="12" y="532"/>
                    <a:pt x="1" y="531"/>
                  </a:cubicBezTo>
                  <a:lnTo>
                    <a:pt x="1" y="531"/>
                  </a:lnTo>
                  <a:lnTo>
                    <a:pt x="32" y="547"/>
                  </a:lnTo>
                  <a:cubicBezTo>
                    <a:pt x="33" y="542"/>
                    <a:pt x="34" y="538"/>
                    <a:pt x="35" y="534"/>
                  </a:cubicBezTo>
                  <a:lnTo>
                    <a:pt x="35" y="534"/>
                  </a:lnTo>
                  <a:cubicBezTo>
                    <a:pt x="47" y="535"/>
                    <a:pt x="59" y="535"/>
                    <a:pt x="72" y="535"/>
                  </a:cubicBezTo>
                  <a:cubicBezTo>
                    <a:pt x="315" y="535"/>
                    <a:pt x="486" y="388"/>
                    <a:pt x="643" y="202"/>
                  </a:cubicBezTo>
                  <a:cubicBezTo>
                    <a:pt x="675" y="170"/>
                    <a:pt x="659" y="92"/>
                    <a:pt x="675" y="29"/>
                  </a:cubicBezTo>
                  <a:cubicBezTo>
                    <a:pt x="632" y="19"/>
                    <a:pt x="581" y="0"/>
                    <a:pt x="5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451;p17">
              <a:extLst>
                <a:ext uri="{FF2B5EF4-FFF2-40B4-BE49-F238E27FC236}">
                  <a16:creationId xmlns:a16="http://schemas.microsoft.com/office/drawing/2014/main" id="{B738A002-0E92-4C52-94A8-DD85648D316C}"/>
                </a:ext>
              </a:extLst>
            </p:cNvPr>
            <p:cNvSpPr/>
            <p:nvPr/>
          </p:nvSpPr>
          <p:spPr>
            <a:xfrm>
              <a:off x="9794650" y="2005925"/>
              <a:ext cx="105825" cy="70675"/>
            </a:xfrm>
            <a:custGeom>
              <a:avLst/>
              <a:gdLst/>
              <a:ahLst/>
              <a:cxnLst/>
              <a:rect l="l" t="t" r="r" b="b"/>
              <a:pathLst>
                <a:path w="4233" h="2827" extrusionOk="0">
                  <a:moveTo>
                    <a:pt x="3935" y="1"/>
                  </a:moveTo>
                  <a:cubicBezTo>
                    <a:pt x="3841" y="1"/>
                    <a:pt x="3668" y="16"/>
                    <a:pt x="3637" y="79"/>
                  </a:cubicBezTo>
                  <a:cubicBezTo>
                    <a:pt x="3496" y="298"/>
                    <a:pt x="3417" y="549"/>
                    <a:pt x="3292" y="784"/>
                  </a:cubicBezTo>
                  <a:cubicBezTo>
                    <a:pt x="3041" y="1270"/>
                    <a:pt x="2618" y="1568"/>
                    <a:pt x="2148" y="1803"/>
                  </a:cubicBezTo>
                  <a:cubicBezTo>
                    <a:pt x="2029" y="1865"/>
                    <a:pt x="1912" y="1890"/>
                    <a:pt x="1795" y="1890"/>
                  </a:cubicBezTo>
                  <a:cubicBezTo>
                    <a:pt x="1558" y="1890"/>
                    <a:pt x="1324" y="1788"/>
                    <a:pt x="1082" y="1693"/>
                  </a:cubicBezTo>
                  <a:cubicBezTo>
                    <a:pt x="957" y="1634"/>
                    <a:pt x="854" y="1604"/>
                    <a:pt x="764" y="1604"/>
                  </a:cubicBezTo>
                  <a:cubicBezTo>
                    <a:pt x="596" y="1604"/>
                    <a:pt x="473" y="1708"/>
                    <a:pt x="329" y="1913"/>
                  </a:cubicBezTo>
                  <a:cubicBezTo>
                    <a:pt x="220" y="2101"/>
                    <a:pt x="110" y="2289"/>
                    <a:pt x="16" y="2493"/>
                  </a:cubicBezTo>
                  <a:cubicBezTo>
                    <a:pt x="0" y="2556"/>
                    <a:pt x="16" y="2665"/>
                    <a:pt x="47" y="2697"/>
                  </a:cubicBezTo>
                  <a:cubicBezTo>
                    <a:pt x="141" y="2759"/>
                    <a:pt x="235" y="2806"/>
                    <a:pt x="345" y="2822"/>
                  </a:cubicBezTo>
                  <a:cubicBezTo>
                    <a:pt x="356" y="2825"/>
                    <a:pt x="369" y="2826"/>
                    <a:pt x="382" y="2826"/>
                  </a:cubicBezTo>
                  <a:cubicBezTo>
                    <a:pt x="444" y="2826"/>
                    <a:pt x="523" y="2798"/>
                    <a:pt x="549" y="2759"/>
                  </a:cubicBezTo>
                  <a:cubicBezTo>
                    <a:pt x="735" y="2480"/>
                    <a:pt x="983" y="2419"/>
                    <a:pt x="1247" y="2419"/>
                  </a:cubicBezTo>
                  <a:cubicBezTo>
                    <a:pt x="1383" y="2419"/>
                    <a:pt x="1523" y="2435"/>
                    <a:pt x="1662" y="2446"/>
                  </a:cubicBezTo>
                  <a:cubicBezTo>
                    <a:pt x="1735" y="2451"/>
                    <a:pt x="1810" y="2456"/>
                    <a:pt x="1884" y="2456"/>
                  </a:cubicBezTo>
                  <a:cubicBezTo>
                    <a:pt x="2033" y="2456"/>
                    <a:pt x="2179" y="2435"/>
                    <a:pt x="2304" y="2352"/>
                  </a:cubicBezTo>
                  <a:cubicBezTo>
                    <a:pt x="3010" y="1882"/>
                    <a:pt x="3731" y="1411"/>
                    <a:pt x="4154" y="612"/>
                  </a:cubicBezTo>
                  <a:cubicBezTo>
                    <a:pt x="4201" y="518"/>
                    <a:pt x="4217" y="408"/>
                    <a:pt x="4232" y="330"/>
                  </a:cubicBezTo>
                  <a:cubicBezTo>
                    <a:pt x="4185" y="142"/>
                    <a:pt x="4091" y="16"/>
                    <a:pt x="39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452;p17">
              <a:extLst>
                <a:ext uri="{FF2B5EF4-FFF2-40B4-BE49-F238E27FC236}">
                  <a16:creationId xmlns:a16="http://schemas.microsoft.com/office/drawing/2014/main" id="{2E18183A-50FE-47FC-9C07-C04BE503B8C5}"/>
                </a:ext>
              </a:extLst>
            </p:cNvPr>
            <p:cNvSpPr/>
            <p:nvPr/>
          </p:nvSpPr>
          <p:spPr>
            <a:xfrm>
              <a:off x="9889475" y="2226100"/>
              <a:ext cx="9425" cy="8375"/>
            </a:xfrm>
            <a:custGeom>
              <a:avLst/>
              <a:gdLst/>
              <a:ahLst/>
              <a:cxnLst/>
              <a:rect l="l" t="t" r="r" b="b"/>
              <a:pathLst>
                <a:path w="377" h="335" extrusionOk="0">
                  <a:moveTo>
                    <a:pt x="221" y="0"/>
                  </a:moveTo>
                  <a:cubicBezTo>
                    <a:pt x="210" y="0"/>
                    <a:pt x="200" y="1"/>
                    <a:pt x="189" y="3"/>
                  </a:cubicBezTo>
                  <a:cubicBezTo>
                    <a:pt x="142" y="3"/>
                    <a:pt x="63" y="65"/>
                    <a:pt x="48" y="128"/>
                  </a:cubicBezTo>
                  <a:cubicBezTo>
                    <a:pt x="0" y="238"/>
                    <a:pt x="63" y="332"/>
                    <a:pt x="173" y="332"/>
                  </a:cubicBezTo>
                  <a:cubicBezTo>
                    <a:pt x="184" y="333"/>
                    <a:pt x="195" y="334"/>
                    <a:pt x="205" y="334"/>
                  </a:cubicBezTo>
                  <a:cubicBezTo>
                    <a:pt x="298" y="334"/>
                    <a:pt x="363" y="274"/>
                    <a:pt x="377" y="175"/>
                  </a:cubicBezTo>
                  <a:cubicBezTo>
                    <a:pt x="377" y="62"/>
                    <a:pt x="313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807;p30">
            <a:extLst>
              <a:ext uri="{FF2B5EF4-FFF2-40B4-BE49-F238E27FC236}">
                <a16:creationId xmlns:a16="http://schemas.microsoft.com/office/drawing/2014/main" id="{101F4E65-B1EB-79DB-97B7-F292F06FCD48}"/>
              </a:ext>
            </a:extLst>
          </p:cNvPr>
          <p:cNvSpPr txBox="1">
            <a:spLocks/>
          </p:cNvSpPr>
          <p:nvPr/>
        </p:nvSpPr>
        <p:spPr>
          <a:xfrm>
            <a:off x="2857444" y="2968177"/>
            <a:ext cx="762818" cy="5257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500" b="0" i="0" u="none" strike="noStrike" cap="none">
                <a:solidFill>
                  <a:schemeClr val="lt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9pPr>
          </a:lstStyle>
          <a:p>
            <a:r>
              <a:rPr lang="en" dirty="0"/>
              <a:t>05</a:t>
            </a:r>
          </a:p>
        </p:txBody>
      </p:sp>
      <p:sp>
        <p:nvSpPr>
          <p:cNvPr id="3" name="Google Shape;809;p30">
            <a:extLst>
              <a:ext uri="{FF2B5EF4-FFF2-40B4-BE49-F238E27FC236}">
                <a16:creationId xmlns:a16="http://schemas.microsoft.com/office/drawing/2014/main" id="{BB1C8474-CB04-8C02-9309-14E6853BB7DF}"/>
              </a:ext>
            </a:extLst>
          </p:cNvPr>
          <p:cNvSpPr txBox="1">
            <a:spLocks/>
          </p:cNvSpPr>
          <p:nvPr/>
        </p:nvSpPr>
        <p:spPr>
          <a:xfrm>
            <a:off x="2325757" y="3734016"/>
            <a:ext cx="1826192" cy="4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sz="1800" dirty="0"/>
              <a:t>Used Technologies</a:t>
            </a:r>
          </a:p>
        </p:txBody>
      </p:sp>
      <p:sp>
        <p:nvSpPr>
          <p:cNvPr id="4" name="Google Shape;807;p30">
            <a:extLst>
              <a:ext uri="{FF2B5EF4-FFF2-40B4-BE49-F238E27FC236}">
                <a16:creationId xmlns:a16="http://schemas.microsoft.com/office/drawing/2014/main" id="{BBDC8D99-D98B-D0CD-6B3D-54F3718D5904}"/>
              </a:ext>
            </a:extLst>
          </p:cNvPr>
          <p:cNvSpPr txBox="1">
            <a:spLocks/>
          </p:cNvSpPr>
          <p:nvPr/>
        </p:nvSpPr>
        <p:spPr>
          <a:xfrm>
            <a:off x="6242808" y="2985379"/>
            <a:ext cx="762818" cy="5257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500" b="0" i="0" u="none" strike="noStrike" cap="none">
                <a:solidFill>
                  <a:schemeClr val="lt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9pPr>
          </a:lstStyle>
          <a:p>
            <a:r>
              <a:rPr lang="en" dirty="0"/>
              <a:t>06</a:t>
            </a:r>
          </a:p>
        </p:txBody>
      </p:sp>
      <p:sp>
        <p:nvSpPr>
          <p:cNvPr id="5" name="Google Shape;809;p30">
            <a:extLst>
              <a:ext uri="{FF2B5EF4-FFF2-40B4-BE49-F238E27FC236}">
                <a16:creationId xmlns:a16="http://schemas.microsoft.com/office/drawing/2014/main" id="{10402A99-E23C-4F05-DCA5-B7B6426F76CB}"/>
              </a:ext>
            </a:extLst>
          </p:cNvPr>
          <p:cNvSpPr txBox="1">
            <a:spLocks/>
          </p:cNvSpPr>
          <p:nvPr/>
        </p:nvSpPr>
        <p:spPr>
          <a:xfrm>
            <a:off x="6114145" y="3736289"/>
            <a:ext cx="1020144" cy="4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sz="1800" dirty="0"/>
              <a:t>Our Team</a:t>
            </a:r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9">
          <a:extLst>
            <a:ext uri="{FF2B5EF4-FFF2-40B4-BE49-F238E27FC236}">
              <a16:creationId xmlns:a16="http://schemas.microsoft.com/office/drawing/2014/main" id="{9B31333D-3E70-9080-C3DF-3C6251CC4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p34">
            <a:extLst>
              <a:ext uri="{FF2B5EF4-FFF2-40B4-BE49-F238E27FC236}">
                <a16:creationId xmlns:a16="http://schemas.microsoft.com/office/drawing/2014/main" id="{4D6C7979-02FD-9167-B41D-B9046AE54F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63331" y="208909"/>
            <a:ext cx="298929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Problem and idea</a:t>
            </a:r>
            <a:endParaRPr dirty="0"/>
          </a:p>
        </p:txBody>
      </p:sp>
      <p:sp>
        <p:nvSpPr>
          <p:cNvPr id="997" name="Google Shape;997;p34">
            <a:extLst>
              <a:ext uri="{FF2B5EF4-FFF2-40B4-BE49-F238E27FC236}">
                <a16:creationId xmlns:a16="http://schemas.microsoft.com/office/drawing/2014/main" id="{B5147F47-5556-0FFD-5C68-BCE89EECE15D}"/>
              </a:ext>
            </a:extLst>
          </p:cNvPr>
          <p:cNvSpPr/>
          <p:nvPr/>
        </p:nvSpPr>
        <p:spPr>
          <a:xfrm rot="-4283232">
            <a:off x="6673328" y="3132194"/>
            <a:ext cx="2047323" cy="3230054"/>
          </a:xfrm>
          <a:custGeom>
            <a:avLst/>
            <a:gdLst/>
            <a:ahLst/>
            <a:cxnLst/>
            <a:rect l="l" t="t" r="r" b="b"/>
            <a:pathLst>
              <a:path w="24068" h="37972" extrusionOk="0">
                <a:moveTo>
                  <a:pt x="473" y="1"/>
                </a:moveTo>
                <a:cubicBezTo>
                  <a:pt x="348" y="224"/>
                  <a:pt x="224" y="436"/>
                  <a:pt x="125" y="659"/>
                </a:cubicBezTo>
                <a:cubicBezTo>
                  <a:pt x="75" y="746"/>
                  <a:pt x="38" y="846"/>
                  <a:pt x="0" y="933"/>
                </a:cubicBezTo>
                <a:cubicBezTo>
                  <a:pt x="1740" y="933"/>
                  <a:pt x="3641" y="1827"/>
                  <a:pt x="4759" y="2871"/>
                </a:cubicBezTo>
                <a:cubicBezTo>
                  <a:pt x="6437" y="4461"/>
                  <a:pt x="7257" y="6934"/>
                  <a:pt x="7455" y="9183"/>
                </a:cubicBezTo>
                <a:cubicBezTo>
                  <a:pt x="7741" y="12600"/>
                  <a:pt x="6822" y="16588"/>
                  <a:pt x="9207" y="19446"/>
                </a:cubicBezTo>
                <a:cubicBezTo>
                  <a:pt x="12537" y="23447"/>
                  <a:pt x="20576" y="19570"/>
                  <a:pt x="22130" y="25621"/>
                </a:cubicBezTo>
                <a:cubicBezTo>
                  <a:pt x="22490" y="27025"/>
                  <a:pt x="21732" y="28305"/>
                  <a:pt x="21073" y="29486"/>
                </a:cubicBezTo>
                <a:cubicBezTo>
                  <a:pt x="20465" y="30604"/>
                  <a:pt x="19893" y="31722"/>
                  <a:pt x="19458" y="32915"/>
                </a:cubicBezTo>
                <a:cubicBezTo>
                  <a:pt x="18874" y="34505"/>
                  <a:pt x="18949" y="36332"/>
                  <a:pt x="18501" y="37972"/>
                </a:cubicBezTo>
                <a:cubicBezTo>
                  <a:pt x="18974" y="37972"/>
                  <a:pt x="19446" y="37960"/>
                  <a:pt x="19918" y="37935"/>
                </a:cubicBezTo>
                <a:cubicBezTo>
                  <a:pt x="20030" y="37351"/>
                  <a:pt x="20092" y="36742"/>
                  <a:pt x="20154" y="36158"/>
                </a:cubicBezTo>
                <a:cubicBezTo>
                  <a:pt x="20415" y="33325"/>
                  <a:pt x="21918" y="31175"/>
                  <a:pt x="23061" y="28665"/>
                </a:cubicBezTo>
                <a:cubicBezTo>
                  <a:pt x="24068" y="26466"/>
                  <a:pt x="23447" y="24118"/>
                  <a:pt x="21769" y="22453"/>
                </a:cubicBezTo>
                <a:cubicBezTo>
                  <a:pt x="19719" y="20415"/>
                  <a:pt x="16961" y="20527"/>
                  <a:pt x="14289" y="20328"/>
                </a:cubicBezTo>
                <a:cubicBezTo>
                  <a:pt x="12115" y="20167"/>
                  <a:pt x="10077" y="19247"/>
                  <a:pt x="9270" y="17110"/>
                </a:cubicBezTo>
                <a:cubicBezTo>
                  <a:pt x="8611" y="15321"/>
                  <a:pt x="8748" y="13283"/>
                  <a:pt x="8748" y="11419"/>
                </a:cubicBezTo>
                <a:cubicBezTo>
                  <a:pt x="8748" y="9344"/>
                  <a:pt x="8561" y="7356"/>
                  <a:pt x="7791" y="5406"/>
                </a:cubicBezTo>
                <a:cubicBezTo>
                  <a:pt x="6946" y="3293"/>
                  <a:pt x="5343" y="1330"/>
                  <a:pt x="3169" y="510"/>
                </a:cubicBezTo>
                <a:cubicBezTo>
                  <a:pt x="2349" y="200"/>
                  <a:pt x="1404" y="1"/>
                  <a:pt x="47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98" name="Google Shape;998;p34">
            <a:extLst>
              <a:ext uri="{FF2B5EF4-FFF2-40B4-BE49-F238E27FC236}">
                <a16:creationId xmlns:a16="http://schemas.microsoft.com/office/drawing/2014/main" id="{B1546E05-DEB5-4BCE-FC24-9EABE22AF89C}"/>
              </a:ext>
            </a:extLst>
          </p:cNvPr>
          <p:cNvGrpSpPr/>
          <p:nvPr/>
        </p:nvGrpSpPr>
        <p:grpSpPr>
          <a:xfrm rot="389022">
            <a:off x="6846696" y="1678654"/>
            <a:ext cx="956509" cy="2040648"/>
            <a:chOff x="7642550" y="2045675"/>
            <a:chExt cx="534925" cy="1086950"/>
          </a:xfrm>
        </p:grpSpPr>
        <p:sp>
          <p:nvSpPr>
            <p:cNvPr id="999" name="Google Shape;999;p34">
              <a:extLst>
                <a:ext uri="{FF2B5EF4-FFF2-40B4-BE49-F238E27FC236}">
                  <a16:creationId xmlns:a16="http://schemas.microsoft.com/office/drawing/2014/main" id="{8A810C0E-9918-3236-D42F-B29FAB79891A}"/>
                </a:ext>
              </a:extLst>
            </p:cNvPr>
            <p:cNvSpPr/>
            <p:nvPr/>
          </p:nvSpPr>
          <p:spPr>
            <a:xfrm>
              <a:off x="7642550" y="2045675"/>
              <a:ext cx="534925" cy="1086950"/>
            </a:xfrm>
            <a:custGeom>
              <a:avLst/>
              <a:gdLst/>
              <a:ahLst/>
              <a:cxnLst/>
              <a:rect l="l" t="t" r="r" b="b"/>
              <a:pathLst>
                <a:path w="21397" h="43478" extrusionOk="0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34">
              <a:extLst>
                <a:ext uri="{FF2B5EF4-FFF2-40B4-BE49-F238E27FC236}">
                  <a16:creationId xmlns:a16="http://schemas.microsoft.com/office/drawing/2014/main" id="{481EEC21-A028-3B66-092F-80FA31F076A2}"/>
                </a:ext>
              </a:extLst>
            </p:cNvPr>
            <p:cNvSpPr/>
            <p:nvPr/>
          </p:nvSpPr>
          <p:spPr>
            <a:xfrm>
              <a:off x="7709175" y="2402375"/>
              <a:ext cx="401950" cy="33925"/>
            </a:xfrm>
            <a:custGeom>
              <a:avLst/>
              <a:gdLst/>
              <a:ahLst/>
              <a:cxnLst/>
              <a:rect l="l" t="t" r="r" b="b"/>
              <a:pathLst>
                <a:path w="16078" h="1357" extrusionOk="0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34">
              <a:extLst>
                <a:ext uri="{FF2B5EF4-FFF2-40B4-BE49-F238E27FC236}">
                  <a16:creationId xmlns:a16="http://schemas.microsoft.com/office/drawing/2014/main" id="{8C0B2626-3002-D07A-9ED4-B997B02E32B1}"/>
                </a:ext>
              </a:extLst>
            </p:cNvPr>
            <p:cNvSpPr/>
            <p:nvPr/>
          </p:nvSpPr>
          <p:spPr>
            <a:xfrm>
              <a:off x="7730725" y="2596350"/>
              <a:ext cx="363200" cy="33250"/>
            </a:xfrm>
            <a:custGeom>
              <a:avLst/>
              <a:gdLst/>
              <a:ahLst/>
              <a:cxnLst/>
              <a:rect l="l" t="t" r="r" b="b"/>
              <a:pathLst>
                <a:path w="14528" h="1330" extrusionOk="0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4">
              <a:extLst>
                <a:ext uri="{FF2B5EF4-FFF2-40B4-BE49-F238E27FC236}">
                  <a16:creationId xmlns:a16="http://schemas.microsoft.com/office/drawing/2014/main" id="{EF917C9D-28B0-ADA5-797D-F164AB34DF2C}"/>
                </a:ext>
              </a:extLst>
            </p:cNvPr>
            <p:cNvSpPr/>
            <p:nvPr/>
          </p:nvSpPr>
          <p:spPr>
            <a:xfrm>
              <a:off x="7803225" y="2477575"/>
              <a:ext cx="191250" cy="49050"/>
            </a:xfrm>
            <a:custGeom>
              <a:avLst/>
              <a:gdLst/>
              <a:ahLst/>
              <a:cxnLst/>
              <a:rect l="l" t="t" r="r" b="b"/>
              <a:pathLst>
                <a:path w="7650" h="1962" extrusionOk="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4">
              <a:extLst>
                <a:ext uri="{FF2B5EF4-FFF2-40B4-BE49-F238E27FC236}">
                  <a16:creationId xmlns:a16="http://schemas.microsoft.com/office/drawing/2014/main" id="{A7287DE7-21B3-62BA-B3E0-63E8BAD55158}"/>
                </a:ext>
              </a:extLst>
            </p:cNvPr>
            <p:cNvSpPr/>
            <p:nvPr/>
          </p:nvSpPr>
          <p:spPr>
            <a:xfrm>
              <a:off x="7912300" y="2532550"/>
              <a:ext cx="113125" cy="30175"/>
            </a:xfrm>
            <a:custGeom>
              <a:avLst/>
              <a:gdLst/>
              <a:ahLst/>
              <a:cxnLst/>
              <a:rect l="l" t="t" r="r" b="b"/>
              <a:pathLst>
                <a:path w="4525" h="1207" extrusionOk="0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4">
              <a:extLst>
                <a:ext uri="{FF2B5EF4-FFF2-40B4-BE49-F238E27FC236}">
                  <a16:creationId xmlns:a16="http://schemas.microsoft.com/office/drawing/2014/main" id="{85F6634B-DB99-8CF3-505F-37C97C586B85}"/>
                </a:ext>
              </a:extLst>
            </p:cNvPr>
            <p:cNvSpPr/>
            <p:nvPr/>
          </p:nvSpPr>
          <p:spPr>
            <a:xfrm>
              <a:off x="7777350" y="2209475"/>
              <a:ext cx="240625" cy="224800"/>
            </a:xfrm>
            <a:custGeom>
              <a:avLst/>
              <a:gdLst/>
              <a:ahLst/>
              <a:cxnLst/>
              <a:rect l="l" t="t" r="r" b="b"/>
              <a:pathLst>
                <a:path w="9625" h="8992" extrusionOk="0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4">
              <a:extLst>
                <a:ext uri="{FF2B5EF4-FFF2-40B4-BE49-F238E27FC236}">
                  <a16:creationId xmlns:a16="http://schemas.microsoft.com/office/drawing/2014/main" id="{10BFBC14-3DBC-D373-2EA7-64D9BA8215E8}"/>
                </a:ext>
              </a:extLst>
            </p:cNvPr>
            <p:cNvSpPr/>
            <p:nvPr/>
          </p:nvSpPr>
          <p:spPr>
            <a:xfrm>
              <a:off x="7814200" y="2292100"/>
              <a:ext cx="137950" cy="140075"/>
            </a:xfrm>
            <a:custGeom>
              <a:avLst/>
              <a:gdLst/>
              <a:ahLst/>
              <a:cxnLst/>
              <a:rect l="l" t="t" r="r" b="b"/>
              <a:pathLst>
                <a:path w="5518" h="5603" extrusionOk="0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06" name="Google Shape;1006;p34">
            <a:extLst>
              <a:ext uri="{FF2B5EF4-FFF2-40B4-BE49-F238E27FC236}">
                <a16:creationId xmlns:a16="http://schemas.microsoft.com/office/drawing/2014/main" id="{A35B53CF-9BDC-86A5-32E3-8C0E67D5D670}"/>
              </a:ext>
            </a:extLst>
          </p:cNvPr>
          <p:cNvSpPr/>
          <p:nvPr/>
        </p:nvSpPr>
        <p:spPr>
          <a:xfrm rot="10800000">
            <a:off x="1107028" y="921608"/>
            <a:ext cx="123525" cy="96119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07" name="Google Shape;1007;p34">
            <a:extLst>
              <a:ext uri="{FF2B5EF4-FFF2-40B4-BE49-F238E27FC236}">
                <a16:creationId xmlns:a16="http://schemas.microsoft.com/office/drawing/2014/main" id="{0ECE935C-E69B-452A-567D-30DD7485708F}"/>
              </a:ext>
            </a:extLst>
          </p:cNvPr>
          <p:cNvGrpSpPr/>
          <p:nvPr/>
        </p:nvGrpSpPr>
        <p:grpSpPr>
          <a:xfrm rot="10800000">
            <a:off x="8283909" y="3434185"/>
            <a:ext cx="293749" cy="434421"/>
            <a:chOff x="4510355" y="4299794"/>
            <a:chExt cx="138144" cy="204299"/>
          </a:xfrm>
        </p:grpSpPr>
        <p:sp>
          <p:nvSpPr>
            <p:cNvPr id="1008" name="Google Shape;1008;p34">
              <a:extLst>
                <a:ext uri="{FF2B5EF4-FFF2-40B4-BE49-F238E27FC236}">
                  <a16:creationId xmlns:a16="http://schemas.microsoft.com/office/drawing/2014/main" id="{573BEA71-9836-9BAC-9893-E311A8BE7255}"/>
                </a:ext>
              </a:extLst>
            </p:cNvPr>
            <p:cNvSpPr/>
            <p:nvPr/>
          </p:nvSpPr>
          <p:spPr>
            <a:xfrm>
              <a:off x="4510355" y="4392307"/>
              <a:ext cx="138144" cy="27946"/>
            </a:xfrm>
            <a:custGeom>
              <a:avLst/>
              <a:gdLst/>
              <a:ahLst/>
              <a:cxnLst/>
              <a:rect l="l" t="t" r="r" b="b"/>
              <a:pathLst>
                <a:path w="4523" h="915" extrusionOk="0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4">
              <a:extLst>
                <a:ext uri="{FF2B5EF4-FFF2-40B4-BE49-F238E27FC236}">
                  <a16:creationId xmlns:a16="http://schemas.microsoft.com/office/drawing/2014/main" id="{09E47762-4F36-8FDD-CBCB-0AD534A7478F}"/>
                </a:ext>
              </a:extLst>
            </p:cNvPr>
            <p:cNvSpPr/>
            <p:nvPr/>
          </p:nvSpPr>
          <p:spPr>
            <a:xfrm>
              <a:off x="4557788" y="4299794"/>
              <a:ext cx="44806" cy="204299"/>
            </a:xfrm>
            <a:custGeom>
              <a:avLst/>
              <a:gdLst/>
              <a:ahLst/>
              <a:cxnLst/>
              <a:rect l="l" t="t" r="r" b="b"/>
              <a:pathLst>
                <a:path w="1467" h="6689" extrusionOk="0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10" name="Google Shape;1010;p34">
            <a:extLst>
              <a:ext uri="{FF2B5EF4-FFF2-40B4-BE49-F238E27FC236}">
                <a16:creationId xmlns:a16="http://schemas.microsoft.com/office/drawing/2014/main" id="{D18B6D2E-9550-188B-2622-1ED9E3FC4E01}"/>
              </a:ext>
            </a:extLst>
          </p:cNvPr>
          <p:cNvGrpSpPr/>
          <p:nvPr/>
        </p:nvGrpSpPr>
        <p:grpSpPr>
          <a:xfrm rot="10800000">
            <a:off x="7738492" y="3982586"/>
            <a:ext cx="125150" cy="184835"/>
            <a:chOff x="4820760" y="3853535"/>
            <a:chExt cx="58855" cy="86924"/>
          </a:xfrm>
        </p:grpSpPr>
        <p:sp>
          <p:nvSpPr>
            <p:cNvPr id="1011" name="Google Shape;1011;p34">
              <a:extLst>
                <a:ext uri="{FF2B5EF4-FFF2-40B4-BE49-F238E27FC236}">
                  <a16:creationId xmlns:a16="http://schemas.microsoft.com/office/drawing/2014/main" id="{45E89F14-A4B6-5DEE-1D0A-EF2DFA864A59}"/>
                </a:ext>
              </a:extLst>
            </p:cNvPr>
            <p:cNvSpPr/>
            <p:nvPr/>
          </p:nvSpPr>
          <p:spPr>
            <a:xfrm>
              <a:off x="4820760" y="3892905"/>
              <a:ext cx="58855" cy="11850"/>
            </a:xfrm>
            <a:custGeom>
              <a:avLst/>
              <a:gdLst/>
              <a:ahLst/>
              <a:cxnLst/>
              <a:rect l="l" t="t" r="r" b="b"/>
              <a:pathLst>
                <a:path w="1927" h="388" extrusionOk="0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34">
              <a:extLst>
                <a:ext uri="{FF2B5EF4-FFF2-40B4-BE49-F238E27FC236}">
                  <a16:creationId xmlns:a16="http://schemas.microsoft.com/office/drawing/2014/main" id="{996417DE-E703-09DE-CAF1-0586D5D010DB}"/>
                </a:ext>
              </a:extLst>
            </p:cNvPr>
            <p:cNvSpPr/>
            <p:nvPr/>
          </p:nvSpPr>
          <p:spPr>
            <a:xfrm>
              <a:off x="4841254" y="3853535"/>
              <a:ext cx="19028" cy="86924"/>
            </a:xfrm>
            <a:custGeom>
              <a:avLst/>
              <a:gdLst/>
              <a:ahLst/>
              <a:cxnLst/>
              <a:rect l="l" t="t" r="r" b="b"/>
              <a:pathLst>
                <a:path w="623" h="2846" extrusionOk="0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3" name="Google Shape;1013;p34">
            <a:extLst>
              <a:ext uri="{FF2B5EF4-FFF2-40B4-BE49-F238E27FC236}">
                <a16:creationId xmlns:a16="http://schemas.microsoft.com/office/drawing/2014/main" id="{43B4B112-4F09-75D9-B47D-AB19E6F9F24D}"/>
              </a:ext>
            </a:extLst>
          </p:cNvPr>
          <p:cNvSpPr/>
          <p:nvPr/>
        </p:nvSpPr>
        <p:spPr>
          <a:xfrm rot="10800000">
            <a:off x="7513814" y="4373137"/>
            <a:ext cx="79168" cy="61438"/>
          </a:xfrm>
          <a:custGeom>
            <a:avLst/>
            <a:gdLst/>
            <a:ahLst/>
            <a:cxnLst/>
            <a:rect l="l" t="t" r="r" b="b"/>
            <a:pathLst>
              <a:path w="1219" h="946" extrusionOk="0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18" y="945"/>
                  <a:pt x="1218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14" name="Google Shape;1014;p34">
            <a:extLst>
              <a:ext uri="{FF2B5EF4-FFF2-40B4-BE49-F238E27FC236}">
                <a16:creationId xmlns:a16="http://schemas.microsoft.com/office/drawing/2014/main" id="{C35596E4-140C-2BA7-AA73-7321BC0C180A}"/>
              </a:ext>
            </a:extLst>
          </p:cNvPr>
          <p:cNvGrpSpPr/>
          <p:nvPr/>
        </p:nvGrpSpPr>
        <p:grpSpPr>
          <a:xfrm>
            <a:off x="5476453" y="2600644"/>
            <a:ext cx="1354436" cy="851952"/>
            <a:chOff x="9589700" y="3420525"/>
            <a:chExt cx="735150" cy="424150"/>
          </a:xfrm>
        </p:grpSpPr>
        <p:sp>
          <p:nvSpPr>
            <p:cNvPr id="1015" name="Google Shape;1015;p34">
              <a:extLst>
                <a:ext uri="{FF2B5EF4-FFF2-40B4-BE49-F238E27FC236}">
                  <a16:creationId xmlns:a16="http://schemas.microsoft.com/office/drawing/2014/main" id="{B0967EB6-C7AE-2464-1438-6ADFE7C9477E}"/>
                </a:ext>
              </a:extLst>
            </p:cNvPr>
            <p:cNvSpPr/>
            <p:nvPr/>
          </p:nvSpPr>
          <p:spPr>
            <a:xfrm>
              <a:off x="9589700" y="3420525"/>
              <a:ext cx="735150" cy="424150"/>
            </a:xfrm>
            <a:custGeom>
              <a:avLst/>
              <a:gdLst/>
              <a:ahLst/>
              <a:cxnLst/>
              <a:rect l="l" t="t" r="r" b="b"/>
              <a:pathLst>
                <a:path w="29406" h="16966" extrusionOk="0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34">
              <a:extLst>
                <a:ext uri="{FF2B5EF4-FFF2-40B4-BE49-F238E27FC236}">
                  <a16:creationId xmlns:a16="http://schemas.microsoft.com/office/drawing/2014/main" id="{1B9F953D-E42F-AE6E-A638-BBD36D735043}"/>
                </a:ext>
              </a:extLst>
            </p:cNvPr>
            <p:cNvSpPr/>
            <p:nvPr/>
          </p:nvSpPr>
          <p:spPr>
            <a:xfrm>
              <a:off x="10025050" y="3507475"/>
              <a:ext cx="107000" cy="155300"/>
            </a:xfrm>
            <a:custGeom>
              <a:avLst/>
              <a:gdLst/>
              <a:ahLst/>
              <a:cxnLst/>
              <a:rect l="l" t="t" r="r" b="b"/>
              <a:pathLst>
                <a:path w="4280" h="6212" extrusionOk="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4">
              <a:extLst>
                <a:ext uri="{FF2B5EF4-FFF2-40B4-BE49-F238E27FC236}">
                  <a16:creationId xmlns:a16="http://schemas.microsoft.com/office/drawing/2014/main" id="{302BF8C3-6ABA-CEDC-C038-EABA2BA0D79A}"/>
                </a:ext>
              </a:extLst>
            </p:cNvPr>
            <p:cNvSpPr/>
            <p:nvPr/>
          </p:nvSpPr>
          <p:spPr>
            <a:xfrm>
              <a:off x="9764075" y="3530325"/>
              <a:ext cx="119150" cy="158800"/>
            </a:xfrm>
            <a:custGeom>
              <a:avLst/>
              <a:gdLst/>
              <a:ahLst/>
              <a:cxnLst/>
              <a:rect l="l" t="t" r="r" b="b"/>
              <a:pathLst>
                <a:path w="4766" h="6352" extrusionOk="0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4">
              <a:extLst>
                <a:ext uri="{FF2B5EF4-FFF2-40B4-BE49-F238E27FC236}">
                  <a16:creationId xmlns:a16="http://schemas.microsoft.com/office/drawing/2014/main" id="{FBE21499-E2A6-9C45-250F-479D7EC8DAE3}"/>
                </a:ext>
              </a:extLst>
            </p:cNvPr>
            <p:cNvSpPr/>
            <p:nvPr/>
          </p:nvSpPr>
          <p:spPr>
            <a:xfrm>
              <a:off x="9932575" y="3520100"/>
              <a:ext cx="77225" cy="135250"/>
            </a:xfrm>
            <a:custGeom>
              <a:avLst/>
              <a:gdLst/>
              <a:ahLst/>
              <a:cxnLst/>
              <a:rect l="l" t="t" r="r" b="b"/>
              <a:pathLst>
                <a:path w="3089" h="5410" extrusionOk="0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34">
              <a:extLst>
                <a:ext uri="{FF2B5EF4-FFF2-40B4-BE49-F238E27FC236}">
                  <a16:creationId xmlns:a16="http://schemas.microsoft.com/office/drawing/2014/main" id="{217EA2F3-FEC7-8151-00AF-AB25A63D81B8}"/>
                </a:ext>
              </a:extLst>
            </p:cNvPr>
            <p:cNvSpPr/>
            <p:nvPr/>
          </p:nvSpPr>
          <p:spPr>
            <a:xfrm>
              <a:off x="9641425" y="3803025"/>
              <a:ext cx="196350" cy="7875"/>
            </a:xfrm>
            <a:custGeom>
              <a:avLst/>
              <a:gdLst/>
              <a:ahLst/>
              <a:cxnLst/>
              <a:rect l="l" t="t" r="r" b="b"/>
              <a:pathLst>
                <a:path w="7854" h="315" extrusionOk="0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34">
              <a:extLst>
                <a:ext uri="{FF2B5EF4-FFF2-40B4-BE49-F238E27FC236}">
                  <a16:creationId xmlns:a16="http://schemas.microsoft.com/office/drawing/2014/main" id="{3E3134F5-3A7E-B4A0-52B5-0C57CE5FF1C4}"/>
                </a:ext>
              </a:extLst>
            </p:cNvPr>
            <p:cNvSpPr/>
            <p:nvPr/>
          </p:nvSpPr>
          <p:spPr>
            <a:xfrm>
              <a:off x="9702950" y="3780250"/>
              <a:ext cx="183425" cy="13300"/>
            </a:xfrm>
            <a:custGeom>
              <a:avLst/>
              <a:gdLst/>
              <a:ahLst/>
              <a:cxnLst/>
              <a:rect l="l" t="t" r="r" b="b"/>
              <a:pathLst>
                <a:path w="7337" h="532" extrusionOk="0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34">
              <a:extLst>
                <a:ext uri="{FF2B5EF4-FFF2-40B4-BE49-F238E27FC236}">
                  <a16:creationId xmlns:a16="http://schemas.microsoft.com/office/drawing/2014/main" id="{4AF283AD-BD18-27CA-E7A5-397E7D3ED4DE}"/>
                </a:ext>
              </a:extLst>
            </p:cNvPr>
            <p:cNvSpPr/>
            <p:nvPr/>
          </p:nvSpPr>
          <p:spPr>
            <a:xfrm>
              <a:off x="10197075" y="3481625"/>
              <a:ext cx="51650" cy="87900"/>
            </a:xfrm>
            <a:custGeom>
              <a:avLst/>
              <a:gdLst/>
              <a:ahLst/>
              <a:cxnLst/>
              <a:rect l="l" t="t" r="r" b="b"/>
              <a:pathLst>
                <a:path w="2066" h="3516" extrusionOk="0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" name="Google Shape;461;p18">
            <a:extLst>
              <a:ext uri="{FF2B5EF4-FFF2-40B4-BE49-F238E27FC236}">
                <a16:creationId xmlns:a16="http://schemas.microsoft.com/office/drawing/2014/main" id="{828DC883-0A13-35A8-A820-5F2DF070CD75}"/>
              </a:ext>
            </a:extLst>
          </p:cNvPr>
          <p:cNvSpPr/>
          <p:nvPr/>
        </p:nvSpPr>
        <p:spPr>
          <a:xfrm rot="8100000">
            <a:off x="86597" y="3551797"/>
            <a:ext cx="754236" cy="2613796"/>
          </a:xfrm>
          <a:custGeom>
            <a:avLst/>
            <a:gdLst/>
            <a:ahLst/>
            <a:cxnLst/>
            <a:rect l="l" t="t" r="r" b="b"/>
            <a:pathLst>
              <a:path w="4636" h="16066" extrusionOk="0">
                <a:moveTo>
                  <a:pt x="4635" y="0"/>
                </a:moveTo>
                <a:cubicBezTo>
                  <a:pt x="3355" y="286"/>
                  <a:pt x="2125" y="957"/>
                  <a:pt x="1355" y="1963"/>
                </a:cubicBezTo>
                <a:cubicBezTo>
                  <a:pt x="1" y="3728"/>
                  <a:pt x="995" y="5405"/>
                  <a:pt x="1802" y="7132"/>
                </a:cubicBezTo>
                <a:cubicBezTo>
                  <a:pt x="2821" y="9307"/>
                  <a:pt x="1106" y="11220"/>
                  <a:pt x="1504" y="13432"/>
                </a:cubicBezTo>
                <a:cubicBezTo>
                  <a:pt x="1765" y="14848"/>
                  <a:pt x="3219" y="16041"/>
                  <a:pt x="4635" y="16066"/>
                </a:cubicBezTo>
                <a:lnTo>
                  <a:pt x="4635" y="14935"/>
                </a:lnTo>
                <a:cubicBezTo>
                  <a:pt x="4039" y="14885"/>
                  <a:pt x="3467" y="14637"/>
                  <a:pt x="2983" y="14215"/>
                </a:cubicBezTo>
                <a:cubicBezTo>
                  <a:pt x="2237" y="13544"/>
                  <a:pt x="2287" y="12438"/>
                  <a:pt x="2473" y="11556"/>
                </a:cubicBezTo>
                <a:cubicBezTo>
                  <a:pt x="2771" y="10214"/>
                  <a:pt x="3318" y="9008"/>
                  <a:pt x="2871" y="7617"/>
                </a:cubicBezTo>
                <a:cubicBezTo>
                  <a:pt x="2386" y="6064"/>
                  <a:pt x="1044" y="4945"/>
                  <a:pt x="1355" y="3181"/>
                </a:cubicBezTo>
                <a:cubicBezTo>
                  <a:pt x="1616" y="1702"/>
                  <a:pt x="3144" y="783"/>
                  <a:pt x="4635" y="547"/>
                </a:cubicBezTo>
                <a:lnTo>
                  <a:pt x="463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62;p18">
            <a:extLst>
              <a:ext uri="{FF2B5EF4-FFF2-40B4-BE49-F238E27FC236}">
                <a16:creationId xmlns:a16="http://schemas.microsoft.com/office/drawing/2014/main" id="{4010120A-DB1C-9F33-413D-7A394244A535}"/>
              </a:ext>
            </a:extLst>
          </p:cNvPr>
          <p:cNvSpPr/>
          <p:nvPr/>
        </p:nvSpPr>
        <p:spPr>
          <a:xfrm rot="-4347006">
            <a:off x="7013175" y="3619279"/>
            <a:ext cx="1563313" cy="2762380"/>
          </a:xfrm>
          <a:custGeom>
            <a:avLst/>
            <a:gdLst/>
            <a:ahLst/>
            <a:cxnLst/>
            <a:rect l="l" t="t" r="r" b="b"/>
            <a:pathLst>
              <a:path w="18378" h="32474" extrusionOk="0">
                <a:moveTo>
                  <a:pt x="339" y="0"/>
                </a:moveTo>
                <a:cubicBezTo>
                  <a:pt x="225" y="0"/>
                  <a:pt x="112" y="2"/>
                  <a:pt x="1" y="7"/>
                </a:cubicBezTo>
                <a:lnTo>
                  <a:pt x="75" y="466"/>
                </a:lnTo>
                <a:cubicBezTo>
                  <a:pt x="1653" y="516"/>
                  <a:pt x="2995" y="1063"/>
                  <a:pt x="3803" y="2516"/>
                </a:cubicBezTo>
                <a:cubicBezTo>
                  <a:pt x="4561" y="3858"/>
                  <a:pt x="4573" y="5586"/>
                  <a:pt x="4685" y="7089"/>
                </a:cubicBezTo>
                <a:cubicBezTo>
                  <a:pt x="4908" y="10046"/>
                  <a:pt x="4921" y="13823"/>
                  <a:pt x="7070" y="16134"/>
                </a:cubicBezTo>
                <a:cubicBezTo>
                  <a:pt x="8711" y="17886"/>
                  <a:pt x="11183" y="18321"/>
                  <a:pt x="13345" y="19092"/>
                </a:cubicBezTo>
                <a:cubicBezTo>
                  <a:pt x="14625" y="19551"/>
                  <a:pt x="15768" y="20272"/>
                  <a:pt x="16514" y="21440"/>
                </a:cubicBezTo>
                <a:cubicBezTo>
                  <a:pt x="17458" y="22919"/>
                  <a:pt x="16799" y="24347"/>
                  <a:pt x="15855" y="25565"/>
                </a:cubicBezTo>
                <a:cubicBezTo>
                  <a:pt x="15271" y="26298"/>
                  <a:pt x="14675" y="27081"/>
                  <a:pt x="14637" y="28050"/>
                </a:cubicBezTo>
                <a:cubicBezTo>
                  <a:pt x="14600" y="28833"/>
                  <a:pt x="15010" y="29616"/>
                  <a:pt x="15358" y="30287"/>
                </a:cubicBezTo>
                <a:cubicBezTo>
                  <a:pt x="15656" y="30833"/>
                  <a:pt x="16290" y="31629"/>
                  <a:pt x="16762" y="32449"/>
                </a:cubicBezTo>
                <a:cubicBezTo>
                  <a:pt x="17184" y="32461"/>
                  <a:pt x="17607" y="32474"/>
                  <a:pt x="18054" y="32474"/>
                </a:cubicBezTo>
                <a:cubicBezTo>
                  <a:pt x="17296" y="30920"/>
                  <a:pt x="16041" y="29305"/>
                  <a:pt x="15917" y="28212"/>
                </a:cubicBezTo>
                <a:cubicBezTo>
                  <a:pt x="15793" y="27205"/>
                  <a:pt x="17035" y="26149"/>
                  <a:pt x="17570" y="25379"/>
                </a:cubicBezTo>
                <a:cubicBezTo>
                  <a:pt x="18278" y="24372"/>
                  <a:pt x="18377" y="23192"/>
                  <a:pt x="18079" y="22012"/>
                </a:cubicBezTo>
                <a:cubicBezTo>
                  <a:pt x="17520" y="19738"/>
                  <a:pt x="15097" y="18570"/>
                  <a:pt x="13072" y="17911"/>
                </a:cubicBezTo>
                <a:cubicBezTo>
                  <a:pt x="10835" y="17178"/>
                  <a:pt x="8288" y="16694"/>
                  <a:pt x="7008" y="14482"/>
                </a:cubicBezTo>
                <a:cubicBezTo>
                  <a:pt x="6213" y="13103"/>
                  <a:pt x="6027" y="11301"/>
                  <a:pt x="6002" y="9735"/>
                </a:cubicBezTo>
                <a:cubicBezTo>
                  <a:pt x="5965" y="6977"/>
                  <a:pt x="5865" y="3250"/>
                  <a:pt x="3790" y="1150"/>
                </a:cubicBezTo>
                <a:cubicBezTo>
                  <a:pt x="2915" y="263"/>
                  <a:pt x="1570" y="0"/>
                  <a:pt x="33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" name="Google Shape;463;p18">
            <a:extLst>
              <a:ext uri="{FF2B5EF4-FFF2-40B4-BE49-F238E27FC236}">
                <a16:creationId xmlns:a16="http://schemas.microsoft.com/office/drawing/2014/main" id="{6FACD085-C9FC-6258-F853-D4E1A74B4D79}"/>
              </a:ext>
            </a:extLst>
          </p:cNvPr>
          <p:cNvGrpSpPr/>
          <p:nvPr/>
        </p:nvGrpSpPr>
        <p:grpSpPr>
          <a:xfrm rot="10800000">
            <a:off x="254794" y="145497"/>
            <a:ext cx="293749" cy="434421"/>
            <a:chOff x="4510355" y="4299794"/>
            <a:chExt cx="138144" cy="204299"/>
          </a:xfrm>
        </p:grpSpPr>
        <p:sp>
          <p:nvSpPr>
            <p:cNvPr id="49" name="Google Shape;464;p18">
              <a:extLst>
                <a:ext uri="{FF2B5EF4-FFF2-40B4-BE49-F238E27FC236}">
                  <a16:creationId xmlns:a16="http://schemas.microsoft.com/office/drawing/2014/main" id="{2DEBD2D5-8869-AEB0-1A1C-D3C2B423D029}"/>
                </a:ext>
              </a:extLst>
            </p:cNvPr>
            <p:cNvSpPr/>
            <p:nvPr/>
          </p:nvSpPr>
          <p:spPr>
            <a:xfrm>
              <a:off x="4510355" y="4392307"/>
              <a:ext cx="138144" cy="27946"/>
            </a:xfrm>
            <a:custGeom>
              <a:avLst/>
              <a:gdLst/>
              <a:ahLst/>
              <a:cxnLst/>
              <a:rect l="l" t="t" r="r" b="b"/>
              <a:pathLst>
                <a:path w="4523" h="915" extrusionOk="0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465;p18">
              <a:extLst>
                <a:ext uri="{FF2B5EF4-FFF2-40B4-BE49-F238E27FC236}">
                  <a16:creationId xmlns:a16="http://schemas.microsoft.com/office/drawing/2014/main" id="{6FBA4923-2958-4BC1-D5A8-088DE63B5672}"/>
                </a:ext>
              </a:extLst>
            </p:cNvPr>
            <p:cNvSpPr/>
            <p:nvPr/>
          </p:nvSpPr>
          <p:spPr>
            <a:xfrm>
              <a:off x="4557788" y="4299794"/>
              <a:ext cx="44806" cy="204299"/>
            </a:xfrm>
            <a:custGeom>
              <a:avLst/>
              <a:gdLst/>
              <a:ahLst/>
              <a:cxnLst/>
              <a:rect l="l" t="t" r="r" b="b"/>
              <a:pathLst>
                <a:path w="1467" h="6689" extrusionOk="0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" name="Google Shape;466;p18">
            <a:extLst>
              <a:ext uri="{FF2B5EF4-FFF2-40B4-BE49-F238E27FC236}">
                <a16:creationId xmlns:a16="http://schemas.microsoft.com/office/drawing/2014/main" id="{B4DD9DDC-B041-FF0D-E0EB-EDD9A740EDA1}"/>
              </a:ext>
            </a:extLst>
          </p:cNvPr>
          <p:cNvGrpSpPr/>
          <p:nvPr/>
        </p:nvGrpSpPr>
        <p:grpSpPr>
          <a:xfrm rot="10800000">
            <a:off x="1106067" y="260536"/>
            <a:ext cx="125150" cy="184835"/>
            <a:chOff x="4820760" y="3853535"/>
            <a:chExt cx="58855" cy="86924"/>
          </a:xfrm>
        </p:grpSpPr>
        <p:sp>
          <p:nvSpPr>
            <p:cNvPr id="52" name="Google Shape;467;p18">
              <a:extLst>
                <a:ext uri="{FF2B5EF4-FFF2-40B4-BE49-F238E27FC236}">
                  <a16:creationId xmlns:a16="http://schemas.microsoft.com/office/drawing/2014/main" id="{9ED3225A-296C-71E1-9771-479E3FCE6FAC}"/>
                </a:ext>
              </a:extLst>
            </p:cNvPr>
            <p:cNvSpPr/>
            <p:nvPr/>
          </p:nvSpPr>
          <p:spPr>
            <a:xfrm>
              <a:off x="4820760" y="3892905"/>
              <a:ext cx="58855" cy="11850"/>
            </a:xfrm>
            <a:custGeom>
              <a:avLst/>
              <a:gdLst/>
              <a:ahLst/>
              <a:cxnLst/>
              <a:rect l="l" t="t" r="r" b="b"/>
              <a:pathLst>
                <a:path w="1927" h="388" extrusionOk="0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468;p18">
              <a:extLst>
                <a:ext uri="{FF2B5EF4-FFF2-40B4-BE49-F238E27FC236}">
                  <a16:creationId xmlns:a16="http://schemas.microsoft.com/office/drawing/2014/main" id="{20F2A024-F176-1E7F-8DA8-B27FDAA1CD27}"/>
                </a:ext>
              </a:extLst>
            </p:cNvPr>
            <p:cNvSpPr/>
            <p:nvPr/>
          </p:nvSpPr>
          <p:spPr>
            <a:xfrm>
              <a:off x="4841254" y="3853535"/>
              <a:ext cx="19028" cy="86924"/>
            </a:xfrm>
            <a:custGeom>
              <a:avLst/>
              <a:gdLst/>
              <a:ahLst/>
              <a:cxnLst/>
              <a:rect l="l" t="t" r="r" b="b"/>
              <a:pathLst>
                <a:path w="623" h="2846" extrusionOk="0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" name="Google Shape;469;p18">
            <a:extLst>
              <a:ext uri="{FF2B5EF4-FFF2-40B4-BE49-F238E27FC236}">
                <a16:creationId xmlns:a16="http://schemas.microsoft.com/office/drawing/2014/main" id="{AC780982-0570-709A-B128-39A8AA01DBF1}"/>
              </a:ext>
            </a:extLst>
          </p:cNvPr>
          <p:cNvSpPr/>
          <p:nvPr/>
        </p:nvSpPr>
        <p:spPr>
          <a:xfrm rot="10800000">
            <a:off x="198174" y="768112"/>
            <a:ext cx="79168" cy="61438"/>
          </a:xfrm>
          <a:custGeom>
            <a:avLst/>
            <a:gdLst/>
            <a:ahLst/>
            <a:cxnLst/>
            <a:rect l="l" t="t" r="r" b="b"/>
            <a:pathLst>
              <a:path w="1219" h="946" extrusionOk="0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18" y="945"/>
                  <a:pt x="1218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470;p18">
            <a:extLst>
              <a:ext uri="{FF2B5EF4-FFF2-40B4-BE49-F238E27FC236}">
                <a16:creationId xmlns:a16="http://schemas.microsoft.com/office/drawing/2014/main" id="{20DB27E7-B84C-3F49-32FC-9BA11D9FC62E}"/>
              </a:ext>
            </a:extLst>
          </p:cNvPr>
          <p:cNvSpPr/>
          <p:nvPr/>
        </p:nvSpPr>
        <p:spPr>
          <a:xfrm rot="10800000">
            <a:off x="8611265" y="3916745"/>
            <a:ext cx="123525" cy="96119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" name="Google Shape;471;p18">
            <a:extLst>
              <a:ext uri="{FF2B5EF4-FFF2-40B4-BE49-F238E27FC236}">
                <a16:creationId xmlns:a16="http://schemas.microsoft.com/office/drawing/2014/main" id="{8EC84FBE-0AFA-F1D6-48E7-94C49248ED01}"/>
              </a:ext>
            </a:extLst>
          </p:cNvPr>
          <p:cNvGrpSpPr/>
          <p:nvPr/>
        </p:nvGrpSpPr>
        <p:grpSpPr>
          <a:xfrm rot="-874411">
            <a:off x="194887" y="1017165"/>
            <a:ext cx="406928" cy="747953"/>
            <a:chOff x="10351075" y="912125"/>
            <a:chExt cx="639550" cy="1175525"/>
          </a:xfrm>
        </p:grpSpPr>
        <p:sp>
          <p:nvSpPr>
            <p:cNvPr id="57" name="Google Shape;472;p18">
              <a:extLst>
                <a:ext uri="{FF2B5EF4-FFF2-40B4-BE49-F238E27FC236}">
                  <a16:creationId xmlns:a16="http://schemas.microsoft.com/office/drawing/2014/main" id="{629BB8CC-BE90-922C-2210-788D0B5BE6A5}"/>
                </a:ext>
              </a:extLst>
            </p:cNvPr>
            <p:cNvSpPr/>
            <p:nvPr/>
          </p:nvSpPr>
          <p:spPr>
            <a:xfrm>
              <a:off x="10351075" y="912125"/>
              <a:ext cx="639550" cy="1175525"/>
            </a:xfrm>
            <a:custGeom>
              <a:avLst/>
              <a:gdLst/>
              <a:ahLst/>
              <a:cxnLst/>
              <a:rect l="l" t="t" r="r" b="b"/>
              <a:pathLst>
                <a:path w="25582" h="47021" extrusionOk="0">
                  <a:moveTo>
                    <a:pt x="13935" y="610"/>
                  </a:moveTo>
                  <a:cubicBezTo>
                    <a:pt x="14160" y="610"/>
                    <a:pt x="14384" y="620"/>
                    <a:pt x="14609" y="648"/>
                  </a:cubicBezTo>
                  <a:cubicBezTo>
                    <a:pt x="14634" y="648"/>
                    <a:pt x="14664" y="646"/>
                    <a:pt x="14696" y="646"/>
                  </a:cubicBezTo>
                  <a:cubicBezTo>
                    <a:pt x="14742" y="646"/>
                    <a:pt x="14791" y="651"/>
                    <a:pt x="14829" y="680"/>
                  </a:cubicBezTo>
                  <a:cubicBezTo>
                    <a:pt x="14907" y="727"/>
                    <a:pt x="15033" y="789"/>
                    <a:pt x="15048" y="883"/>
                  </a:cubicBezTo>
                  <a:cubicBezTo>
                    <a:pt x="15111" y="1071"/>
                    <a:pt x="14923" y="1134"/>
                    <a:pt x="14782" y="1150"/>
                  </a:cubicBezTo>
                  <a:cubicBezTo>
                    <a:pt x="14627" y="1183"/>
                    <a:pt x="14464" y="1216"/>
                    <a:pt x="14309" y="1216"/>
                  </a:cubicBezTo>
                  <a:cubicBezTo>
                    <a:pt x="14245" y="1216"/>
                    <a:pt x="14183" y="1211"/>
                    <a:pt x="14123" y="1197"/>
                  </a:cubicBezTo>
                  <a:cubicBezTo>
                    <a:pt x="13699" y="1075"/>
                    <a:pt x="13271" y="1050"/>
                    <a:pt x="12843" y="1050"/>
                  </a:cubicBezTo>
                  <a:cubicBezTo>
                    <a:pt x="12552" y="1050"/>
                    <a:pt x="12261" y="1061"/>
                    <a:pt x="11972" y="1061"/>
                  </a:cubicBezTo>
                  <a:cubicBezTo>
                    <a:pt x="11869" y="1061"/>
                    <a:pt x="11766" y="1060"/>
                    <a:pt x="11663" y="1056"/>
                  </a:cubicBezTo>
                  <a:cubicBezTo>
                    <a:pt x="11459" y="1040"/>
                    <a:pt x="11224" y="1071"/>
                    <a:pt x="11036" y="946"/>
                  </a:cubicBezTo>
                  <a:cubicBezTo>
                    <a:pt x="11127" y="699"/>
                    <a:pt x="11326" y="624"/>
                    <a:pt x="11490" y="624"/>
                  </a:cubicBezTo>
                  <a:cubicBezTo>
                    <a:pt x="11523" y="624"/>
                    <a:pt x="11555" y="627"/>
                    <a:pt x="11584" y="633"/>
                  </a:cubicBezTo>
                  <a:cubicBezTo>
                    <a:pt x="11813" y="661"/>
                    <a:pt x="12040" y="671"/>
                    <a:pt x="12267" y="671"/>
                  </a:cubicBezTo>
                  <a:cubicBezTo>
                    <a:pt x="12826" y="671"/>
                    <a:pt x="13381" y="610"/>
                    <a:pt x="13935" y="610"/>
                  </a:cubicBezTo>
                  <a:close/>
                  <a:moveTo>
                    <a:pt x="8904" y="2702"/>
                  </a:moveTo>
                  <a:cubicBezTo>
                    <a:pt x="8982" y="2702"/>
                    <a:pt x="9045" y="2749"/>
                    <a:pt x="9014" y="2827"/>
                  </a:cubicBezTo>
                  <a:cubicBezTo>
                    <a:pt x="8998" y="2874"/>
                    <a:pt x="8904" y="2905"/>
                    <a:pt x="8857" y="2921"/>
                  </a:cubicBezTo>
                  <a:cubicBezTo>
                    <a:pt x="8855" y="2922"/>
                    <a:pt x="8854" y="2923"/>
                    <a:pt x="8852" y="2923"/>
                  </a:cubicBezTo>
                  <a:cubicBezTo>
                    <a:pt x="8830" y="2923"/>
                    <a:pt x="8780" y="2857"/>
                    <a:pt x="8794" y="2843"/>
                  </a:cubicBezTo>
                  <a:cubicBezTo>
                    <a:pt x="8825" y="2796"/>
                    <a:pt x="8857" y="2749"/>
                    <a:pt x="8904" y="2702"/>
                  </a:cubicBezTo>
                  <a:close/>
                  <a:moveTo>
                    <a:pt x="17228" y="2713"/>
                  </a:moveTo>
                  <a:cubicBezTo>
                    <a:pt x="17243" y="2713"/>
                    <a:pt x="17259" y="2715"/>
                    <a:pt x="17274" y="2717"/>
                  </a:cubicBezTo>
                  <a:cubicBezTo>
                    <a:pt x="17525" y="2749"/>
                    <a:pt x="17776" y="2796"/>
                    <a:pt x="18042" y="2858"/>
                  </a:cubicBezTo>
                  <a:cubicBezTo>
                    <a:pt x="18089" y="2858"/>
                    <a:pt x="18152" y="2968"/>
                    <a:pt x="18136" y="3015"/>
                  </a:cubicBezTo>
                  <a:cubicBezTo>
                    <a:pt x="18120" y="3062"/>
                    <a:pt x="18042" y="3125"/>
                    <a:pt x="17979" y="3140"/>
                  </a:cubicBezTo>
                  <a:cubicBezTo>
                    <a:pt x="17943" y="3146"/>
                    <a:pt x="17906" y="3147"/>
                    <a:pt x="17870" y="3147"/>
                  </a:cubicBezTo>
                  <a:cubicBezTo>
                    <a:pt x="17796" y="3147"/>
                    <a:pt x="17723" y="3140"/>
                    <a:pt x="17650" y="3140"/>
                  </a:cubicBezTo>
                  <a:cubicBezTo>
                    <a:pt x="17650" y="3156"/>
                    <a:pt x="17634" y="3156"/>
                    <a:pt x="17634" y="3172"/>
                  </a:cubicBezTo>
                  <a:cubicBezTo>
                    <a:pt x="17493" y="3172"/>
                    <a:pt x="17337" y="3172"/>
                    <a:pt x="17196" y="3140"/>
                  </a:cubicBezTo>
                  <a:cubicBezTo>
                    <a:pt x="17102" y="3109"/>
                    <a:pt x="17023" y="3015"/>
                    <a:pt x="16960" y="2937"/>
                  </a:cubicBezTo>
                  <a:cubicBezTo>
                    <a:pt x="16903" y="2851"/>
                    <a:pt x="17068" y="2713"/>
                    <a:pt x="17228" y="2713"/>
                  </a:cubicBezTo>
                  <a:close/>
                  <a:moveTo>
                    <a:pt x="15896" y="1518"/>
                  </a:moveTo>
                  <a:cubicBezTo>
                    <a:pt x="16100" y="1518"/>
                    <a:pt x="16227" y="1679"/>
                    <a:pt x="16255" y="1902"/>
                  </a:cubicBezTo>
                  <a:cubicBezTo>
                    <a:pt x="16342" y="3023"/>
                    <a:pt x="16241" y="3238"/>
                    <a:pt x="15247" y="3238"/>
                  </a:cubicBezTo>
                  <a:cubicBezTo>
                    <a:pt x="15171" y="3238"/>
                    <a:pt x="15089" y="3237"/>
                    <a:pt x="15001" y="3235"/>
                  </a:cubicBezTo>
                  <a:cubicBezTo>
                    <a:pt x="14889" y="3233"/>
                    <a:pt x="14778" y="3232"/>
                    <a:pt x="14666" y="3232"/>
                  </a:cubicBezTo>
                  <a:cubicBezTo>
                    <a:pt x="13885" y="3232"/>
                    <a:pt x="13105" y="3280"/>
                    <a:pt x="12337" y="3376"/>
                  </a:cubicBezTo>
                  <a:cubicBezTo>
                    <a:pt x="12074" y="3410"/>
                    <a:pt x="11811" y="3430"/>
                    <a:pt x="11548" y="3430"/>
                  </a:cubicBezTo>
                  <a:cubicBezTo>
                    <a:pt x="11215" y="3430"/>
                    <a:pt x="10882" y="3399"/>
                    <a:pt x="10550" y="3329"/>
                  </a:cubicBezTo>
                  <a:cubicBezTo>
                    <a:pt x="10079" y="3219"/>
                    <a:pt x="9829" y="2999"/>
                    <a:pt x="9766" y="2529"/>
                  </a:cubicBezTo>
                  <a:cubicBezTo>
                    <a:pt x="9750" y="2467"/>
                    <a:pt x="9735" y="2388"/>
                    <a:pt x="9735" y="2310"/>
                  </a:cubicBezTo>
                  <a:cubicBezTo>
                    <a:pt x="9688" y="1887"/>
                    <a:pt x="9876" y="1667"/>
                    <a:pt x="10283" y="1667"/>
                  </a:cubicBezTo>
                  <a:cubicBezTo>
                    <a:pt x="10429" y="1662"/>
                    <a:pt x="10578" y="1660"/>
                    <a:pt x="10726" y="1660"/>
                  </a:cubicBezTo>
                  <a:cubicBezTo>
                    <a:pt x="11023" y="1660"/>
                    <a:pt x="11323" y="1667"/>
                    <a:pt x="11616" y="1667"/>
                  </a:cubicBezTo>
                  <a:cubicBezTo>
                    <a:pt x="11929" y="1667"/>
                    <a:pt x="12242" y="1655"/>
                    <a:pt x="12555" y="1655"/>
                  </a:cubicBezTo>
                  <a:cubicBezTo>
                    <a:pt x="13024" y="1655"/>
                    <a:pt x="13490" y="1683"/>
                    <a:pt x="13951" y="1824"/>
                  </a:cubicBezTo>
                  <a:cubicBezTo>
                    <a:pt x="14027" y="1845"/>
                    <a:pt x="14103" y="1853"/>
                    <a:pt x="14177" y="1853"/>
                  </a:cubicBezTo>
                  <a:cubicBezTo>
                    <a:pt x="14441" y="1853"/>
                    <a:pt x="14694" y="1747"/>
                    <a:pt x="14938" y="1698"/>
                  </a:cubicBezTo>
                  <a:cubicBezTo>
                    <a:pt x="15236" y="1636"/>
                    <a:pt x="15518" y="1573"/>
                    <a:pt x="15816" y="1526"/>
                  </a:cubicBezTo>
                  <a:cubicBezTo>
                    <a:pt x="15844" y="1521"/>
                    <a:pt x="15871" y="1518"/>
                    <a:pt x="15896" y="1518"/>
                  </a:cubicBezTo>
                  <a:close/>
                  <a:moveTo>
                    <a:pt x="18512" y="3763"/>
                  </a:moveTo>
                  <a:cubicBezTo>
                    <a:pt x="18601" y="3763"/>
                    <a:pt x="18690" y="3786"/>
                    <a:pt x="18779" y="3799"/>
                  </a:cubicBezTo>
                  <a:cubicBezTo>
                    <a:pt x="18810" y="4081"/>
                    <a:pt x="18622" y="4238"/>
                    <a:pt x="18450" y="4363"/>
                  </a:cubicBezTo>
                  <a:cubicBezTo>
                    <a:pt x="17776" y="4833"/>
                    <a:pt x="17086" y="5288"/>
                    <a:pt x="16412" y="5742"/>
                  </a:cubicBezTo>
                  <a:cubicBezTo>
                    <a:pt x="16177" y="5899"/>
                    <a:pt x="15910" y="5915"/>
                    <a:pt x="15659" y="5931"/>
                  </a:cubicBezTo>
                  <a:cubicBezTo>
                    <a:pt x="15017" y="5962"/>
                    <a:pt x="14390" y="5978"/>
                    <a:pt x="13747" y="6009"/>
                  </a:cubicBezTo>
                  <a:cubicBezTo>
                    <a:pt x="13418" y="6025"/>
                    <a:pt x="13073" y="6025"/>
                    <a:pt x="12744" y="6072"/>
                  </a:cubicBezTo>
                  <a:cubicBezTo>
                    <a:pt x="12606" y="6097"/>
                    <a:pt x="12473" y="6109"/>
                    <a:pt x="12342" y="6109"/>
                  </a:cubicBezTo>
                  <a:cubicBezTo>
                    <a:pt x="12146" y="6109"/>
                    <a:pt x="11954" y="6081"/>
                    <a:pt x="11757" y="6025"/>
                  </a:cubicBezTo>
                  <a:cubicBezTo>
                    <a:pt x="11255" y="5868"/>
                    <a:pt x="10753" y="5727"/>
                    <a:pt x="10220" y="5695"/>
                  </a:cubicBezTo>
                  <a:cubicBezTo>
                    <a:pt x="10111" y="5695"/>
                    <a:pt x="10001" y="5664"/>
                    <a:pt x="9891" y="5633"/>
                  </a:cubicBezTo>
                  <a:cubicBezTo>
                    <a:pt x="8982" y="5351"/>
                    <a:pt x="8920" y="5319"/>
                    <a:pt x="8700" y="4238"/>
                  </a:cubicBezTo>
                  <a:cubicBezTo>
                    <a:pt x="8655" y="3983"/>
                    <a:pt x="8796" y="3829"/>
                    <a:pt x="9040" y="3829"/>
                  </a:cubicBezTo>
                  <a:cubicBezTo>
                    <a:pt x="9052" y="3829"/>
                    <a:pt x="9064" y="3829"/>
                    <a:pt x="9076" y="3830"/>
                  </a:cubicBezTo>
                  <a:cubicBezTo>
                    <a:pt x="9484" y="3862"/>
                    <a:pt x="9907" y="3893"/>
                    <a:pt x="10299" y="3971"/>
                  </a:cubicBezTo>
                  <a:cubicBezTo>
                    <a:pt x="10674" y="4046"/>
                    <a:pt x="11048" y="4081"/>
                    <a:pt x="11423" y="4081"/>
                  </a:cubicBezTo>
                  <a:cubicBezTo>
                    <a:pt x="11754" y="4081"/>
                    <a:pt x="12084" y="4054"/>
                    <a:pt x="12415" y="4003"/>
                  </a:cubicBezTo>
                  <a:cubicBezTo>
                    <a:pt x="13018" y="3926"/>
                    <a:pt x="13614" y="3887"/>
                    <a:pt x="14213" y="3887"/>
                  </a:cubicBezTo>
                  <a:cubicBezTo>
                    <a:pt x="14470" y="3887"/>
                    <a:pt x="14727" y="3894"/>
                    <a:pt x="14985" y="3909"/>
                  </a:cubicBezTo>
                  <a:cubicBezTo>
                    <a:pt x="15403" y="3925"/>
                    <a:pt x="15821" y="3938"/>
                    <a:pt x="16239" y="3938"/>
                  </a:cubicBezTo>
                  <a:cubicBezTo>
                    <a:pt x="16979" y="3938"/>
                    <a:pt x="17718" y="3898"/>
                    <a:pt x="18450" y="3767"/>
                  </a:cubicBezTo>
                  <a:cubicBezTo>
                    <a:pt x="18470" y="3764"/>
                    <a:pt x="18491" y="3763"/>
                    <a:pt x="18512" y="3763"/>
                  </a:cubicBezTo>
                  <a:close/>
                  <a:moveTo>
                    <a:pt x="9208" y="6234"/>
                  </a:moveTo>
                  <a:cubicBezTo>
                    <a:pt x="9226" y="6234"/>
                    <a:pt x="9245" y="6237"/>
                    <a:pt x="9264" y="6244"/>
                  </a:cubicBezTo>
                  <a:cubicBezTo>
                    <a:pt x="9327" y="6260"/>
                    <a:pt x="9405" y="6291"/>
                    <a:pt x="9437" y="6354"/>
                  </a:cubicBezTo>
                  <a:cubicBezTo>
                    <a:pt x="9641" y="6887"/>
                    <a:pt x="9531" y="7404"/>
                    <a:pt x="9421" y="8015"/>
                  </a:cubicBezTo>
                  <a:cubicBezTo>
                    <a:pt x="9280" y="7874"/>
                    <a:pt x="9202" y="7827"/>
                    <a:pt x="9186" y="7780"/>
                  </a:cubicBezTo>
                  <a:cubicBezTo>
                    <a:pt x="9155" y="7310"/>
                    <a:pt x="9123" y="6824"/>
                    <a:pt x="9092" y="6354"/>
                  </a:cubicBezTo>
                  <a:cubicBezTo>
                    <a:pt x="9092" y="6279"/>
                    <a:pt x="9141" y="6234"/>
                    <a:pt x="9208" y="6234"/>
                  </a:cubicBezTo>
                  <a:close/>
                  <a:moveTo>
                    <a:pt x="10693" y="6463"/>
                  </a:moveTo>
                  <a:cubicBezTo>
                    <a:pt x="10702" y="6463"/>
                    <a:pt x="10712" y="6463"/>
                    <a:pt x="10722" y="6463"/>
                  </a:cubicBezTo>
                  <a:cubicBezTo>
                    <a:pt x="10800" y="6463"/>
                    <a:pt x="10879" y="6463"/>
                    <a:pt x="10942" y="6479"/>
                  </a:cubicBezTo>
                  <a:cubicBezTo>
                    <a:pt x="11471" y="6676"/>
                    <a:pt x="12010" y="6737"/>
                    <a:pt x="12554" y="6737"/>
                  </a:cubicBezTo>
                  <a:cubicBezTo>
                    <a:pt x="13007" y="6737"/>
                    <a:pt x="13463" y="6694"/>
                    <a:pt x="13920" y="6652"/>
                  </a:cubicBezTo>
                  <a:cubicBezTo>
                    <a:pt x="14056" y="6642"/>
                    <a:pt x="14193" y="6638"/>
                    <a:pt x="14332" y="6638"/>
                  </a:cubicBezTo>
                  <a:cubicBezTo>
                    <a:pt x="14639" y="6638"/>
                    <a:pt x="14949" y="6656"/>
                    <a:pt x="15252" y="6667"/>
                  </a:cubicBezTo>
                  <a:cubicBezTo>
                    <a:pt x="15550" y="6683"/>
                    <a:pt x="15691" y="6981"/>
                    <a:pt x="15534" y="7231"/>
                  </a:cubicBezTo>
                  <a:cubicBezTo>
                    <a:pt x="15503" y="7294"/>
                    <a:pt x="15471" y="7373"/>
                    <a:pt x="15424" y="7420"/>
                  </a:cubicBezTo>
                  <a:cubicBezTo>
                    <a:pt x="15346" y="7498"/>
                    <a:pt x="15221" y="7545"/>
                    <a:pt x="15174" y="7639"/>
                  </a:cubicBezTo>
                  <a:cubicBezTo>
                    <a:pt x="14672" y="8674"/>
                    <a:pt x="13732" y="8674"/>
                    <a:pt x="12791" y="8674"/>
                  </a:cubicBezTo>
                  <a:lnTo>
                    <a:pt x="12352" y="8674"/>
                  </a:lnTo>
                  <a:lnTo>
                    <a:pt x="12352" y="8658"/>
                  </a:lnTo>
                  <a:lnTo>
                    <a:pt x="11224" y="8658"/>
                  </a:lnTo>
                  <a:cubicBezTo>
                    <a:pt x="11217" y="8658"/>
                    <a:pt x="11211" y="8658"/>
                    <a:pt x="11204" y="8658"/>
                  </a:cubicBezTo>
                  <a:cubicBezTo>
                    <a:pt x="10415" y="8658"/>
                    <a:pt x="9831" y="7726"/>
                    <a:pt x="10111" y="6855"/>
                  </a:cubicBezTo>
                  <a:cubicBezTo>
                    <a:pt x="10186" y="6644"/>
                    <a:pt x="10450" y="6463"/>
                    <a:pt x="10693" y="6463"/>
                  </a:cubicBezTo>
                  <a:close/>
                  <a:moveTo>
                    <a:pt x="7611" y="8213"/>
                  </a:moveTo>
                  <a:cubicBezTo>
                    <a:pt x="7713" y="8213"/>
                    <a:pt x="7816" y="8222"/>
                    <a:pt x="7916" y="8235"/>
                  </a:cubicBezTo>
                  <a:cubicBezTo>
                    <a:pt x="8324" y="8297"/>
                    <a:pt x="8669" y="8658"/>
                    <a:pt x="8700" y="9081"/>
                  </a:cubicBezTo>
                  <a:cubicBezTo>
                    <a:pt x="8731" y="9598"/>
                    <a:pt x="8700" y="10131"/>
                    <a:pt x="8700" y="10648"/>
                  </a:cubicBezTo>
                  <a:lnTo>
                    <a:pt x="8684" y="10648"/>
                  </a:lnTo>
                  <a:cubicBezTo>
                    <a:pt x="8684" y="11181"/>
                    <a:pt x="8716" y="11699"/>
                    <a:pt x="8669" y="12216"/>
                  </a:cubicBezTo>
                  <a:cubicBezTo>
                    <a:pt x="8633" y="12715"/>
                    <a:pt x="8454" y="12943"/>
                    <a:pt x="8089" y="12943"/>
                  </a:cubicBezTo>
                  <a:cubicBezTo>
                    <a:pt x="7973" y="12943"/>
                    <a:pt x="7837" y="12920"/>
                    <a:pt x="7681" y="12874"/>
                  </a:cubicBezTo>
                  <a:cubicBezTo>
                    <a:pt x="6584" y="12561"/>
                    <a:pt x="5738" y="11981"/>
                    <a:pt x="5330" y="10852"/>
                  </a:cubicBezTo>
                  <a:cubicBezTo>
                    <a:pt x="5111" y="10241"/>
                    <a:pt x="5267" y="9739"/>
                    <a:pt x="5706" y="9332"/>
                  </a:cubicBezTo>
                  <a:cubicBezTo>
                    <a:pt x="6051" y="9003"/>
                    <a:pt x="6443" y="8721"/>
                    <a:pt x="6851" y="8438"/>
                  </a:cubicBezTo>
                  <a:cubicBezTo>
                    <a:pt x="7077" y="8269"/>
                    <a:pt x="7344" y="8213"/>
                    <a:pt x="7611" y="8213"/>
                  </a:cubicBezTo>
                  <a:close/>
                  <a:moveTo>
                    <a:pt x="7894" y="5762"/>
                  </a:moveTo>
                  <a:cubicBezTo>
                    <a:pt x="8162" y="5762"/>
                    <a:pt x="8275" y="5973"/>
                    <a:pt x="8449" y="6463"/>
                  </a:cubicBezTo>
                  <a:cubicBezTo>
                    <a:pt x="8449" y="6510"/>
                    <a:pt x="8465" y="6542"/>
                    <a:pt x="8481" y="6573"/>
                  </a:cubicBezTo>
                  <a:cubicBezTo>
                    <a:pt x="8747" y="7247"/>
                    <a:pt x="8637" y="7545"/>
                    <a:pt x="7869" y="7576"/>
                  </a:cubicBezTo>
                  <a:cubicBezTo>
                    <a:pt x="6725" y="7608"/>
                    <a:pt x="5816" y="8203"/>
                    <a:pt x="5079" y="9050"/>
                  </a:cubicBezTo>
                  <a:cubicBezTo>
                    <a:pt x="4217" y="10022"/>
                    <a:pt x="4217" y="11056"/>
                    <a:pt x="5299" y="12247"/>
                  </a:cubicBezTo>
                  <a:cubicBezTo>
                    <a:pt x="5988" y="13000"/>
                    <a:pt x="6866" y="13486"/>
                    <a:pt x="7916" y="13611"/>
                  </a:cubicBezTo>
                  <a:cubicBezTo>
                    <a:pt x="8543" y="13674"/>
                    <a:pt x="8575" y="13752"/>
                    <a:pt x="8653" y="14363"/>
                  </a:cubicBezTo>
                  <a:cubicBezTo>
                    <a:pt x="8669" y="14504"/>
                    <a:pt x="8684" y="14661"/>
                    <a:pt x="8669" y="14802"/>
                  </a:cubicBezTo>
                  <a:cubicBezTo>
                    <a:pt x="8637" y="15084"/>
                    <a:pt x="8434" y="15288"/>
                    <a:pt x="8151" y="15319"/>
                  </a:cubicBezTo>
                  <a:cubicBezTo>
                    <a:pt x="8052" y="15325"/>
                    <a:pt x="7953" y="15326"/>
                    <a:pt x="7856" y="15326"/>
                  </a:cubicBezTo>
                  <a:cubicBezTo>
                    <a:pt x="7662" y="15326"/>
                    <a:pt x="7477" y="15319"/>
                    <a:pt x="7321" y="15319"/>
                  </a:cubicBezTo>
                  <a:cubicBezTo>
                    <a:pt x="7158" y="15351"/>
                    <a:pt x="7002" y="15365"/>
                    <a:pt x="6851" y="15365"/>
                  </a:cubicBezTo>
                  <a:cubicBezTo>
                    <a:pt x="6249" y="15365"/>
                    <a:pt x="5738" y="15134"/>
                    <a:pt x="5236" y="14834"/>
                  </a:cubicBezTo>
                  <a:cubicBezTo>
                    <a:pt x="3966" y="14097"/>
                    <a:pt x="3982" y="14066"/>
                    <a:pt x="2885" y="12827"/>
                  </a:cubicBezTo>
                  <a:cubicBezTo>
                    <a:pt x="2305" y="12169"/>
                    <a:pt x="2195" y="11448"/>
                    <a:pt x="2321" y="10633"/>
                  </a:cubicBezTo>
                  <a:cubicBezTo>
                    <a:pt x="2399" y="10194"/>
                    <a:pt x="2540" y="9771"/>
                    <a:pt x="2807" y="9395"/>
                  </a:cubicBezTo>
                  <a:cubicBezTo>
                    <a:pt x="3386" y="8564"/>
                    <a:pt x="3904" y="7686"/>
                    <a:pt x="4813" y="7169"/>
                  </a:cubicBezTo>
                  <a:cubicBezTo>
                    <a:pt x="5612" y="6714"/>
                    <a:pt x="6443" y="6275"/>
                    <a:pt x="7305" y="5931"/>
                  </a:cubicBezTo>
                  <a:cubicBezTo>
                    <a:pt x="7566" y="5822"/>
                    <a:pt x="7752" y="5762"/>
                    <a:pt x="7894" y="5762"/>
                  </a:cubicBezTo>
                  <a:close/>
                  <a:moveTo>
                    <a:pt x="16381" y="6667"/>
                  </a:moveTo>
                  <a:cubicBezTo>
                    <a:pt x="16553" y="6667"/>
                    <a:pt x="16647" y="6793"/>
                    <a:pt x="16631" y="6965"/>
                  </a:cubicBezTo>
                  <a:cubicBezTo>
                    <a:pt x="16631" y="7263"/>
                    <a:pt x="16600" y="7561"/>
                    <a:pt x="16584" y="7858"/>
                  </a:cubicBezTo>
                  <a:cubicBezTo>
                    <a:pt x="16475" y="9128"/>
                    <a:pt x="16522" y="10398"/>
                    <a:pt x="16537" y="11667"/>
                  </a:cubicBezTo>
                  <a:cubicBezTo>
                    <a:pt x="16553" y="12529"/>
                    <a:pt x="16506" y="13392"/>
                    <a:pt x="16522" y="14238"/>
                  </a:cubicBezTo>
                  <a:cubicBezTo>
                    <a:pt x="16537" y="14787"/>
                    <a:pt x="16333" y="15100"/>
                    <a:pt x="15848" y="15398"/>
                  </a:cubicBezTo>
                  <a:cubicBezTo>
                    <a:pt x="14939" y="15921"/>
                    <a:pt x="13969" y="15997"/>
                    <a:pt x="12992" y="15997"/>
                  </a:cubicBezTo>
                  <a:cubicBezTo>
                    <a:pt x="12857" y="15997"/>
                    <a:pt x="12722" y="15995"/>
                    <a:pt x="12587" y="15993"/>
                  </a:cubicBezTo>
                  <a:cubicBezTo>
                    <a:pt x="12148" y="15978"/>
                    <a:pt x="11710" y="15852"/>
                    <a:pt x="11255" y="15821"/>
                  </a:cubicBezTo>
                  <a:cubicBezTo>
                    <a:pt x="10753" y="15774"/>
                    <a:pt x="10330" y="15555"/>
                    <a:pt x="9923" y="15288"/>
                  </a:cubicBezTo>
                  <a:cubicBezTo>
                    <a:pt x="9594" y="15069"/>
                    <a:pt x="9405" y="14755"/>
                    <a:pt x="9358" y="14348"/>
                  </a:cubicBezTo>
                  <a:cubicBezTo>
                    <a:pt x="9217" y="13203"/>
                    <a:pt x="9123" y="12044"/>
                    <a:pt x="9249" y="10884"/>
                  </a:cubicBezTo>
                  <a:cubicBezTo>
                    <a:pt x="9249" y="10178"/>
                    <a:pt x="9249" y="9473"/>
                    <a:pt x="9249" y="8768"/>
                  </a:cubicBezTo>
                  <a:cubicBezTo>
                    <a:pt x="9249" y="8705"/>
                    <a:pt x="9296" y="8627"/>
                    <a:pt x="9358" y="8579"/>
                  </a:cubicBezTo>
                  <a:cubicBezTo>
                    <a:pt x="9395" y="8542"/>
                    <a:pt x="9437" y="8527"/>
                    <a:pt x="9478" y="8527"/>
                  </a:cubicBezTo>
                  <a:cubicBezTo>
                    <a:pt x="9541" y="8527"/>
                    <a:pt x="9603" y="8563"/>
                    <a:pt x="9641" y="8611"/>
                  </a:cubicBezTo>
                  <a:cubicBezTo>
                    <a:pt x="10158" y="9206"/>
                    <a:pt x="10863" y="9285"/>
                    <a:pt x="11584" y="9316"/>
                  </a:cubicBezTo>
                  <a:cubicBezTo>
                    <a:pt x="11676" y="9320"/>
                    <a:pt x="11769" y="9321"/>
                    <a:pt x="11861" y="9321"/>
                  </a:cubicBezTo>
                  <a:cubicBezTo>
                    <a:pt x="12026" y="9321"/>
                    <a:pt x="12190" y="9317"/>
                    <a:pt x="12355" y="9317"/>
                  </a:cubicBezTo>
                  <a:cubicBezTo>
                    <a:pt x="12506" y="9317"/>
                    <a:pt x="12656" y="9320"/>
                    <a:pt x="12807" y="9332"/>
                  </a:cubicBezTo>
                  <a:cubicBezTo>
                    <a:pt x="12891" y="9338"/>
                    <a:pt x="12973" y="9341"/>
                    <a:pt x="13055" y="9341"/>
                  </a:cubicBezTo>
                  <a:cubicBezTo>
                    <a:pt x="14059" y="9341"/>
                    <a:pt x="14908" y="8907"/>
                    <a:pt x="15691" y="8313"/>
                  </a:cubicBezTo>
                  <a:cubicBezTo>
                    <a:pt x="15863" y="8188"/>
                    <a:pt x="15910" y="8015"/>
                    <a:pt x="15942" y="7827"/>
                  </a:cubicBezTo>
                  <a:cubicBezTo>
                    <a:pt x="15989" y="7498"/>
                    <a:pt x="16051" y="7169"/>
                    <a:pt x="16130" y="6840"/>
                  </a:cubicBezTo>
                  <a:cubicBezTo>
                    <a:pt x="16161" y="6761"/>
                    <a:pt x="16302" y="6667"/>
                    <a:pt x="16381" y="6667"/>
                  </a:cubicBezTo>
                  <a:close/>
                  <a:moveTo>
                    <a:pt x="16414" y="15859"/>
                  </a:moveTo>
                  <a:cubicBezTo>
                    <a:pt x="16573" y="15859"/>
                    <a:pt x="16711" y="15919"/>
                    <a:pt x="16788" y="16072"/>
                  </a:cubicBezTo>
                  <a:cubicBezTo>
                    <a:pt x="16929" y="16370"/>
                    <a:pt x="17086" y="16667"/>
                    <a:pt x="17196" y="16981"/>
                  </a:cubicBezTo>
                  <a:cubicBezTo>
                    <a:pt x="17384" y="17483"/>
                    <a:pt x="17540" y="17984"/>
                    <a:pt x="17713" y="18470"/>
                  </a:cubicBezTo>
                  <a:cubicBezTo>
                    <a:pt x="17760" y="18611"/>
                    <a:pt x="17791" y="18768"/>
                    <a:pt x="17885" y="18878"/>
                  </a:cubicBezTo>
                  <a:cubicBezTo>
                    <a:pt x="18575" y="19630"/>
                    <a:pt x="18904" y="20617"/>
                    <a:pt x="19547" y="21401"/>
                  </a:cubicBezTo>
                  <a:cubicBezTo>
                    <a:pt x="19703" y="21605"/>
                    <a:pt x="19813" y="21856"/>
                    <a:pt x="19939" y="22091"/>
                  </a:cubicBezTo>
                  <a:cubicBezTo>
                    <a:pt x="20424" y="23047"/>
                    <a:pt x="20863" y="24034"/>
                    <a:pt x="21443" y="24959"/>
                  </a:cubicBezTo>
                  <a:cubicBezTo>
                    <a:pt x="21678" y="25335"/>
                    <a:pt x="21961" y="25743"/>
                    <a:pt x="21992" y="26182"/>
                  </a:cubicBezTo>
                  <a:cubicBezTo>
                    <a:pt x="22086" y="27295"/>
                    <a:pt x="22666" y="28188"/>
                    <a:pt x="23262" y="29019"/>
                  </a:cubicBezTo>
                  <a:cubicBezTo>
                    <a:pt x="24061" y="30147"/>
                    <a:pt x="24500" y="31401"/>
                    <a:pt x="24829" y="32718"/>
                  </a:cubicBezTo>
                  <a:cubicBezTo>
                    <a:pt x="24923" y="33078"/>
                    <a:pt x="24954" y="33455"/>
                    <a:pt x="24923" y="33831"/>
                  </a:cubicBezTo>
                  <a:cubicBezTo>
                    <a:pt x="24892" y="34834"/>
                    <a:pt x="24845" y="35853"/>
                    <a:pt x="24672" y="36840"/>
                  </a:cubicBezTo>
                  <a:cubicBezTo>
                    <a:pt x="24594" y="37358"/>
                    <a:pt x="24453" y="37890"/>
                    <a:pt x="24453" y="38408"/>
                  </a:cubicBezTo>
                  <a:cubicBezTo>
                    <a:pt x="24453" y="39709"/>
                    <a:pt x="23889" y="40790"/>
                    <a:pt x="23183" y="41825"/>
                  </a:cubicBezTo>
                  <a:cubicBezTo>
                    <a:pt x="22650" y="42608"/>
                    <a:pt x="21929" y="43173"/>
                    <a:pt x="21020" y="43533"/>
                  </a:cubicBezTo>
                  <a:cubicBezTo>
                    <a:pt x="20315" y="43815"/>
                    <a:pt x="19609" y="43925"/>
                    <a:pt x="18857" y="43988"/>
                  </a:cubicBezTo>
                  <a:cubicBezTo>
                    <a:pt x="17820" y="44086"/>
                    <a:pt x="16796" y="44196"/>
                    <a:pt x="15516" y="44196"/>
                  </a:cubicBezTo>
                  <a:cubicBezTo>
                    <a:pt x="15364" y="44196"/>
                    <a:pt x="15208" y="44195"/>
                    <a:pt x="15048" y="44192"/>
                  </a:cubicBezTo>
                  <a:cubicBezTo>
                    <a:pt x="14453" y="44129"/>
                    <a:pt x="13512" y="44176"/>
                    <a:pt x="12587" y="44050"/>
                  </a:cubicBezTo>
                  <a:cubicBezTo>
                    <a:pt x="11910" y="43950"/>
                    <a:pt x="11213" y="43900"/>
                    <a:pt x="10520" y="43900"/>
                  </a:cubicBezTo>
                  <a:cubicBezTo>
                    <a:pt x="10347" y="43900"/>
                    <a:pt x="10173" y="43903"/>
                    <a:pt x="10001" y="43909"/>
                  </a:cubicBezTo>
                  <a:cubicBezTo>
                    <a:pt x="9946" y="43911"/>
                    <a:pt x="9891" y="43912"/>
                    <a:pt x="9837" y="43912"/>
                  </a:cubicBezTo>
                  <a:cubicBezTo>
                    <a:pt x="8833" y="43912"/>
                    <a:pt x="7895" y="43647"/>
                    <a:pt x="6929" y="43424"/>
                  </a:cubicBezTo>
                  <a:cubicBezTo>
                    <a:pt x="6271" y="43282"/>
                    <a:pt x="5612" y="43141"/>
                    <a:pt x="5017" y="42828"/>
                  </a:cubicBezTo>
                  <a:cubicBezTo>
                    <a:pt x="4374" y="42499"/>
                    <a:pt x="3778" y="42138"/>
                    <a:pt x="3324" y="41558"/>
                  </a:cubicBezTo>
                  <a:cubicBezTo>
                    <a:pt x="3073" y="41229"/>
                    <a:pt x="2807" y="40916"/>
                    <a:pt x="2540" y="40602"/>
                  </a:cubicBezTo>
                  <a:cubicBezTo>
                    <a:pt x="1270" y="39019"/>
                    <a:pt x="659" y="37216"/>
                    <a:pt x="706" y="35194"/>
                  </a:cubicBezTo>
                  <a:cubicBezTo>
                    <a:pt x="769" y="32765"/>
                    <a:pt x="1317" y="30445"/>
                    <a:pt x="2352" y="28251"/>
                  </a:cubicBezTo>
                  <a:cubicBezTo>
                    <a:pt x="2430" y="28078"/>
                    <a:pt x="2509" y="27906"/>
                    <a:pt x="2618" y="27765"/>
                  </a:cubicBezTo>
                  <a:cubicBezTo>
                    <a:pt x="3528" y="26574"/>
                    <a:pt x="4170" y="25210"/>
                    <a:pt x="5017" y="23972"/>
                  </a:cubicBezTo>
                  <a:cubicBezTo>
                    <a:pt x="5142" y="23784"/>
                    <a:pt x="5236" y="23580"/>
                    <a:pt x="5346" y="23392"/>
                  </a:cubicBezTo>
                  <a:cubicBezTo>
                    <a:pt x="5894" y="22436"/>
                    <a:pt x="6474" y="21526"/>
                    <a:pt x="7164" y="20680"/>
                  </a:cubicBezTo>
                  <a:cubicBezTo>
                    <a:pt x="7728" y="19990"/>
                    <a:pt x="8199" y="19222"/>
                    <a:pt x="8700" y="18470"/>
                  </a:cubicBezTo>
                  <a:cubicBezTo>
                    <a:pt x="8825" y="18266"/>
                    <a:pt x="8888" y="18000"/>
                    <a:pt x="8967" y="17749"/>
                  </a:cubicBezTo>
                  <a:cubicBezTo>
                    <a:pt x="9045" y="17420"/>
                    <a:pt x="9076" y="17075"/>
                    <a:pt x="9186" y="16761"/>
                  </a:cubicBezTo>
                  <a:cubicBezTo>
                    <a:pt x="9296" y="16495"/>
                    <a:pt x="9264" y="16119"/>
                    <a:pt x="9578" y="16009"/>
                  </a:cubicBezTo>
                  <a:cubicBezTo>
                    <a:pt x="9620" y="15992"/>
                    <a:pt x="9661" y="15984"/>
                    <a:pt x="9701" y="15984"/>
                  </a:cubicBezTo>
                  <a:cubicBezTo>
                    <a:pt x="9911" y="15984"/>
                    <a:pt x="10088" y="16192"/>
                    <a:pt x="10299" y="16244"/>
                  </a:cubicBezTo>
                  <a:cubicBezTo>
                    <a:pt x="11210" y="16503"/>
                    <a:pt x="12117" y="16661"/>
                    <a:pt x="13017" y="16661"/>
                  </a:cubicBezTo>
                  <a:cubicBezTo>
                    <a:pt x="14020" y="16661"/>
                    <a:pt x="15013" y="16465"/>
                    <a:pt x="15989" y="15993"/>
                  </a:cubicBezTo>
                  <a:cubicBezTo>
                    <a:pt x="16098" y="15946"/>
                    <a:pt x="16192" y="15899"/>
                    <a:pt x="16302" y="15868"/>
                  </a:cubicBezTo>
                  <a:cubicBezTo>
                    <a:pt x="16340" y="15862"/>
                    <a:pt x="16377" y="15859"/>
                    <a:pt x="16414" y="15859"/>
                  </a:cubicBezTo>
                  <a:close/>
                  <a:moveTo>
                    <a:pt x="7453" y="44339"/>
                  </a:moveTo>
                  <a:cubicBezTo>
                    <a:pt x="7524" y="44339"/>
                    <a:pt x="7596" y="44349"/>
                    <a:pt x="7666" y="44364"/>
                  </a:cubicBezTo>
                  <a:cubicBezTo>
                    <a:pt x="9923" y="44787"/>
                    <a:pt x="12211" y="44756"/>
                    <a:pt x="14484" y="44928"/>
                  </a:cubicBezTo>
                  <a:cubicBezTo>
                    <a:pt x="14990" y="44966"/>
                    <a:pt x="15497" y="44988"/>
                    <a:pt x="16004" y="44988"/>
                  </a:cubicBezTo>
                  <a:cubicBezTo>
                    <a:pt x="17178" y="44988"/>
                    <a:pt x="18350" y="44870"/>
                    <a:pt x="19500" y="44552"/>
                  </a:cubicBezTo>
                  <a:cubicBezTo>
                    <a:pt x="19548" y="44541"/>
                    <a:pt x="19601" y="44532"/>
                    <a:pt x="19651" y="44532"/>
                  </a:cubicBezTo>
                  <a:cubicBezTo>
                    <a:pt x="19747" y="44532"/>
                    <a:pt x="19835" y="44565"/>
                    <a:pt x="19876" y="44677"/>
                  </a:cubicBezTo>
                  <a:cubicBezTo>
                    <a:pt x="19907" y="44771"/>
                    <a:pt x="19907" y="44897"/>
                    <a:pt x="19860" y="44991"/>
                  </a:cubicBezTo>
                  <a:cubicBezTo>
                    <a:pt x="19562" y="45743"/>
                    <a:pt x="18904" y="46010"/>
                    <a:pt x="18199" y="46182"/>
                  </a:cubicBezTo>
                  <a:cubicBezTo>
                    <a:pt x="17211" y="46402"/>
                    <a:pt x="16192" y="46417"/>
                    <a:pt x="15189" y="46449"/>
                  </a:cubicBezTo>
                  <a:cubicBezTo>
                    <a:pt x="12979" y="46308"/>
                    <a:pt x="10769" y="46308"/>
                    <a:pt x="8590" y="45931"/>
                  </a:cubicBezTo>
                  <a:cubicBezTo>
                    <a:pt x="8340" y="45884"/>
                    <a:pt x="8073" y="45822"/>
                    <a:pt x="7822" y="45743"/>
                  </a:cubicBezTo>
                  <a:cubicBezTo>
                    <a:pt x="7525" y="45649"/>
                    <a:pt x="7289" y="45461"/>
                    <a:pt x="7164" y="45179"/>
                  </a:cubicBezTo>
                  <a:cubicBezTo>
                    <a:pt x="7054" y="44975"/>
                    <a:pt x="6945" y="44756"/>
                    <a:pt x="7070" y="44536"/>
                  </a:cubicBezTo>
                  <a:cubicBezTo>
                    <a:pt x="7156" y="44386"/>
                    <a:pt x="7300" y="44339"/>
                    <a:pt x="7453" y="44339"/>
                  </a:cubicBezTo>
                  <a:close/>
                  <a:moveTo>
                    <a:pt x="14209" y="1"/>
                  </a:moveTo>
                  <a:cubicBezTo>
                    <a:pt x="14155" y="1"/>
                    <a:pt x="14100" y="2"/>
                    <a:pt x="14045" y="6"/>
                  </a:cubicBezTo>
                  <a:cubicBezTo>
                    <a:pt x="12587" y="100"/>
                    <a:pt x="11114" y="21"/>
                    <a:pt x="9735" y="617"/>
                  </a:cubicBezTo>
                  <a:cubicBezTo>
                    <a:pt x="9123" y="883"/>
                    <a:pt x="9061" y="899"/>
                    <a:pt x="9029" y="1573"/>
                  </a:cubicBezTo>
                  <a:cubicBezTo>
                    <a:pt x="9029" y="2169"/>
                    <a:pt x="8982" y="2231"/>
                    <a:pt x="8465" y="2357"/>
                  </a:cubicBezTo>
                  <a:cubicBezTo>
                    <a:pt x="8293" y="2404"/>
                    <a:pt x="8089" y="2404"/>
                    <a:pt x="7916" y="2451"/>
                  </a:cubicBezTo>
                  <a:cubicBezTo>
                    <a:pt x="7603" y="2545"/>
                    <a:pt x="7509" y="2702"/>
                    <a:pt x="7525" y="3031"/>
                  </a:cubicBezTo>
                  <a:cubicBezTo>
                    <a:pt x="7572" y="3501"/>
                    <a:pt x="7838" y="3862"/>
                    <a:pt x="8026" y="4253"/>
                  </a:cubicBezTo>
                  <a:cubicBezTo>
                    <a:pt x="8261" y="4755"/>
                    <a:pt x="8151" y="5084"/>
                    <a:pt x="7650" y="5241"/>
                  </a:cubicBezTo>
                  <a:cubicBezTo>
                    <a:pt x="6678" y="5539"/>
                    <a:pt x="5832" y="6103"/>
                    <a:pt x="4876" y="6463"/>
                  </a:cubicBezTo>
                  <a:cubicBezTo>
                    <a:pt x="4390" y="6652"/>
                    <a:pt x="3998" y="6965"/>
                    <a:pt x="3622" y="7357"/>
                  </a:cubicBezTo>
                  <a:cubicBezTo>
                    <a:pt x="2932" y="8078"/>
                    <a:pt x="2462" y="8940"/>
                    <a:pt x="2054" y="9802"/>
                  </a:cubicBezTo>
                  <a:cubicBezTo>
                    <a:pt x="1521" y="10962"/>
                    <a:pt x="1521" y="12138"/>
                    <a:pt x="2477" y="13156"/>
                  </a:cubicBezTo>
                  <a:cubicBezTo>
                    <a:pt x="2697" y="13392"/>
                    <a:pt x="2901" y="13674"/>
                    <a:pt x="3057" y="13971"/>
                  </a:cubicBezTo>
                  <a:cubicBezTo>
                    <a:pt x="3292" y="14426"/>
                    <a:pt x="3653" y="14724"/>
                    <a:pt x="4108" y="14943"/>
                  </a:cubicBezTo>
                  <a:cubicBezTo>
                    <a:pt x="4311" y="15037"/>
                    <a:pt x="4515" y="15131"/>
                    <a:pt x="4703" y="15272"/>
                  </a:cubicBezTo>
                  <a:cubicBezTo>
                    <a:pt x="5311" y="15708"/>
                    <a:pt x="5974" y="15922"/>
                    <a:pt x="6712" y="15922"/>
                  </a:cubicBezTo>
                  <a:cubicBezTo>
                    <a:pt x="6849" y="15922"/>
                    <a:pt x="6990" y="15914"/>
                    <a:pt x="7133" y="15899"/>
                  </a:cubicBezTo>
                  <a:cubicBezTo>
                    <a:pt x="7231" y="15892"/>
                    <a:pt x="7329" y="15889"/>
                    <a:pt x="7427" y="15889"/>
                  </a:cubicBezTo>
                  <a:cubicBezTo>
                    <a:pt x="7736" y="15889"/>
                    <a:pt x="8046" y="15919"/>
                    <a:pt x="8355" y="15931"/>
                  </a:cubicBezTo>
                  <a:cubicBezTo>
                    <a:pt x="8528" y="15946"/>
                    <a:pt x="8653" y="16056"/>
                    <a:pt x="8669" y="16213"/>
                  </a:cubicBezTo>
                  <a:cubicBezTo>
                    <a:pt x="8747" y="16809"/>
                    <a:pt x="8778" y="17404"/>
                    <a:pt x="8387" y="17921"/>
                  </a:cubicBezTo>
                  <a:cubicBezTo>
                    <a:pt x="7901" y="18580"/>
                    <a:pt x="7368" y="19222"/>
                    <a:pt x="7039" y="19975"/>
                  </a:cubicBezTo>
                  <a:cubicBezTo>
                    <a:pt x="6960" y="20147"/>
                    <a:pt x="6819" y="20288"/>
                    <a:pt x="6694" y="20429"/>
                  </a:cubicBezTo>
                  <a:cubicBezTo>
                    <a:pt x="6067" y="21166"/>
                    <a:pt x="5518" y="21981"/>
                    <a:pt x="5017" y="22812"/>
                  </a:cubicBezTo>
                  <a:cubicBezTo>
                    <a:pt x="4233" y="24081"/>
                    <a:pt x="3481" y="25382"/>
                    <a:pt x="2665" y="26621"/>
                  </a:cubicBezTo>
                  <a:cubicBezTo>
                    <a:pt x="1270" y="28768"/>
                    <a:pt x="487" y="31135"/>
                    <a:pt x="142" y="33643"/>
                  </a:cubicBezTo>
                  <a:cubicBezTo>
                    <a:pt x="1" y="34630"/>
                    <a:pt x="32" y="35665"/>
                    <a:pt x="173" y="36652"/>
                  </a:cubicBezTo>
                  <a:cubicBezTo>
                    <a:pt x="314" y="37765"/>
                    <a:pt x="596" y="38862"/>
                    <a:pt x="1270" y="39818"/>
                  </a:cubicBezTo>
                  <a:cubicBezTo>
                    <a:pt x="1584" y="40273"/>
                    <a:pt x="1882" y="40759"/>
                    <a:pt x="2242" y="41182"/>
                  </a:cubicBezTo>
                  <a:cubicBezTo>
                    <a:pt x="3073" y="42201"/>
                    <a:pt x="3919" y="43220"/>
                    <a:pt x="5220" y="43643"/>
                  </a:cubicBezTo>
                  <a:cubicBezTo>
                    <a:pt x="5816" y="43831"/>
                    <a:pt x="6177" y="44176"/>
                    <a:pt x="6333" y="44771"/>
                  </a:cubicBezTo>
                  <a:cubicBezTo>
                    <a:pt x="6396" y="44991"/>
                    <a:pt x="6474" y="45195"/>
                    <a:pt x="6506" y="45414"/>
                  </a:cubicBezTo>
                  <a:cubicBezTo>
                    <a:pt x="6568" y="45931"/>
                    <a:pt x="6898" y="46214"/>
                    <a:pt x="7336" y="46370"/>
                  </a:cubicBezTo>
                  <a:cubicBezTo>
                    <a:pt x="7650" y="46496"/>
                    <a:pt x="7979" y="46574"/>
                    <a:pt x="8324" y="46621"/>
                  </a:cubicBezTo>
                  <a:cubicBezTo>
                    <a:pt x="9014" y="46715"/>
                    <a:pt x="9735" y="46778"/>
                    <a:pt x="10440" y="46888"/>
                  </a:cubicBezTo>
                  <a:cubicBezTo>
                    <a:pt x="11216" y="46997"/>
                    <a:pt x="11997" y="47016"/>
                    <a:pt x="12780" y="47016"/>
                  </a:cubicBezTo>
                  <a:cubicBezTo>
                    <a:pt x="13202" y="47016"/>
                    <a:pt x="13625" y="47011"/>
                    <a:pt x="14047" y="47011"/>
                  </a:cubicBezTo>
                  <a:cubicBezTo>
                    <a:pt x="14188" y="47011"/>
                    <a:pt x="14328" y="47011"/>
                    <a:pt x="14468" y="47013"/>
                  </a:cubicBezTo>
                  <a:cubicBezTo>
                    <a:pt x="14991" y="47013"/>
                    <a:pt x="15513" y="46992"/>
                    <a:pt x="16036" y="46992"/>
                  </a:cubicBezTo>
                  <a:cubicBezTo>
                    <a:pt x="16297" y="46992"/>
                    <a:pt x="16558" y="46997"/>
                    <a:pt x="16819" y="47013"/>
                  </a:cubicBezTo>
                  <a:cubicBezTo>
                    <a:pt x="16904" y="47018"/>
                    <a:pt x="16988" y="47021"/>
                    <a:pt x="17071" y="47021"/>
                  </a:cubicBezTo>
                  <a:cubicBezTo>
                    <a:pt x="17944" y="47021"/>
                    <a:pt x="18745" y="46734"/>
                    <a:pt x="19547" y="46433"/>
                  </a:cubicBezTo>
                  <a:cubicBezTo>
                    <a:pt x="20033" y="46245"/>
                    <a:pt x="20330" y="45900"/>
                    <a:pt x="20377" y="45336"/>
                  </a:cubicBezTo>
                  <a:cubicBezTo>
                    <a:pt x="20393" y="45116"/>
                    <a:pt x="20409" y="44897"/>
                    <a:pt x="20472" y="44677"/>
                  </a:cubicBezTo>
                  <a:cubicBezTo>
                    <a:pt x="20578" y="44295"/>
                    <a:pt x="20805" y="44003"/>
                    <a:pt x="21222" y="44003"/>
                  </a:cubicBezTo>
                  <a:cubicBezTo>
                    <a:pt x="21233" y="44003"/>
                    <a:pt x="21244" y="44003"/>
                    <a:pt x="21255" y="44003"/>
                  </a:cubicBezTo>
                  <a:cubicBezTo>
                    <a:pt x="21269" y="44004"/>
                    <a:pt x="21283" y="44004"/>
                    <a:pt x="21297" y="44004"/>
                  </a:cubicBezTo>
                  <a:cubicBezTo>
                    <a:pt x="21808" y="44004"/>
                    <a:pt x="22175" y="43729"/>
                    <a:pt x="22556" y="43424"/>
                  </a:cubicBezTo>
                  <a:cubicBezTo>
                    <a:pt x="23810" y="42389"/>
                    <a:pt x="24515" y="40994"/>
                    <a:pt x="25001" y="39489"/>
                  </a:cubicBezTo>
                  <a:cubicBezTo>
                    <a:pt x="25033" y="39380"/>
                    <a:pt x="25064" y="39270"/>
                    <a:pt x="25064" y="39160"/>
                  </a:cubicBezTo>
                  <a:cubicBezTo>
                    <a:pt x="25142" y="37436"/>
                    <a:pt x="25362" y="35727"/>
                    <a:pt x="25534" y="34019"/>
                  </a:cubicBezTo>
                  <a:cubicBezTo>
                    <a:pt x="25581" y="33580"/>
                    <a:pt x="25534" y="33110"/>
                    <a:pt x="25456" y="32671"/>
                  </a:cubicBezTo>
                  <a:cubicBezTo>
                    <a:pt x="25252" y="31276"/>
                    <a:pt x="24657" y="30038"/>
                    <a:pt x="23904" y="28862"/>
                  </a:cubicBezTo>
                  <a:cubicBezTo>
                    <a:pt x="23434" y="28141"/>
                    <a:pt x="22917" y="27451"/>
                    <a:pt x="22697" y="26589"/>
                  </a:cubicBezTo>
                  <a:cubicBezTo>
                    <a:pt x="22446" y="25649"/>
                    <a:pt x="22055" y="24771"/>
                    <a:pt x="21584" y="23909"/>
                  </a:cubicBezTo>
                  <a:cubicBezTo>
                    <a:pt x="20644" y="22122"/>
                    <a:pt x="19703" y="20335"/>
                    <a:pt x="18669" y="18611"/>
                  </a:cubicBezTo>
                  <a:cubicBezTo>
                    <a:pt x="18559" y="18454"/>
                    <a:pt x="18481" y="18251"/>
                    <a:pt x="18340" y="18172"/>
                  </a:cubicBezTo>
                  <a:cubicBezTo>
                    <a:pt x="17979" y="18000"/>
                    <a:pt x="17932" y="17655"/>
                    <a:pt x="17823" y="17341"/>
                  </a:cubicBezTo>
                  <a:cubicBezTo>
                    <a:pt x="17713" y="17028"/>
                    <a:pt x="17634" y="16699"/>
                    <a:pt x="17509" y="16385"/>
                  </a:cubicBezTo>
                  <a:cubicBezTo>
                    <a:pt x="17149" y="15351"/>
                    <a:pt x="17007" y="14285"/>
                    <a:pt x="17070" y="13188"/>
                  </a:cubicBezTo>
                  <a:cubicBezTo>
                    <a:pt x="17102" y="12623"/>
                    <a:pt x="17102" y="12059"/>
                    <a:pt x="17086" y="11495"/>
                  </a:cubicBezTo>
                  <a:cubicBezTo>
                    <a:pt x="17054" y="10382"/>
                    <a:pt x="16992" y="9253"/>
                    <a:pt x="17164" y="8141"/>
                  </a:cubicBezTo>
                  <a:cubicBezTo>
                    <a:pt x="17243" y="7623"/>
                    <a:pt x="17384" y="7090"/>
                    <a:pt x="17368" y="6589"/>
                  </a:cubicBezTo>
                  <a:cubicBezTo>
                    <a:pt x="17352" y="6009"/>
                    <a:pt x="17603" y="5680"/>
                    <a:pt x="18011" y="5382"/>
                  </a:cubicBezTo>
                  <a:cubicBezTo>
                    <a:pt x="18747" y="4865"/>
                    <a:pt x="19312" y="4144"/>
                    <a:pt x="20095" y="3689"/>
                  </a:cubicBezTo>
                  <a:cubicBezTo>
                    <a:pt x="20158" y="3642"/>
                    <a:pt x="20205" y="3579"/>
                    <a:pt x="20252" y="3532"/>
                  </a:cubicBezTo>
                  <a:cubicBezTo>
                    <a:pt x="20487" y="3250"/>
                    <a:pt x="20330" y="2733"/>
                    <a:pt x="19986" y="2733"/>
                  </a:cubicBezTo>
                  <a:cubicBezTo>
                    <a:pt x="19108" y="2717"/>
                    <a:pt x="18340" y="2278"/>
                    <a:pt x="17493" y="2153"/>
                  </a:cubicBezTo>
                  <a:cubicBezTo>
                    <a:pt x="17102" y="2106"/>
                    <a:pt x="16866" y="1965"/>
                    <a:pt x="16866" y="1526"/>
                  </a:cubicBezTo>
                  <a:cubicBezTo>
                    <a:pt x="16866" y="1119"/>
                    <a:pt x="16647" y="821"/>
                    <a:pt x="16286" y="633"/>
                  </a:cubicBezTo>
                  <a:cubicBezTo>
                    <a:pt x="15631" y="283"/>
                    <a:pt x="14934" y="1"/>
                    <a:pt x="142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473;p18">
              <a:extLst>
                <a:ext uri="{FF2B5EF4-FFF2-40B4-BE49-F238E27FC236}">
                  <a16:creationId xmlns:a16="http://schemas.microsoft.com/office/drawing/2014/main" id="{0B47D1C8-121B-B6C4-7D7C-C0458F19A7BB}"/>
                </a:ext>
              </a:extLst>
            </p:cNvPr>
            <p:cNvSpPr/>
            <p:nvPr/>
          </p:nvSpPr>
          <p:spPr>
            <a:xfrm>
              <a:off x="10436125" y="1567225"/>
              <a:ext cx="457325" cy="57275"/>
            </a:xfrm>
            <a:custGeom>
              <a:avLst/>
              <a:gdLst/>
              <a:ahLst/>
              <a:cxnLst/>
              <a:rect l="l" t="t" r="r" b="b"/>
              <a:pathLst>
                <a:path w="18293" h="2291" extrusionOk="0">
                  <a:moveTo>
                    <a:pt x="11805" y="1"/>
                  </a:moveTo>
                  <a:cubicBezTo>
                    <a:pt x="11102" y="1"/>
                    <a:pt x="10401" y="21"/>
                    <a:pt x="9703" y="72"/>
                  </a:cubicBezTo>
                  <a:cubicBezTo>
                    <a:pt x="7978" y="213"/>
                    <a:pt x="6270" y="401"/>
                    <a:pt x="4546" y="417"/>
                  </a:cubicBezTo>
                  <a:cubicBezTo>
                    <a:pt x="4295" y="417"/>
                    <a:pt x="4028" y="432"/>
                    <a:pt x="3762" y="448"/>
                  </a:cubicBezTo>
                  <a:cubicBezTo>
                    <a:pt x="3668" y="464"/>
                    <a:pt x="3527" y="479"/>
                    <a:pt x="3558" y="652"/>
                  </a:cubicBezTo>
                  <a:cubicBezTo>
                    <a:pt x="3590" y="761"/>
                    <a:pt x="3699" y="808"/>
                    <a:pt x="3809" y="808"/>
                  </a:cubicBezTo>
                  <a:cubicBezTo>
                    <a:pt x="4185" y="840"/>
                    <a:pt x="4561" y="887"/>
                    <a:pt x="4938" y="887"/>
                  </a:cubicBezTo>
                  <a:cubicBezTo>
                    <a:pt x="6097" y="871"/>
                    <a:pt x="7257" y="840"/>
                    <a:pt x="8417" y="808"/>
                  </a:cubicBezTo>
                  <a:cubicBezTo>
                    <a:pt x="8558" y="808"/>
                    <a:pt x="8715" y="793"/>
                    <a:pt x="8856" y="761"/>
                  </a:cubicBezTo>
                  <a:cubicBezTo>
                    <a:pt x="10036" y="539"/>
                    <a:pt x="11219" y="456"/>
                    <a:pt x="12405" y="456"/>
                  </a:cubicBezTo>
                  <a:cubicBezTo>
                    <a:pt x="13645" y="456"/>
                    <a:pt x="14887" y="547"/>
                    <a:pt x="16129" y="667"/>
                  </a:cubicBezTo>
                  <a:cubicBezTo>
                    <a:pt x="16239" y="667"/>
                    <a:pt x="16348" y="699"/>
                    <a:pt x="16443" y="746"/>
                  </a:cubicBezTo>
                  <a:cubicBezTo>
                    <a:pt x="16505" y="777"/>
                    <a:pt x="16552" y="856"/>
                    <a:pt x="16568" y="918"/>
                  </a:cubicBezTo>
                  <a:cubicBezTo>
                    <a:pt x="16568" y="965"/>
                    <a:pt x="16521" y="1075"/>
                    <a:pt x="16474" y="1091"/>
                  </a:cubicBezTo>
                  <a:cubicBezTo>
                    <a:pt x="16035" y="1185"/>
                    <a:pt x="15596" y="1279"/>
                    <a:pt x="15157" y="1341"/>
                  </a:cubicBezTo>
                  <a:cubicBezTo>
                    <a:pt x="13010" y="1671"/>
                    <a:pt x="10847" y="1796"/>
                    <a:pt x="8245" y="1812"/>
                  </a:cubicBezTo>
                  <a:cubicBezTo>
                    <a:pt x="7910" y="1857"/>
                    <a:pt x="7562" y="1876"/>
                    <a:pt x="7204" y="1876"/>
                  </a:cubicBezTo>
                  <a:cubicBezTo>
                    <a:pt x="5655" y="1876"/>
                    <a:pt x="3912" y="1528"/>
                    <a:pt x="2142" y="1528"/>
                  </a:cubicBezTo>
                  <a:cubicBezTo>
                    <a:pt x="2081" y="1528"/>
                    <a:pt x="2020" y="1529"/>
                    <a:pt x="1959" y="1530"/>
                  </a:cubicBezTo>
                  <a:cubicBezTo>
                    <a:pt x="1881" y="1530"/>
                    <a:pt x="1803" y="1498"/>
                    <a:pt x="1740" y="1482"/>
                  </a:cubicBezTo>
                  <a:cubicBezTo>
                    <a:pt x="1474" y="1435"/>
                    <a:pt x="1427" y="1341"/>
                    <a:pt x="1521" y="1028"/>
                  </a:cubicBezTo>
                  <a:cubicBezTo>
                    <a:pt x="1605" y="690"/>
                    <a:pt x="1500" y="504"/>
                    <a:pt x="1204" y="504"/>
                  </a:cubicBezTo>
                  <a:cubicBezTo>
                    <a:pt x="1171" y="504"/>
                    <a:pt x="1135" y="506"/>
                    <a:pt x="1097" y="511"/>
                  </a:cubicBezTo>
                  <a:cubicBezTo>
                    <a:pt x="800" y="542"/>
                    <a:pt x="517" y="652"/>
                    <a:pt x="267" y="824"/>
                  </a:cubicBezTo>
                  <a:cubicBezTo>
                    <a:pt x="110" y="934"/>
                    <a:pt x="0" y="1075"/>
                    <a:pt x="16" y="1294"/>
                  </a:cubicBezTo>
                  <a:cubicBezTo>
                    <a:pt x="32" y="1545"/>
                    <a:pt x="188" y="1702"/>
                    <a:pt x="423" y="1765"/>
                  </a:cubicBezTo>
                  <a:cubicBezTo>
                    <a:pt x="911" y="1883"/>
                    <a:pt x="1385" y="2001"/>
                    <a:pt x="1884" y="2001"/>
                  </a:cubicBezTo>
                  <a:cubicBezTo>
                    <a:pt x="1914" y="2001"/>
                    <a:pt x="1945" y="2001"/>
                    <a:pt x="1975" y="2000"/>
                  </a:cubicBezTo>
                  <a:cubicBezTo>
                    <a:pt x="2246" y="1995"/>
                    <a:pt x="2518" y="1990"/>
                    <a:pt x="2789" y="1990"/>
                  </a:cubicBezTo>
                  <a:cubicBezTo>
                    <a:pt x="3488" y="1990"/>
                    <a:pt x="4186" y="2027"/>
                    <a:pt x="4875" y="2219"/>
                  </a:cubicBezTo>
                  <a:cubicBezTo>
                    <a:pt x="5048" y="2273"/>
                    <a:pt x="5229" y="2290"/>
                    <a:pt x="5412" y="2290"/>
                  </a:cubicBezTo>
                  <a:cubicBezTo>
                    <a:pt x="5494" y="2290"/>
                    <a:pt x="5576" y="2287"/>
                    <a:pt x="5659" y="2282"/>
                  </a:cubicBezTo>
                  <a:cubicBezTo>
                    <a:pt x="6009" y="2260"/>
                    <a:pt x="6359" y="2253"/>
                    <a:pt x="6709" y="2253"/>
                  </a:cubicBezTo>
                  <a:cubicBezTo>
                    <a:pt x="7245" y="2253"/>
                    <a:pt x="7782" y="2269"/>
                    <a:pt x="8323" y="2269"/>
                  </a:cubicBezTo>
                  <a:cubicBezTo>
                    <a:pt x="8443" y="2269"/>
                    <a:pt x="8563" y="2268"/>
                    <a:pt x="8684" y="2266"/>
                  </a:cubicBezTo>
                  <a:cubicBezTo>
                    <a:pt x="11725" y="2219"/>
                    <a:pt x="14734" y="1937"/>
                    <a:pt x="17712" y="1357"/>
                  </a:cubicBezTo>
                  <a:cubicBezTo>
                    <a:pt x="17853" y="1341"/>
                    <a:pt x="18010" y="1294"/>
                    <a:pt x="18135" y="1216"/>
                  </a:cubicBezTo>
                  <a:cubicBezTo>
                    <a:pt x="18214" y="1169"/>
                    <a:pt x="18292" y="1044"/>
                    <a:pt x="18292" y="950"/>
                  </a:cubicBezTo>
                  <a:cubicBezTo>
                    <a:pt x="18292" y="871"/>
                    <a:pt x="18214" y="714"/>
                    <a:pt x="18135" y="683"/>
                  </a:cubicBezTo>
                  <a:cubicBezTo>
                    <a:pt x="17446" y="484"/>
                    <a:pt x="16786" y="150"/>
                    <a:pt x="16024" y="150"/>
                  </a:cubicBezTo>
                  <a:cubicBezTo>
                    <a:pt x="16007" y="150"/>
                    <a:pt x="15990" y="150"/>
                    <a:pt x="15972" y="150"/>
                  </a:cubicBezTo>
                  <a:cubicBezTo>
                    <a:pt x="15913" y="152"/>
                    <a:pt x="15853" y="153"/>
                    <a:pt x="15794" y="153"/>
                  </a:cubicBezTo>
                  <a:cubicBezTo>
                    <a:pt x="15302" y="153"/>
                    <a:pt x="14798" y="100"/>
                    <a:pt x="14295" y="72"/>
                  </a:cubicBezTo>
                  <a:cubicBezTo>
                    <a:pt x="13464" y="29"/>
                    <a:pt x="12634" y="1"/>
                    <a:pt x="118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474;p18">
              <a:extLst>
                <a:ext uri="{FF2B5EF4-FFF2-40B4-BE49-F238E27FC236}">
                  <a16:creationId xmlns:a16="http://schemas.microsoft.com/office/drawing/2014/main" id="{44B39049-F7F4-4BC4-DB91-1D67697EE2F1}"/>
                </a:ext>
              </a:extLst>
            </p:cNvPr>
            <p:cNvSpPr/>
            <p:nvPr/>
          </p:nvSpPr>
          <p:spPr>
            <a:xfrm>
              <a:off x="10400075" y="1687600"/>
              <a:ext cx="48625" cy="229825"/>
            </a:xfrm>
            <a:custGeom>
              <a:avLst/>
              <a:gdLst/>
              <a:ahLst/>
              <a:cxnLst/>
              <a:rect l="l" t="t" r="r" b="b"/>
              <a:pathLst>
                <a:path w="1945" h="9193" extrusionOk="0">
                  <a:moveTo>
                    <a:pt x="1260" y="0"/>
                  </a:moveTo>
                  <a:cubicBezTo>
                    <a:pt x="1209" y="0"/>
                    <a:pt x="1154" y="27"/>
                    <a:pt x="1129" y="84"/>
                  </a:cubicBezTo>
                  <a:cubicBezTo>
                    <a:pt x="0" y="2922"/>
                    <a:pt x="94" y="6495"/>
                    <a:pt x="1724" y="9144"/>
                  </a:cubicBezTo>
                  <a:cubicBezTo>
                    <a:pt x="1749" y="9178"/>
                    <a:pt x="1780" y="9193"/>
                    <a:pt x="1811" y="9193"/>
                  </a:cubicBezTo>
                  <a:cubicBezTo>
                    <a:pt x="1880" y="9193"/>
                    <a:pt x="1945" y="9121"/>
                    <a:pt x="1912" y="9035"/>
                  </a:cubicBezTo>
                  <a:cubicBezTo>
                    <a:pt x="658" y="6135"/>
                    <a:pt x="345" y="3172"/>
                    <a:pt x="1364" y="147"/>
                  </a:cubicBezTo>
                  <a:cubicBezTo>
                    <a:pt x="1401" y="55"/>
                    <a:pt x="1334" y="0"/>
                    <a:pt x="12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475;p18">
              <a:extLst>
                <a:ext uri="{FF2B5EF4-FFF2-40B4-BE49-F238E27FC236}">
                  <a16:creationId xmlns:a16="http://schemas.microsoft.com/office/drawing/2014/main" id="{C56E8070-A419-8C3C-20A7-A257BA0CF77C}"/>
                </a:ext>
              </a:extLst>
            </p:cNvPr>
            <p:cNvSpPr/>
            <p:nvPr/>
          </p:nvSpPr>
          <p:spPr>
            <a:xfrm>
              <a:off x="10497700" y="1436825"/>
              <a:ext cx="52350" cy="88650"/>
            </a:xfrm>
            <a:custGeom>
              <a:avLst/>
              <a:gdLst/>
              <a:ahLst/>
              <a:cxnLst/>
              <a:rect l="l" t="t" r="r" b="b"/>
              <a:pathLst>
                <a:path w="2094" h="3546" extrusionOk="0">
                  <a:moveTo>
                    <a:pt x="1929" y="1"/>
                  </a:moveTo>
                  <a:cubicBezTo>
                    <a:pt x="1890" y="1"/>
                    <a:pt x="1852" y="17"/>
                    <a:pt x="1832" y="53"/>
                  </a:cubicBezTo>
                  <a:cubicBezTo>
                    <a:pt x="1111" y="1071"/>
                    <a:pt x="594" y="2278"/>
                    <a:pt x="45" y="3376"/>
                  </a:cubicBezTo>
                  <a:cubicBezTo>
                    <a:pt x="0" y="3465"/>
                    <a:pt x="83" y="3546"/>
                    <a:pt x="157" y="3546"/>
                  </a:cubicBezTo>
                  <a:cubicBezTo>
                    <a:pt x="186" y="3546"/>
                    <a:pt x="215" y="3533"/>
                    <a:pt x="233" y="3501"/>
                  </a:cubicBezTo>
                  <a:cubicBezTo>
                    <a:pt x="876" y="2419"/>
                    <a:pt x="1597" y="1322"/>
                    <a:pt x="2051" y="162"/>
                  </a:cubicBezTo>
                  <a:cubicBezTo>
                    <a:pt x="2094" y="67"/>
                    <a:pt x="2008" y="1"/>
                    <a:pt x="19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476;p18">
              <a:extLst>
                <a:ext uri="{FF2B5EF4-FFF2-40B4-BE49-F238E27FC236}">
                  <a16:creationId xmlns:a16="http://schemas.microsoft.com/office/drawing/2014/main" id="{1764DAC5-92B6-AFDF-D286-1857C82CB18D}"/>
                </a:ext>
              </a:extLst>
            </p:cNvPr>
            <p:cNvSpPr/>
            <p:nvPr/>
          </p:nvSpPr>
          <p:spPr>
            <a:xfrm>
              <a:off x="10722175" y="1182525"/>
              <a:ext cx="9825" cy="57750"/>
            </a:xfrm>
            <a:custGeom>
              <a:avLst/>
              <a:gdLst/>
              <a:ahLst/>
              <a:cxnLst/>
              <a:rect l="l" t="t" r="r" b="b"/>
              <a:pathLst>
                <a:path w="393" h="2310" extrusionOk="0">
                  <a:moveTo>
                    <a:pt x="159" y="1"/>
                  </a:moveTo>
                  <a:cubicBezTo>
                    <a:pt x="118" y="1"/>
                    <a:pt x="79" y="28"/>
                    <a:pt x="79" y="83"/>
                  </a:cubicBezTo>
                  <a:cubicBezTo>
                    <a:pt x="63" y="804"/>
                    <a:pt x="0" y="1557"/>
                    <a:pt x="141" y="2262"/>
                  </a:cubicBezTo>
                  <a:cubicBezTo>
                    <a:pt x="149" y="2293"/>
                    <a:pt x="181" y="2309"/>
                    <a:pt x="212" y="2309"/>
                  </a:cubicBezTo>
                  <a:cubicBezTo>
                    <a:pt x="243" y="2309"/>
                    <a:pt x="275" y="2293"/>
                    <a:pt x="283" y="2262"/>
                  </a:cubicBezTo>
                  <a:cubicBezTo>
                    <a:pt x="392" y="1541"/>
                    <a:pt x="283" y="804"/>
                    <a:pt x="251" y="83"/>
                  </a:cubicBezTo>
                  <a:cubicBezTo>
                    <a:pt x="243" y="28"/>
                    <a:pt x="200" y="1"/>
                    <a:pt x="1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477;p18">
              <a:extLst>
                <a:ext uri="{FF2B5EF4-FFF2-40B4-BE49-F238E27FC236}">
                  <a16:creationId xmlns:a16="http://schemas.microsoft.com/office/drawing/2014/main" id="{978BB750-D923-D71D-F9FB-310300B02C6F}"/>
                </a:ext>
              </a:extLst>
            </p:cNvPr>
            <p:cNvSpPr/>
            <p:nvPr/>
          </p:nvSpPr>
          <p:spPr>
            <a:xfrm>
              <a:off x="10442200" y="1087325"/>
              <a:ext cx="54675" cy="44550"/>
            </a:xfrm>
            <a:custGeom>
              <a:avLst/>
              <a:gdLst/>
              <a:ahLst/>
              <a:cxnLst/>
              <a:rect l="l" t="t" r="r" b="b"/>
              <a:pathLst>
                <a:path w="2187" h="1782" extrusionOk="0">
                  <a:moveTo>
                    <a:pt x="1994" y="0"/>
                  </a:moveTo>
                  <a:cubicBezTo>
                    <a:pt x="1964" y="0"/>
                    <a:pt x="1933" y="11"/>
                    <a:pt x="1905" y="35"/>
                  </a:cubicBezTo>
                  <a:cubicBezTo>
                    <a:pt x="1278" y="521"/>
                    <a:pt x="541" y="992"/>
                    <a:pt x="55" y="1619"/>
                  </a:cubicBezTo>
                  <a:cubicBezTo>
                    <a:pt x="1" y="1700"/>
                    <a:pt x="87" y="1781"/>
                    <a:pt x="173" y="1781"/>
                  </a:cubicBezTo>
                  <a:cubicBezTo>
                    <a:pt x="186" y="1781"/>
                    <a:pt x="199" y="1779"/>
                    <a:pt x="212" y="1775"/>
                  </a:cubicBezTo>
                  <a:cubicBezTo>
                    <a:pt x="901" y="1415"/>
                    <a:pt x="1497" y="741"/>
                    <a:pt x="2077" y="223"/>
                  </a:cubicBezTo>
                  <a:cubicBezTo>
                    <a:pt x="2186" y="126"/>
                    <a:pt x="2098" y="0"/>
                    <a:pt x="19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478;p18">
              <a:extLst>
                <a:ext uri="{FF2B5EF4-FFF2-40B4-BE49-F238E27FC236}">
                  <a16:creationId xmlns:a16="http://schemas.microsoft.com/office/drawing/2014/main" id="{1AAC1218-C3DC-D3BB-217F-47B6D0B8AC84}"/>
                </a:ext>
              </a:extLst>
            </p:cNvPr>
            <p:cNvSpPr/>
            <p:nvPr/>
          </p:nvSpPr>
          <p:spPr>
            <a:xfrm>
              <a:off x="10711600" y="1024125"/>
              <a:ext cx="79175" cy="7800"/>
            </a:xfrm>
            <a:custGeom>
              <a:avLst/>
              <a:gdLst/>
              <a:ahLst/>
              <a:cxnLst/>
              <a:rect l="l" t="t" r="r" b="b"/>
              <a:pathLst>
                <a:path w="3167" h="312" extrusionOk="0">
                  <a:moveTo>
                    <a:pt x="2124" y="0"/>
                  </a:moveTo>
                  <a:cubicBezTo>
                    <a:pt x="1440" y="0"/>
                    <a:pt x="744" y="59"/>
                    <a:pt x="79" y="103"/>
                  </a:cubicBezTo>
                  <a:cubicBezTo>
                    <a:pt x="0" y="103"/>
                    <a:pt x="0" y="212"/>
                    <a:pt x="79" y="212"/>
                  </a:cubicBezTo>
                  <a:cubicBezTo>
                    <a:pt x="764" y="246"/>
                    <a:pt x="1481" y="312"/>
                    <a:pt x="2185" y="312"/>
                  </a:cubicBezTo>
                  <a:cubicBezTo>
                    <a:pt x="2463" y="312"/>
                    <a:pt x="2739" y="302"/>
                    <a:pt x="3010" y="275"/>
                  </a:cubicBezTo>
                  <a:cubicBezTo>
                    <a:pt x="3166" y="259"/>
                    <a:pt x="3166" y="56"/>
                    <a:pt x="3010" y="40"/>
                  </a:cubicBezTo>
                  <a:cubicBezTo>
                    <a:pt x="2719" y="11"/>
                    <a:pt x="2423" y="0"/>
                    <a:pt x="21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479;p18">
              <a:extLst>
                <a:ext uri="{FF2B5EF4-FFF2-40B4-BE49-F238E27FC236}">
                  <a16:creationId xmlns:a16="http://schemas.microsoft.com/office/drawing/2014/main" id="{4A3AD069-B650-6554-8FD9-4A835ADDA64D}"/>
                </a:ext>
              </a:extLst>
            </p:cNvPr>
            <p:cNvSpPr/>
            <p:nvPr/>
          </p:nvSpPr>
          <p:spPr>
            <a:xfrm>
              <a:off x="10434150" y="1807850"/>
              <a:ext cx="105800" cy="161225"/>
            </a:xfrm>
            <a:custGeom>
              <a:avLst/>
              <a:gdLst/>
              <a:ahLst/>
              <a:cxnLst/>
              <a:rect l="l" t="t" r="r" b="b"/>
              <a:pathLst>
                <a:path w="4232" h="6449" extrusionOk="0">
                  <a:moveTo>
                    <a:pt x="424" y="0"/>
                  </a:moveTo>
                  <a:cubicBezTo>
                    <a:pt x="381" y="0"/>
                    <a:pt x="338" y="24"/>
                    <a:pt x="330" y="71"/>
                  </a:cubicBezTo>
                  <a:cubicBezTo>
                    <a:pt x="1" y="2469"/>
                    <a:pt x="1866" y="5463"/>
                    <a:pt x="4029" y="6435"/>
                  </a:cubicBezTo>
                  <a:cubicBezTo>
                    <a:pt x="4052" y="6445"/>
                    <a:pt x="4072" y="6449"/>
                    <a:pt x="4091" y="6449"/>
                  </a:cubicBezTo>
                  <a:cubicBezTo>
                    <a:pt x="4190" y="6449"/>
                    <a:pt x="4231" y="6326"/>
                    <a:pt x="4139" y="6247"/>
                  </a:cubicBezTo>
                  <a:cubicBezTo>
                    <a:pt x="3104" y="5463"/>
                    <a:pt x="2180" y="4663"/>
                    <a:pt x="1537" y="3519"/>
                  </a:cubicBezTo>
                  <a:cubicBezTo>
                    <a:pt x="894" y="2422"/>
                    <a:pt x="737" y="1293"/>
                    <a:pt x="518" y="71"/>
                  </a:cubicBezTo>
                  <a:cubicBezTo>
                    <a:pt x="510" y="24"/>
                    <a:pt x="467" y="0"/>
                    <a:pt x="4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5" name="Google Shape;580;p21">
            <a:extLst>
              <a:ext uri="{FF2B5EF4-FFF2-40B4-BE49-F238E27FC236}">
                <a16:creationId xmlns:a16="http://schemas.microsoft.com/office/drawing/2014/main" id="{026CD3AC-F9C0-DA37-B8A2-3FC7475BF9EE}"/>
              </a:ext>
            </a:extLst>
          </p:cNvPr>
          <p:cNvSpPr/>
          <p:nvPr/>
        </p:nvSpPr>
        <p:spPr>
          <a:xfrm rot="-5400000" flipH="1">
            <a:off x="7330111" y="-2655833"/>
            <a:ext cx="721583" cy="2645140"/>
          </a:xfrm>
          <a:custGeom>
            <a:avLst/>
            <a:gdLst/>
            <a:ahLst/>
            <a:cxnLst/>
            <a:rect l="l" t="t" r="r" b="b"/>
            <a:pathLst>
              <a:path w="6027" h="22093" extrusionOk="0">
                <a:moveTo>
                  <a:pt x="0" y="1"/>
                </a:moveTo>
                <a:lnTo>
                  <a:pt x="0" y="709"/>
                </a:lnTo>
                <a:cubicBezTo>
                  <a:pt x="932" y="1244"/>
                  <a:pt x="1864" y="1753"/>
                  <a:pt x="2635" y="2511"/>
                </a:cubicBezTo>
                <a:cubicBezTo>
                  <a:pt x="4039" y="3902"/>
                  <a:pt x="3442" y="5816"/>
                  <a:pt x="2958" y="7468"/>
                </a:cubicBezTo>
                <a:cubicBezTo>
                  <a:pt x="2597" y="8649"/>
                  <a:pt x="2374" y="9630"/>
                  <a:pt x="2560" y="10861"/>
                </a:cubicBezTo>
                <a:cubicBezTo>
                  <a:pt x="2734" y="12091"/>
                  <a:pt x="3206" y="13283"/>
                  <a:pt x="3579" y="14476"/>
                </a:cubicBezTo>
                <a:cubicBezTo>
                  <a:pt x="4250" y="16626"/>
                  <a:pt x="4797" y="19633"/>
                  <a:pt x="1877" y="20179"/>
                </a:cubicBezTo>
                <a:cubicBezTo>
                  <a:pt x="1268" y="20291"/>
                  <a:pt x="622" y="20378"/>
                  <a:pt x="0" y="20515"/>
                </a:cubicBezTo>
                <a:lnTo>
                  <a:pt x="0" y="22093"/>
                </a:lnTo>
                <a:cubicBezTo>
                  <a:pt x="373" y="21969"/>
                  <a:pt x="783" y="21919"/>
                  <a:pt x="1156" y="21857"/>
                </a:cubicBezTo>
                <a:cubicBezTo>
                  <a:pt x="2274" y="21683"/>
                  <a:pt x="3119" y="21534"/>
                  <a:pt x="4014" y="20788"/>
                </a:cubicBezTo>
                <a:cubicBezTo>
                  <a:pt x="6027" y="19074"/>
                  <a:pt x="5231" y="16092"/>
                  <a:pt x="4536" y="13954"/>
                </a:cubicBezTo>
                <a:cubicBezTo>
                  <a:pt x="4113" y="12699"/>
                  <a:pt x="3604" y="11432"/>
                  <a:pt x="3492" y="10103"/>
                </a:cubicBezTo>
                <a:cubicBezTo>
                  <a:pt x="3355" y="8649"/>
                  <a:pt x="4163" y="7170"/>
                  <a:pt x="4399" y="5741"/>
                </a:cubicBezTo>
                <a:cubicBezTo>
                  <a:pt x="4647" y="4275"/>
                  <a:pt x="4275" y="2983"/>
                  <a:pt x="3268" y="1877"/>
                </a:cubicBezTo>
                <a:cubicBezTo>
                  <a:pt x="2386" y="908"/>
                  <a:pt x="1168" y="49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581;p21">
            <a:extLst>
              <a:ext uri="{FF2B5EF4-FFF2-40B4-BE49-F238E27FC236}">
                <a16:creationId xmlns:a16="http://schemas.microsoft.com/office/drawing/2014/main" id="{4CAFE335-1DD8-01DE-2C9B-9A3FA334E190}"/>
              </a:ext>
            </a:extLst>
          </p:cNvPr>
          <p:cNvSpPr/>
          <p:nvPr/>
        </p:nvSpPr>
        <p:spPr>
          <a:xfrm rot="-5400000" flipH="1">
            <a:off x="7549570" y="-2473604"/>
            <a:ext cx="297636" cy="1856734"/>
          </a:xfrm>
          <a:custGeom>
            <a:avLst/>
            <a:gdLst/>
            <a:ahLst/>
            <a:cxnLst/>
            <a:rect l="l" t="t" r="r" b="b"/>
            <a:pathLst>
              <a:path w="2486" h="15508" extrusionOk="0">
                <a:moveTo>
                  <a:pt x="0" y="1"/>
                </a:moveTo>
                <a:lnTo>
                  <a:pt x="0" y="734"/>
                </a:lnTo>
                <a:cubicBezTo>
                  <a:pt x="510" y="970"/>
                  <a:pt x="982" y="1281"/>
                  <a:pt x="1255" y="1715"/>
                </a:cubicBezTo>
                <a:cubicBezTo>
                  <a:pt x="1641" y="2312"/>
                  <a:pt x="1442" y="3157"/>
                  <a:pt x="1305" y="3790"/>
                </a:cubicBezTo>
                <a:cubicBezTo>
                  <a:pt x="932" y="5555"/>
                  <a:pt x="522" y="7183"/>
                  <a:pt x="671" y="8997"/>
                </a:cubicBezTo>
                <a:cubicBezTo>
                  <a:pt x="796" y="10413"/>
                  <a:pt x="1318" y="11916"/>
                  <a:pt x="1106" y="13345"/>
                </a:cubicBezTo>
                <a:cubicBezTo>
                  <a:pt x="1007" y="14054"/>
                  <a:pt x="572" y="14414"/>
                  <a:pt x="0" y="14600"/>
                </a:cubicBezTo>
                <a:lnTo>
                  <a:pt x="0" y="15507"/>
                </a:lnTo>
                <a:cubicBezTo>
                  <a:pt x="758" y="15296"/>
                  <a:pt x="1417" y="14899"/>
                  <a:pt x="1740" y="14178"/>
                </a:cubicBezTo>
                <a:cubicBezTo>
                  <a:pt x="2374" y="12774"/>
                  <a:pt x="1703" y="10860"/>
                  <a:pt x="1541" y="9419"/>
                </a:cubicBezTo>
                <a:cubicBezTo>
                  <a:pt x="1405" y="8301"/>
                  <a:pt x="1429" y="7207"/>
                  <a:pt x="1653" y="6102"/>
                </a:cubicBezTo>
                <a:cubicBezTo>
                  <a:pt x="1827" y="5120"/>
                  <a:pt x="2187" y="4176"/>
                  <a:pt x="2287" y="3194"/>
                </a:cubicBezTo>
                <a:cubicBezTo>
                  <a:pt x="2486" y="1417"/>
                  <a:pt x="1454" y="44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582;p21">
            <a:extLst>
              <a:ext uri="{FF2B5EF4-FFF2-40B4-BE49-F238E27FC236}">
                <a16:creationId xmlns:a16="http://schemas.microsoft.com/office/drawing/2014/main" id="{31A7DC2E-80C4-AA3D-F41F-4C6CC8343197}"/>
              </a:ext>
            </a:extLst>
          </p:cNvPr>
          <p:cNvSpPr/>
          <p:nvPr/>
        </p:nvSpPr>
        <p:spPr>
          <a:xfrm rot="-5400000" flipH="1">
            <a:off x="7385885" y="4553317"/>
            <a:ext cx="683126" cy="2367446"/>
          </a:xfrm>
          <a:custGeom>
            <a:avLst/>
            <a:gdLst/>
            <a:ahLst/>
            <a:cxnLst/>
            <a:rect l="l" t="t" r="r" b="b"/>
            <a:pathLst>
              <a:path w="4636" h="16066" extrusionOk="0">
                <a:moveTo>
                  <a:pt x="4635" y="0"/>
                </a:moveTo>
                <a:cubicBezTo>
                  <a:pt x="3355" y="286"/>
                  <a:pt x="2125" y="957"/>
                  <a:pt x="1355" y="1963"/>
                </a:cubicBezTo>
                <a:cubicBezTo>
                  <a:pt x="1" y="3728"/>
                  <a:pt x="995" y="5405"/>
                  <a:pt x="1802" y="7132"/>
                </a:cubicBezTo>
                <a:cubicBezTo>
                  <a:pt x="2821" y="9307"/>
                  <a:pt x="1106" y="11220"/>
                  <a:pt x="1504" y="13432"/>
                </a:cubicBezTo>
                <a:cubicBezTo>
                  <a:pt x="1765" y="14848"/>
                  <a:pt x="3219" y="16041"/>
                  <a:pt x="4635" y="16066"/>
                </a:cubicBezTo>
                <a:lnTo>
                  <a:pt x="4635" y="14935"/>
                </a:lnTo>
                <a:cubicBezTo>
                  <a:pt x="4039" y="14885"/>
                  <a:pt x="3467" y="14637"/>
                  <a:pt x="2983" y="14215"/>
                </a:cubicBezTo>
                <a:cubicBezTo>
                  <a:pt x="2237" y="13544"/>
                  <a:pt x="2287" y="12438"/>
                  <a:pt x="2473" y="11556"/>
                </a:cubicBezTo>
                <a:cubicBezTo>
                  <a:pt x="2771" y="10214"/>
                  <a:pt x="3318" y="9008"/>
                  <a:pt x="2871" y="7617"/>
                </a:cubicBezTo>
                <a:cubicBezTo>
                  <a:pt x="2386" y="6064"/>
                  <a:pt x="1044" y="4945"/>
                  <a:pt x="1355" y="3181"/>
                </a:cubicBezTo>
                <a:cubicBezTo>
                  <a:pt x="1616" y="1702"/>
                  <a:pt x="3144" y="783"/>
                  <a:pt x="4635" y="547"/>
                </a:cubicBezTo>
                <a:lnTo>
                  <a:pt x="463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583;p21">
            <a:extLst>
              <a:ext uri="{FF2B5EF4-FFF2-40B4-BE49-F238E27FC236}">
                <a16:creationId xmlns:a16="http://schemas.microsoft.com/office/drawing/2014/main" id="{40A3B63D-85A1-3354-1BC6-58FDA90D396B}"/>
              </a:ext>
            </a:extLst>
          </p:cNvPr>
          <p:cNvSpPr/>
          <p:nvPr/>
        </p:nvSpPr>
        <p:spPr>
          <a:xfrm rot="-5400000" flipH="1">
            <a:off x="7098605" y="5642810"/>
            <a:ext cx="188759" cy="759775"/>
          </a:xfrm>
          <a:custGeom>
            <a:avLst/>
            <a:gdLst/>
            <a:ahLst/>
            <a:cxnLst/>
            <a:rect l="l" t="t" r="r" b="b"/>
            <a:pathLst>
              <a:path w="1281" h="5156" extrusionOk="0">
                <a:moveTo>
                  <a:pt x="937" y="0"/>
                </a:moveTo>
                <a:cubicBezTo>
                  <a:pt x="863" y="0"/>
                  <a:pt x="791" y="29"/>
                  <a:pt x="746" y="110"/>
                </a:cubicBezTo>
                <a:cubicBezTo>
                  <a:pt x="62" y="1154"/>
                  <a:pt x="0" y="2409"/>
                  <a:pt x="236" y="3602"/>
                </a:cubicBezTo>
                <a:cubicBezTo>
                  <a:pt x="336" y="4087"/>
                  <a:pt x="621" y="4708"/>
                  <a:pt x="1019" y="5155"/>
                </a:cubicBezTo>
                <a:lnTo>
                  <a:pt x="1019" y="4335"/>
                </a:lnTo>
                <a:cubicBezTo>
                  <a:pt x="820" y="4012"/>
                  <a:pt x="684" y="3627"/>
                  <a:pt x="609" y="3266"/>
                </a:cubicBezTo>
                <a:cubicBezTo>
                  <a:pt x="398" y="2397"/>
                  <a:pt x="572" y="1378"/>
                  <a:pt x="1019" y="595"/>
                </a:cubicBezTo>
                <a:cubicBezTo>
                  <a:pt x="1069" y="521"/>
                  <a:pt x="1119" y="434"/>
                  <a:pt x="1168" y="359"/>
                </a:cubicBezTo>
                <a:cubicBezTo>
                  <a:pt x="1280" y="197"/>
                  <a:pt x="1168" y="48"/>
                  <a:pt x="1019" y="11"/>
                </a:cubicBezTo>
                <a:cubicBezTo>
                  <a:pt x="992" y="4"/>
                  <a:pt x="964" y="0"/>
                  <a:pt x="93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584;p21">
            <a:extLst>
              <a:ext uri="{FF2B5EF4-FFF2-40B4-BE49-F238E27FC236}">
                <a16:creationId xmlns:a16="http://schemas.microsoft.com/office/drawing/2014/main" id="{36FBB11A-7982-F623-CDCC-85AF0159C580}"/>
              </a:ext>
            </a:extLst>
          </p:cNvPr>
          <p:cNvSpPr/>
          <p:nvPr/>
        </p:nvSpPr>
        <p:spPr>
          <a:xfrm>
            <a:off x="232299" y="-2270737"/>
            <a:ext cx="836766" cy="1591696"/>
          </a:xfrm>
          <a:custGeom>
            <a:avLst/>
            <a:gdLst/>
            <a:ahLst/>
            <a:cxnLst/>
            <a:rect l="l" t="t" r="r" b="b"/>
            <a:pathLst>
              <a:path w="8276" h="15743" extrusionOk="0">
                <a:moveTo>
                  <a:pt x="8151" y="0"/>
                </a:moveTo>
                <a:cubicBezTo>
                  <a:pt x="7741" y="149"/>
                  <a:pt x="7344" y="336"/>
                  <a:pt x="6971" y="584"/>
                </a:cubicBezTo>
                <a:cubicBezTo>
                  <a:pt x="4486" y="2187"/>
                  <a:pt x="5082" y="4610"/>
                  <a:pt x="5530" y="7082"/>
                </a:cubicBezTo>
                <a:cubicBezTo>
                  <a:pt x="5642" y="7679"/>
                  <a:pt x="5666" y="8300"/>
                  <a:pt x="5368" y="8834"/>
                </a:cubicBezTo>
                <a:cubicBezTo>
                  <a:pt x="5115" y="9270"/>
                  <a:pt x="4607" y="9344"/>
                  <a:pt x="4082" y="9344"/>
                </a:cubicBezTo>
                <a:cubicBezTo>
                  <a:pt x="3812" y="9344"/>
                  <a:pt x="3537" y="9325"/>
                  <a:pt x="3290" y="9325"/>
                </a:cubicBezTo>
                <a:cubicBezTo>
                  <a:pt x="3167" y="9325"/>
                  <a:pt x="3051" y="9330"/>
                  <a:pt x="2945" y="9344"/>
                </a:cubicBezTo>
                <a:cubicBezTo>
                  <a:pt x="1753" y="9518"/>
                  <a:pt x="957" y="10798"/>
                  <a:pt x="585" y="11816"/>
                </a:cubicBezTo>
                <a:cubicBezTo>
                  <a:pt x="162" y="12984"/>
                  <a:pt x="1" y="14289"/>
                  <a:pt x="162" y="15544"/>
                </a:cubicBezTo>
                <a:lnTo>
                  <a:pt x="945" y="15743"/>
                </a:lnTo>
                <a:cubicBezTo>
                  <a:pt x="796" y="14364"/>
                  <a:pt x="1082" y="12885"/>
                  <a:pt x="1628" y="11680"/>
                </a:cubicBezTo>
                <a:cubicBezTo>
                  <a:pt x="1939" y="10984"/>
                  <a:pt x="2573" y="10363"/>
                  <a:pt x="3355" y="10263"/>
                </a:cubicBezTo>
                <a:cubicBezTo>
                  <a:pt x="3429" y="10254"/>
                  <a:pt x="3502" y="10250"/>
                  <a:pt x="3576" y="10250"/>
                </a:cubicBezTo>
                <a:cubicBezTo>
                  <a:pt x="3902" y="10250"/>
                  <a:pt x="4229" y="10324"/>
                  <a:pt x="4555" y="10324"/>
                </a:cubicBezTo>
                <a:cubicBezTo>
                  <a:pt x="4652" y="10324"/>
                  <a:pt x="4749" y="10318"/>
                  <a:pt x="4846" y="10301"/>
                </a:cubicBezTo>
                <a:cubicBezTo>
                  <a:pt x="5753" y="10164"/>
                  <a:pt x="6325" y="9505"/>
                  <a:pt x="6611" y="8673"/>
                </a:cubicBezTo>
                <a:cubicBezTo>
                  <a:pt x="7257" y="6747"/>
                  <a:pt x="5555" y="4622"/>
                  <a:pt x="6487" y="2746"/>
                </a:cubicBezTo>
                <a:cubicBezTo>
                  <a:pt x="6834" y="2063"/>
                  <a:pt x="7530" y="1541"/>
                  <a:pt x="8276" y="1230"/>
                </a:cubicBezTo>
                <a:cubicBezTo>
                  <a:pt x="8226" y="820"/>
                  <a:pt x="8189" y="410"/>
                  <a:pt x="81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585;p21">
            <a:extLst>
              <a:ext uri="{FF2B5EF4-FFF2-40B4-BE49-F238E27FC236}">
                <a16:creationId xmlns:a16="http://schemas.microsoft.com/office/drawing/2014/main" id="{510897B5-7640-D414-0663-0DD5370A865C}"/>
              </a:ext>
            </a:extLst>
          </p:cNvPr>
          <p:cNvSpPr/>
          <p:nvPr/>
        </p:nvSpPr>
        <p:spPr>
          <a:xfrm>
            <a:off x="793958" y="-1441043"/>
            <a:ext cx="311613" cy="592981"/>
          </a:xfrm>
          <a:custGeom>
            <a:avLst/>
            <a:gdLst/>
            <a:ahLst/>
            <a:cxnLst/>
            <a:rect l="l" t="t" r="r" b="b"/>
            <a:pathLst>
              <a:path w="3082" h="5865" extrusionOk="0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1" name="Google Shape;586;p21">
            <a:extLst>
              <a:ext uri="{FF2B5EF4-FFF2-40B4-BE49-F238E27FC236}">
                <a16:creationId xmlns:a16="http://schemas.microsoft.com/office/drawing/2014/main" id="{AAAC742C-9FF9-1E0B-52BE-CB1BA9B50BE3}"/>
              </a:ext>
            </a:extLst>
          </p:cNvPr>
          <p:cNvGrpSpPr/>
          <p:nvPr/>
        </p:nvGrpSpPr>
        <p:grpSpPr>
          <a:xfrm>
            <a:off x="1345567" y="-2022855"/>
            <a:ext cx="241764" cy="357248"/>
            <a:chOff x="5446181" y="2529085"/>
            <a:chExt cx="138174" cy="204177"/>
          </a:xfrm>
        </p:grpSpPr>
        <p:sp>
          <p:nvSpPr>
            <p:cNvPr id="72" name="Google Shape;587;p21">
              <a:extLst>
                <a:ext uri="{FF2B5EF4-FFF2-40B4-BE49-F238E27FC236}">
                  <a16:creationId xmlns:a16="http://schemas.microsoft.com/office/drawing/2014/main" id="{8A9ADCC0-2F98-46E4-7DF5-873559D3EAE7}"/>
                </a:ext>
              </a:extLst>
            </p:cNvPr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588;p21">
              <a:extLst>
                <a:ext uri="{FF2B5EF4-FFF2-40B4-BE49-F238E27FC236}">
                  <a16:creationId xmlns:a16="http://schemas.microsoft.com/office/drawing/2014/main" id="{AC0FD36E-AB78-524D-17CB-2D96F7302BE4}"/>
                </a:ext>
              </a:extLst>
            </p:cNvPr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" name="Google Shape;589;p21">
            <a:extLst>
              <a:ext uri="{FF2B5EF4-FFF2-40B4-BE49-F238E27FC236}">
                <a16:creationId xmlns:a16="http://schemas.microsoft.com/office/drawing/2014/main" id="{CC10990D-5E38-E88B-52D4-17E6FDE99977}"/>
              </a:ext>
            </a:extLst>
          </p:cNvPr>
          <p:cNvGrpSpPr/>
          <p:nvPr/>
        </p:nvGrpSpPr>
        <p:grpSpPr>
          <a:xfrm>
            <a:off x="575976" y="-371631"/>
            <a:ext cx="149419" cy="220334"/>
            <a:chOff x="5738779" y="2391033"/>
            <a:chExt cx="85397" cy="125927"/>
          </a:xfrm>
        </p:grpSpPr>
        <p:sp>
          <p:nvSpPr>
            <p:cNvPr id="75" name="Google Shape;590;p21">
              <a:extLst>
                <a:ext uri="{FF2B5EF4-FFF2-40B4-BE49-F238E27FC236}">
                  <a16:creationId xmlns:a16="http://schemas.microsoft.com/office/drawing/2014/main" id="{65FE0577-52AD-95FD-E799-D11F2846BE51}"/>
                </a:ext>
              </a:extLst>
            </p:cNvPr>
            <p:cNvSpPr/>
            <p:nvPr/>
          </p:nvSpPr>
          <p:spPr>
            <a:xfrm>
              <a:off x="5738779" y="2448117"/>
              <a:ext cx="85397" cy="17165"/>
            </a:xfrm>
            <a:custGeom>
              <a:avLst/>
              <a:gdLst/>
              <a:ahLst/>
              <a:cxnLst/>
              <a:rect l="l" t="t" r="r" b="b"/>
              <a:pathLst>
                <a:path w="2796" h="562" extrusionOk="0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591;p21">
              <a:extLst>
                <a:ext uri="{FF2B5EF4-FFF2-40B4-BE49-F238E27FC236}">
                  <a16:creationId xmlns:a16="http://schemas.microsoft.com/office/drawing/2014/main" id="{6400E1EB-9459-3915-F1FC-D46081AAC41D}"/>
                </a:ext>
              </a:extLst>
            </p:cNvPr>
            <p:cNvSpPr/>
            <p:nvPr/>
          </p:nvSpPr>
          <p:spPr>
            <a:xfrm>
              <a:off x="5768375" y="2391033"/>
              <a:ext cx="27336" cy="125927"/>
            </a:xfrm>
            <a:custGeom>
              <a:avLst/>
              <a:gdLst/>
              <a:ahLst/>
              <a:cxnLst/>
              <a:rect l="l" t="t" r="r" b="b"/>
              <a:pathLst>
                <a:path w="895" h="4123" extrusionOk="0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592;p21">
            <a:extLst>
              <a:ext uri="{FF2B5EF4-FFF2-40B4-BE49-F238E27FC236}">
                <a16:creationId xmlns:a16="http://schemas.microsoft.com/office/drawing/2014/main" id="{FDFF85A1-0DB6-71E5-101E-F84F3F7C346E}"/>
              </a:ext>
            </a:extLst>
          </p:cNvPr>
          <p:cNvSpPr/>
          <p:nvPr/>
        </p:nvSpPr>
        <p:spPr>
          <a:xfrm>
            <a:off x="446849" y="-1869508"/>
            <a:ext cx="65785" cy="50554"/>
          </a:xfrm>
          <a:custGeom>
            <a:avLst/>
            <a:gdLst/>
            <a:ahLst/>
            <a:cxnLst/>
            <a:rect l="l" t="t" r="r" b="b"/>
            <a:pathLst>
              <a:path w="1231" h="946" extrusionOk="0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8" name="Google Shape;593;p21">
            <a:extLst>
              <a:ext uri="{FF2B5EF4-FFF2-40B4-BE49-F238E27FC236}">
                <a16:creationId xmlns:a16="http://schemas.microsoft.com/office/drawing/2014/main" id="{D531F00A-011B-87B4-9708-896EC5BA3473}"/>
              </a:ext>
            </a:extLst>
          </p:cNvPr>
          <p:cNvGrpSpPr/>
          <p:nvPr/>
        </p:nvGrpSpPr>
        <p:grpSpPr>
          <a:xfrm>
            <a:off x="8703038" y="-504432"/>
            <a:ext cx="310450" cy="458724"/>
            <a:chOff x="5446181" y="2529085"/>
            <a:chExt cx="138174" cy="204177"/>
          </a:xfrm>
        </p:grpSpPr>
        <p:sp>
          <p:nvSpPr>
            <p:cNvPr id="79" name="Google Shape;594;p21">
              <a:extLst>
                <a:ext uri="{FF2B5EF4-FFF2-40B4-BE49-F238E27FC236}">
                  <a16:creationId xmlns:a16="http://schemas.microsoft.com/office/drawing/2014/main" id="{3809BD31-0BC9-3F43-D6ED-AC6B5D25B9B6}"/>
                </a:ext>
              </a:extLst>
            </p:cNvPr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595;p21">
              <a:extLst>
                <a:ext uri="{FF2B5EF4-FFF2-40B4-BE49-F238E27FC236}">
                  <a16:creationId xmlns:a16="http://schemas.microsoft.com/office/drawing/2014/main" id="{EC474159-62CD-3F47-F5A6-C71938E0F72D}"/>
                </a:ext>
              </a:extLst>
            </p:cNvPr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" name="Google Shape;596;p21">
            <a:extLst>
              <a:ext uri="{FF2B5EF4-FFF2-40B4-BE49-F238E27FC236}">
                <a16:creationId xmlns:a16="http://schemas.microsoft.com/office/drawing/2014/main" id="{5AA60F2F-1611-1139-F2FE-5DFDC6465DBE}"/>
              </a:ext>
            </a:extLst>
          </p:cNvPr>
          <p:cNvSpPr/>
          <p:nvPr/>
        </p:nvSpPr>
        <p:spPr>
          <a:xfrm>
            <a:off x="9013482" y="-780301"/>
            <a:ext cx="130520" cy="101558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2" name="Google Shape;597;p21">
            <a:extLst>
              <a:ext uri="{FF2B5EF4-FFF2-40B4-BE49-F238E27FC236}">
                <a16:creationId xmlns:a16="http://schemas.microsoft.com/office/drawing/2014/main" id="{DC133BC3-C9F6-20DE-9FB4-33FF452FDF93}"/>
              </a:ext>
            </a:extLst>
          </p:cNvPr>
          <p:cNvGrpSpPr/>
          <p:nvPr/>
        </p:nvGrpSpPr>
        <p:grpSpPr>
          <a:xfrm>
            <a:off x="460398" y="5636926"/>
            <a:ext cx="259602" cy="383607"/>
            <a:chOff x="5446181" y="2529085"/>
            <a:chExt cx="138174" cy="204177"/>
          </a:xfrm>
        </p:grpSpPr>
        <p:sp>
          <p:nvSpPr>
            <p:cNvPr id="83" name="Google Shape;598;p21">
              <a:extLst>
                <a:ext uri="{FF2B5EF4-FFF2-40B4-BE49-F238E27FC236}">
                  <a16:creationId xmlns:a16="http://schemas.microsoft.com/office/drawing/2014/main" id="{F1B3D68F-8A59-9429-F899-8426A00B4243}"/>
                </a:ext>
              </a:extLst>
            </p:cNvPr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599;p21">
              <a:extLst>
                <a:ext uri="{FF2B5EF4-FFF2-40B4-BE49-F238E27FC236}">
                  <a16:creationId xmlns:a16="http://schemas.microsoft.com/office/drawing/2014/main" id="{A2432824-960C-1F15-D425-A07E538FF7B3}"/>
                </a:ext>
              </a:extLst>
            </p:cNvPr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5" name="Google Shape;600;p21">
            <a:extLst>
              <a:ext uri="{FF2B5EF4-FFF2-40B4-BE49-F238E27FC236}">
                <a16:creationId xmlns:a16="http://schemas.microsoft.com/office/drawing/2014/main" id="{0764FAB9-3E41-31F2-5015-DDE57E0706D2}"/>
              </a:ext>
            </a:extLst>
          </p:cNvPr>
          <p:cNvSpPr/>
          <p:nvPr/>
        </p:nvSpPr>
        <p:spPr>
          <a:xfrm>
            <a:off x="1587223" y="5768195"/>
            <a:ext cx="109146" cy="84930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F4564A-B8DF-736C-9AC7-0D56223A7C68}"/>
              </a:ext>
            </a:extLst>
          </p:cNvPr>
          <p:cNvSpPr txBox="1"/>
          <p:nvPr/>
        </p:nvSpPr>
        <p:spPr>
          <a:xfrm>
            <a:off x="988501" y="1674624"/>
            <a:ext cx="413209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2">
                    <a:lumMod val="25000"/>
                  </a:schemeClr>
                </a:solidFill>
                <a:latin typeface="Playfair Display SemiBold"/>
              </a:rPr>
              <a:t>Choosing the right skincare products can be overwhelming due to the vast number of options available. </a:t>
            </a:r>
          </a:p>
          <a:p>
            <a:endParaRPr lang="en-US" sz="1600" dirty="0">
              <a:solidFill>
                <a:schemeClr val="accent2">
                  <a:lumMod val="25000"/>
                </a:schemeClr>
              </a:solidFill>
              <a:latin typeface="Playfair Display SemiBold"/>
            </a:endParaRPr>
          </a:p>
          <a:p>
            <a:r>
              <a:rPr lang="en-US" sz="1600" dirty="0">
                <a:solidFill>
                  <a:schemeClr val="accent2">
                    <a:lumMod val="25000"/>
                  </a:schemeClr>
                </a:solidFill>
                <a:latin typeface="Playfair Display SemiBold"/>
              </a:rPr>
              <a:t>-Consumers often spend significant time researching ingredients, reviews, and suitability for their specific skin type.</a:t>
            </a:r>
          </a:p>
        </p:txBody>
      </p:sp>
    </p:spTree>
    <p:extLst>
      <p:ext uri="{BB962C8B-B14F-4D97-AF65-F5344CB8AC3E}">
        <p14:creationId xmlns:p14="http://schemas.microsoft.com/office/powerpoint/2010/main" val="565337288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9">
          <a:extLst>
            <a:ext uri="{FF2B5EF4-FFF2-40B4-BE49-F238E27FC236}">
              <a16:creationId xmlns:a16="http://schemas.microsoft.com/office/drawing/2014/main" id="{30910C66-5325-AC5F-C0FA-C5C183723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p34">
            <a:extLst>
              <a:ext uri="{FF2B5EF4-FFF2-40B4-BE49-F238E27FC236}">
                <a16:creationId xmlns:a16="http://schemas.microsoft.com/office/drawing/2014/main" id="{B602DEF4-868C-35B2-5D08-CAC74E78A5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7760" y="348908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Solution</a:t>
            </a:r>
            <a:endParaRPr dirty="0"/>
          </a:p>
        </p:txBody>
      </p:sp>
      <p:sp>
        <p:nvSpPr>
          <p:cNvPr id="997" name="Google Shape;997;p34">
            <a:extLst>
              <a:ext uri="{FF2B5EF4-FFF2-40B4-BE49-F238E27FC236}">
                <a16:creationId xmlns:a16="http://schemas.microsoft.com/office/drawing/2014/main" id="{2C204C03-F8B8-2EF6-B14D-EC91D71D9EA9}"/>
              </a:ext>
            </a:extLst>
          </p:cNvPr>
          <p:cNvSpPr/>
          <p:nvPr/>
        </p:nvSpPr>
        <p:spPr>
          <a:xfrm rot="-4283232">
            <a:off x="6673328" y="3132194"/>
            <a:ext cx="2047323" cy="3230054"/>
          </a:xfrm>
          <a:custGeom>
            <a:avLst/>
            <a:gdLst/>
            <a:ahLst/>
            <a:cxnLst/>
            <a:rect l="l" t="t" r="r" b="b"/>
            <a:pathLst>
              <a:path w="24068" h="37972" extrusionOk="0">
                <a:moveTo>
                  <a:pt x="473" y="1"/>
                </a:moveTo>
                <a:cubicBezTo>
                  <a:pt x="348" y="224"/>
                  <a:pt x="224" y="436"/>
                  <a:pt x="125" y="659"/>
                </a:cubicBezTo>
                <a:cubicBezTo>
                  <a:pt x="75" y="746"/>
                  <a:pt x="38" y="846"/>
                  <a:pt x="0" y="933"/>
                </a:cubicBezTo>
                <a:cubicBezTo>
                  <a:pt x="1740" y="933"/>
                  <a:pt x="3641" y="1827"/>
                  <a:pt x="4759" y="2871"/>
                </a:cubicBezTo>
                <a:cubicBezTo>
                  <a:pt x="6437" y="4461"/>
                  <a:pt x="7257" y="6934"/>
                  <a:pt x="7455" y="9183"/>
                </a:cubicBezTo>
                <a:cubicBezTo>
                  <a:pt x="7741" y="12600"/>
                  <a:pt x="6822" y="16588"/>
                  <a:pt x="9207" y="19446"/>
                </a:cubicBezTo>
                <a:cubicBezTo>
                  <a:pt x="12537" y="23447"/>
                  <a:pt x="20576" y="19570"/>
                  <a:pt x="22130" y="25621"/>
                </a:cubicBezTo>
                <a:cubicBezTo>
                  <a:pt x="22490" y="27025"/>
                  <a:pt x="21732" y="28305"/>
                  <a:pt x="21073" y="29486"/>
                </a:cubicBezTo>
                <a:cubicBezTo>
                  <a:pt x="20465" y="30604"/>
                  <a:pt x="19893" y="31722"/>
                  <a:pt x="19458" y="32915"/>
                </a:cubicBezTo>
                <a:cubicBezTo>
                  <a:pt x="18874" y="34505"/>
                  <a:pt x="18949" y="36332"/>
                  <a:pt x="18501" y="37972"/>
                </a:cubicBezTo>
                <a:cubicBezTo>
                  <a:pt x="18974" y="37972"/>
                  <a:pt x="19446" y="37960"/>
                  <a:pt x="19918" y="37935"/>
                </a:cubicBezTo>
                <a:cubicBezTo>
                  <a:pt x="20030" y="37351"/>
                  <a:pt x="20092" y="36742"/>
                  <a:pt x="20154" y="36158"/>
                </a:cubicBezTo>
                <a:cubicBezTo>
                  <a:pt x="20415" y="33325"/>
                  <a:pt x="21918" y="31175"/>
                  <a:pt x="23061" y="28665"/>
                </a:cubicBezTo>
                <a:cubicBezTo>
                  <a:pt x="24068" y="26466"/>
                  <a:pt x="23447" y="24118"/>
                  <a:pt x="21769" y="22453"/>
                </a:cubicBezTo>
                <a:cubicBezTo>
                  <a:pt x="19719" y="20415"/>
                  <a:pt x="16961" y="20527"/>
                  <a:pt x="14289" y="20328"/>
                </a:cubicBezTo>
                <a:cubicBezTo>
                  <a:pt x="12115" y="20167"/>
                  <a:pt x="10077" y="19247"/>
                  <a:pt x="9270" y="17110"/>
                </a:cubicBezTo>
                <a:cubicBezTo>
                  <a:pt x="8611" y="15321"/>
                  <a:pt x="8748" y="13283"/>
                  <a:pt x="8748" y="11419"/>
                </a:cubicBezTo>
                <a:cubicBezTo>
                  <a:pt x="8748" y="9344"/>
                  <a:pt x="8561" y="7356"/>
                  <a:pt x="7791" y="5406"/>
                </a:cubicBezTo>
                <a:cubicBezTo>
                  <a:pt x="6946" y="3293"/>
                  <a:pt x="5343" y="1330"/>
                  <a:pt x="3169" y="510"/>
                </a:cubicBezTo>
                <a:cubicBezTo>
                  <a:pt x="2349" y="200"/>
                  <a:pt x="1404" y="1"/>
                  <a:pt x="47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98" name="Google Shape;998;p34">
            <a:extLst>
              <a:ext uri="{FF2B5EF4-FFF2-40B4-BE49-F238E27FC236}">
                <a16:creationId xmlns:a16="http://schemas.microsoft.com/office/drawing/2014/main" id="{EB07764B-5143-7D2E-473C-0F306BD8C390}"/>
              </a:ext>
            </a:extLst>
          </p:cNvPr>
          <p:cNvGrpSpPr/>
          <p:nvPr/>
        </p:nvGrpSpPr>
        <p:grpSpPr>
          <a:xfrm rot="389022">
            <a:off x="6846696" y="1678654"/>
            <a:ext cx="956509" cy="2040648"/>
            <a:chOff x="7642550" y="2045675"/>
            <a:chExt cx="534925" cy="1086950"/>
          </a:xfrm>
        </p:grpSpPr>
        <p:sp>
          <p:nvSpPr>
            <p:cNvPr id="999" name="Google Shape;999;p34">
              <a:extLst>
                <a:ext uri="{FF2B5EF4-FFF2-40B4-BE49-F238E27FC236}">
                  <a16:creationId xmlns:a16="http://schemas.microsoft.com/office/drawing/2014/main" id="{E71C0FA6-9481-910C-ACFC-305ED152CFFA}"/>
                </a:ext>
              </a:extLst>
            </p:cNvPr>
            <p:cNvSpPr/>
            <p:nvPr/>
          </p:nvSpPr>
          <p:spPr>
            <a:xfrm>
              <a:off x="7642550" y="2045675"/>
              <a:ext cx="534925" cy="1086950"/>
            </a:xfrm>
            <a:custGeom>
              <a:avLst/>
              <a:gdLst/>
              <a:ahLst/>
              <a:cxnLst/>
              <a:rect l="l" t="t" r="r" b="b"/>
              <a:pathLst>
                <a:path w="21397" h="43478" extrusionOk="0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34">
              <a:extLst>
                <a:ext uri="{FF2B5EF4-FFF2-40B4-BE49-F238E27FC236}">
                  <a16:creationId xmlns:a16="http://schemas.microsoft.com/office/drawing/2014/main" id="{5118E14C-B86F-C2EA-ABFB-7209A270C7C3}"/>
                </a:ext>
              </a:extLst>
            </p:cNvPr>
            <p:cNvSpPr/>
            <p:nvPr/>
          </p:nvSpPr>
          <p:spPr>
            <a:xfrm>
              <a:off x="7709175" y="2402375"/>
              <a:ext cx="401950" cy="33925"/>
            </a:xfrm>
            <a:custGeom>
              <a:avLst/>
              <a:gdLst/>
              <a:ahLst/>
              <a:cxnLst/>
              <a:rect l="l" t="t" r="r" b="b"/>
              <a:pathLst>
                <a:path w="16078" h="1357" extrusionOk="0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34">
              <a:extLst>
                <a:ext uri="{FF2B5EF4-FFF2-40B4-BE49-F238E27FC236}">
                  <a16:creationId xmlns:a16="http://schemas.microsoft.com/office/drawing/2014/main" id="{32C9F21A-95FA-97A9-FEA5-E7D2190C4314}"/>
                </a:ext>
              </a:extLst>
            </p:cNvPr>
            <p:cNvSpPr/>
            <p:nvPr/>
          </p:nvSpPr>
          <p:spPr>
            <a:xfrm>
              <a:off x="7730725" y="2596350"/>
              <a:ext cx="363200" cy="33250"/>
            </a:xfrm>
            <a:custGeom>
              <a:avLst/>
              <a:gdLst/>
              <a:ahLst/>
              <a:cxnLst/>
              <a:rect l="l" t="t" r="r" b="b"/>
              <a:pathLst>
                <a:path w="14528" h="1330" extrusionOk="0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4">
              <a:extLst>
                <a:ext uri="{FF2B5EF4-FFF2-40B4-BE49-F238E27FC236}">
                  <a16:creationId xmlns:a16="http://schemas.microsoft.com/office/drawing/2014/main" id="{8AAA06CB-1C89-979E-A807-39B385A0B517}"/>
                </a:ext>
              </a:extLst>
            </p:cNvPr>
            <p:cNvSpPr/>
            <p:nvPr/>
          </p:nvSpPr>
          <p:spPr>
            <a:xfrm>
              <a:off x="7803225" y="2477575"/>
              <a:ext cx="191250" cy="49050"/>
            </a:xfrm>
            <a:custGeom>
              <a:avLst/>
              <a:gdLst/>
              <a:ahLst/>
              <a:cxnLst/>
              <a:rect l="l" t="t" r="r" b="b"/>
              <a:pathLst>
                <a:path w="7650" h="1962" extrusionOk="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4">
              <a:extLst>
                <a:ext uri="{FF2B5EF4-FFF2-40B4-BE49-F238E27FC236}">
                  <a16:creationId xmlns:a16="http://schemas.microsoft.com/office/drawing/2014/main" id="{2D294743-03AB-5D2B-4EE2-D3DAFC44FFA3}"/>
                </a:ext>
              </a:extLst>
            </p:cNvPr>
            <p:cNvSpPr/>
            <p:nvPr/>
          </p:nvSpPr>
          <p:spPr>
            <a:xfrm>
              <a:off x="7912300" y="2532550"/>
              <a:ext cx="113125" cy="30175"/>
            </a:xfrm>
            <a:custGeom>
              <a:avLst/>
              <a:gdLst/>
              <a:ahLst/>
              <a:cxnLst/>
              <a:rect l="l" t="t" r="r" b="b"/>
              <a:pathLst>
                <a:path w="4525" h="1207" extrusionOk="0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4">
              <a:extLst>
                <a:ext uri="{FF2B5EF4-FFF2-40B4-BE49-F238E27FC236}">
                  <a16:creationId xmlns:a16="http://schemas.microsoft.com/office/drawing/2014/main" id="{5CDB297A-2BF5-41C5-2D67-A71AB8E99E0A}"/>
                </a:ext>
              </a:extLst>
            </p:cNvPr>
            <p:cNvSpPr/>
            <p:nvPr/>
          </p:nvSpPr>
          <p:spPr>
            <a:xfrm>
              <a:off x="7777350" y="2209475"/>
              <a:ext cx="240625" cy="224800"/>
            </a:xfrm>
            <a:custGeom>
              <a:avLst/>
              <a:gdLst/>
              <a:ahLst/>
              <a:cxnLst/>
              <a:rect l="l" t="t" r="r" b="b"/>
              <a:pathLst>
                <a:path w="9625" h="8992" extrusionOk="0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4">
              <a:extLst>
                <a:ext uri="{FF2B5EF4-FFF2-40B4-BE49-F238E27FC236}">
                  <a16:creationId xmlns:a16="http://schemas.microsoft.com/office/drawing/2014/main" id="{5FC32E5F-64A5-5CDB-758A-31329027D57F}"/>
                </a:ext>
              </a:extLst>
            </p:cNvPr>
            <p:cNvSpPr/>
            <p:nvPr/>
          </p:nvSpPr>
          <p:spPr>
            <a:xfrm>
              <a:off x="7814200" y="2292100"/>
              <a:ext cx="137950" cy="140075"/>
            </a:xfrm>
            <a:custGeom>
              <a:avLst/>
              <a:gdLst/>
              <a:ahLst/>
              <a:cxnLst/>
              <a:rect l="l" t="t" r="r" b="b"/>
              <a:pathLst>
                <a:path w="5518" h="5603" extrusionOk="0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06" name="Google Shape;1006;p34">
            <a:extLst>
              <a:ext uri="{FF2B5EF4-FFF2-40B4-BE49-F238E27FC236}">
                <a16:creationId xmlns:a16="http://schemas.microsoft.com/office/drawing/2014/main" id="{459E6C06-FD3C-E869-636E-3886147C28F2}"/>
              </a:ext>
            </a:extLst>
          </p:cNvPr>
          <p:cNvSpPr/>
          <p:nvPr/>
        </p:nvSpPr>
        <p:spPr>
          <a:xfrm rot="10800000">
            <a:off x="1107028" y="921608"/>
            <a:ext cx="123525" cy="96119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07" name="Google Shape;1007;p34">
            <a:extLst>
              <a:ext uri="{FF2B5EF4-FFF2-40B4-BE49-F238E27FC236}">
                <a16:creationId xmlns:a16="http://schemas.microsoft.com/office/drawing/2014/main" id="{87F3BB42-4AFE-6CAC-FCE3-1D3982D75F71}"/>
              </a:ext>
            </a:extLst>
          </p:cNvPr>
          <p:cNvGrpSpPr/>
          <p:nvPr/>
        </p:nvGrpSpPr>
        <p:grpSpPr>
          <a:xfrm rot="10800000">
            <a:off x="8283909" y="3434185"/>
            <a:ext cx="293749" cy="434421"/>
            <a:chOff x="4510355" y="4299794"/>
            <a:chExt cx="138144" cy="204299"/>
          </a:xfrm>
        </p:grpSpPr>
        <p:sp>
          <p:nvSpPr>
            <p:cNvPr id="1008" name="Google Shape;1008;p34">
              <a:extLst>
                <a:ext uri="{FF2B5EF4-FFF2-40B4-BE49-F238E27FC236}">
                  <a16:creationId xmlns:a16="http://schemas.microsoft.com/office/drawing/2014/main" id="{D9171030-0EA9-D1E8-B793-034A0F6864EE}"/>
                </a:ext>
              </a:extLst>
            </p:cNvPr>
            <p:cNvSpPr/>
            <p:nvPr/>
          </p:nvSpPr>
          <p:spPr>
            <a:xfrm>
              <a:off x="4510355" y="4392307"/>
              <a:ext cx="138144" cy="27946"/>
            </a:xfrm>
            <a:custGeom>
              <a:avLst/>
              <a:gdLst/>
              <a:ahLst/>
              <a:cxnLst/>
              <a:rect l="l" t="t" r="r" b="b"/>
              <a:pathLst>
                <a:path w="4523" h="915" extrusionOk="0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4">
              <a:extLst>
                <a:ext uri="{FF2B5EF4-FFF2-40B4-BE49-F238E27FC236}">
                  <a16:creationId xmlns:a16="http://schemas.microsoft.com/office/drawing/2014/main" id="{51AEB24A-7480-1BC8-B864-629DF7AFA56E}"/>
                </a:ext>
              </a:extLst>
            </p:cNvPr>
            <p:cNvSpPr/>
            <p:nvPr/>
          </p:nvSpPr>
          <p:spPr>
            <a:xfrm>
              <a:off x="4557788" y="4299794"/>
              <a:ext cx="44806" cy="204299"/>
            </a:xfrm>
            <a:custGeom>
              <a:avLst/>
              <a:gdLst/>
              <a:ahLst/>
              <a:cxnLst/>
              <a:rect l="l" t="t" r="r" b="b"/>
              <a:pathLst>
                <a:path w="1467" h="6689" extrusionOk="0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10" name="Google Shape;1010;p34">
            <a:extLst>
              <a:ext uri="{FF2B5EF4-FFF2-40B4-BE49-F238E27FC236}">
                <a16:creationId xmlns:a16="http://schemas.microsoft.com/office/drawing/2014/main" id="{70C6F29B-6863-C3E0-CFDC-5514FFB53C43}"/>
              </a:ext>
            </a:extLst>
          </p:cNvPr>
          <p:cNvGrpSpPr/>
          <p:nvPr/>
        </p:nvGrpSpPr>
        <p:grpSpPr>
          <a:xfrm rot="10800000">
            <a:off x="7738492" y="3982586"/>
            <a:ext cx="125150" cy="184835"/>
            <a:chOff x="4820760" y="3853535"/>
            <a:chExt cx="58855" cy="86924"/>
          </a:xfrm>
        </p:grpSpPr>
        <p:sp>
          <p:nvSpPr>
            <p:cNvPr id="1011" name="Google Shape;1011;p34">
              <a:extLst>
                <a:ext uri="{FF2B5EF4-FFF2-40B4-BE49-F238E27FC236}">
                  <a16:creationId xmlns:a16="http://schemas.microsoft.com/office/drawing/2014/main" id="{99F6A601-68B5-2859-5648-B7FE3D188C81}"/>
                </a:ext>
              </a:extLst>
            </p:cNvPr>
            <p:cNvSpPr/>
            <p:nvPr/>
          </p:nvSpPr>
          <p:spPr>
            <a:xfrm>
              <a:off x="4820760" y="3892905"/>
              <a:ext cx="58855" cy="11850"/>
            </a:xfrm>
            <a:custGeom>
              <a:avLst/>
              <a:gdLst/>
              <a:ahLst/>
              <a:cxnLst/>
              <a:rect l="l" t="t" r="r" b="b"/>
              <a:pathLst>
                <a:path w="1927" h="388" extrusionOk="0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34">
              <a:extLst>
                <a:ext uri="{FF2B5EF4-FFF2-40B4-BE49-F238E27FC236}">
                  <a16:creationId xmlns:a16="http://schemas.microsoft.com/office/drawing/2014/main" id="{1FB2E3CA-5E59-ED3B-7C40-3DDE1C362235}"/>
                </a:ext>
              </a:extLst>
            </p:cNvPr>
            <p:cNvSpPr/>
            <p:nvPr/>
          </p:nvSpPr>
          <p:spPr>
            <a:xfrm>
              <a:off x="4841254" y="3853535"/>
              <a:ext cx="19028" cy="86924"/>
            </a:xfrm>
            <a:custGeom>
              <a:avLst/>
              <a:gdLst/>
              <a:ahLst/>
              <a:cxnLst/>
              <a:rect l="l" t="t" r="r" b="b"/>
              <a:pathLst>
                <a:path w="623" h="2846" extrusionOk="0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3" name="Google Shape;1013;p34">
            <a:extLst>
              <a:ext uri="{FF2B5EF4-FFF2-40B4-BE49-F238E27FC236}">
                <a16:creationId xmlns:a16="http://schemas.microsoft.com/office/drawing/2014/main" id="{1E514E1F-1C5E-FCDC-8D1C-4ABCB61BA906}"/>
              </a:ext>
            </a:extLst>
          </p:cNvPr>
          <p:cNvSpPr/>
          <p:nvPr/>
        </p:nvSpPr>
        <p:spPr>
          <a:xfrm rot="10800000">
            <a:off x="7513814" y="4373137"/>
            <a:ext cx="79168" cy="61438"/>
          </a:xfrm>
          <a:custGeom>
            <a:avLst/>
            <a:gdLst/>
            <a:ahLst/>
            <a:cxnLst/>
            <a:rect l="l" t="t" r="r" b="b"/>
            <a:pathLst>
              <a:path w="1219" h="946" extrusionOk="0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18" y="945"/>
                  <a:pt x="1218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14" name="Google Shape;1014;p34">
            <a:extLst>
              <a:ext uri="{FF2B5EF4-FFF2-40B4-BE49-F238E27FC236}">
                <a16:creationId xmlns:a16="http://schemas.microsoft.com/office/drawing/2014/main" id="{9CE78989-A484-F052-23F4-FED43FA17D23}"/>
              </a:ext>
            </a:extLst>
          </p:cNvPr>
          <p:cNvGrpSpPr/>
          <p:nvPr/>
        </p:nvGrpSpPr>
        <p:grpSpPr>
          <a:xfrm>
            <a:off x="5476453" y="2600644"/>
            <a:ext cx="1354436" cy="851952"/>
            <a:chOff x="9589700" y="3420525"/>
            <a:chExt cx="735150" cy="424150"/>
          </a:xfrm>
        </p:grpSpPr>
        <p:sp>
          <p:nvSpPr>
            <p:cNvPr id="1015" name="Google Shape;1015;p34">
              <a:extLst>
                <a:ext uri="{FF2B5EF4-FFF2-40B4-BE49-F238E27FC236}">
                  <a16:creationId xmlns:a16="http://schemas.microsoft.com/office/drawing/2014/main" id="{9BE3FC9E-6295-02C9-93AC-EDC36D5239A8}"/>
                </a:ext>
              </a:extLst>
            </p:cNvPr>
            <p:cNvSpPr/>
            <p:nvPr/>
          </p:nvSpPr>
          <p:spPr>
            <a:xfrm>
              <a:off x="9589700" y="3420525"/>
              <a:ext cx="735150" cy="424150"/>
            </a:xfrm>
            <a:custGeom>
              <a:avLst/>
              <a:gdLst/>
              <a:ahLst/>
              <a:cxnLst/>
              <a:rect l="l" t="t" r="r" b="b"/>
              <a:pathLst>
                <a:path w="29406" h="16966" extrusionOk="0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34">
              <a:extLst>
                <a:ext uri="{FF2B5EF4-FFF2-40B4-BE49-F238E27FC236}">
                  <a16:creationId xmlns:a16="http://schemas.microsoft.com/office/drawing/2014/main" id="{F283B78C-313E-75D0-8548-D39EC9478340}"/>
                </a:ext>
              </a:extLst>
            </p:cNvPr>
            <p:cNvSpPr/>
            <p:nvPr/>
          </p:nvSpPr>
          <p:spPr>
            <a:xfrm>
              <a:off x="10025050" y="3507475"/>
              <a:ext cx="107000" cy="155300"/>
            </a:xfrm>
            <a:custGeom>
              <a:avLst/>
              <a:gdLst/>
              <a:ahLst/>
              <a:cxnLst/>
              <a:rect l="l" t="t" r="r" b="b"/>
              <a:pathLst>
                <a:path w="4280" h="6212" extrusionOk="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4">
              <a:extLst>
                <a:ext uri="{FF2B5EF4-FFF2-40B4-BE49-F238E27FC236}">
                  <a16:creationId xmlns:a16="http://schemas.microsoft.com/office/drawing/2014/main" id="{130C1699-665A-9260-E533-3B84585C2BA6}"/>
                </a:ext>
              </a:extLst>
            </p:cNvPr>
            <p:cNvSpPr/>
            <p:nvPr/>
          </p:nvSpPr>
          <p:spPr>
            <a:xfrm>
              <a:off x="9764075" y="3530325"/>
              <a:ext cx="119150" cy="158800"/>
            </a:xfrm>
            <a:custGeom>
              <a:avLst/>
              <a:gdLst/>
              <a:ahLst/>
              <a:cxnLst/>
              <a:rect l="l" t="t" r="r" b="b"/>
              <a:pathLst>
                <a:path w="4766" h="6352" extrusionOk="0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4">
              <a:extLst>
                <a:ext uri="{FF2B5EF4-FFF2-40B4-BE49-F238E27FC236}">
                  <a16:creationId xmlns:a16="http://schemas.microsoft.com/office/drawing/2014/main" id="{610A03B3-66AC-822D-B204-112FCDB6974D}"/>
                </a:ext>
              </a:extLst>
            </p:cNvPr>
            <p:cNvSpPr/>
            <p:nvPr/>
          </p:nvSpPr>
          <p:spPr>
            <a:xfrm>
              <a:off x="9932575" y="3520100"/>
              <a:ext cx="77225" cy="135250"/>
            </a:xfrm>
            <a:custGeom>
              <a:avLst/>
              <a:gdLst/>
              <a:ahLst/>
              <a:cxnLst/>
              <a:rect l="l" t="t" r="r" b="b"/>
              <a:pathLst>
                <a:path w="3089" h="5410" extrusionOk="0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34">
              <a:extLst>
                <a:ext uri="{FF2B5EF4-FFF2-40B4-BE49-F238E27FC236}">
                  <a16:creationId xmlns:a16="http://schemas.microsoft.com/office/drawing/2014/main" id="{A19904A6-15C2-FB4E-2E10-1C70B7A981AE}"/>
                </a:ext>
              </a:extLst>
            </p:cNvPr>
            <p:cNvSpPr/>
            <p:nvPr/>
          </p:nvSpPr>
          <p:spPr>
            <a:xfrm>
              <a:off x="9641425" y="3803025"/>
              <a:ext cx="196350" cy="7875"/>
            </a:xfrm>
            <a:custGeom>
              <a:avLst/>
              <a:gdLst/>
              <a:ahLst/>
              <a:cxnLst/>
              <a:rect l="l" t="t" r="r" b="b"/>
              <a:pathLst>
                <a:path w="7854" h="315" extrusionOk="0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34">
              <a:extLst>
                <a:ext uri="{FF2B5EF4-FFF2-40B4-BE49-F238E27FC236}">
                  <a16:creationId xmlns:a16="http://schemas.microsoft.com/office/drawing/2014/main" id="{E3656C62-DE76-5B5B-552E-0BE91D293A94}"/>
                </a:ext>
              </a:extLst>
            </p:cNvPr>
            <p:cNvSpPr/>
            <p:nvPr/>
          </p:nvSpPr>
          <p:spPr>
            <a:xfrm>
              <a:off x="9702950" y="3780250"/>
              <a:ext cx="183425" cy="13300"/>
            </a:xfrm>
            <a:custGeom>
              <a:avLst/>
              <a:gdLst/>
              <a:ahLst/>
              <a:cxnLst/>
              <a:rect l="l" t="t" r="r" b="b"/>
              <a:pathLst>
                <a:path w="7337" h="532" extrusionOk="0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34">
              <a:extLst>
                <a:ext uri="{FF2B5EF4-FFF2-40B4-BE49-F238E27FC236}">
                  <a16:creationId xmlns:a16="http://schemas.microsoft.com/office/drawing/2014/main" id="{2D6ED72A-CB1E-919B-68D0-D609DC0FBDEB}"/>
                </a:ext>
              </a:extLst>
            </p:cNvPr>
            <p:cNvSpPr/>
            <p:nvPr/>
          </p:nvSpPr>
          <p:spPr>
            <a:xfrm>
              <a:off x="10197075" y="3481625"/>
              <a:ext cx="51650" cy="87900"/>
            </a:xfrm>
            <a:custGeom>
              <a:avLst/>
              <a:gdLst/>
              <a:ahLst/>
              <a:cxnLst/>
              <a:rect l="l" t="t" r="r" b="b"/>
              <a:pathLst>
                <a:path w="2066" h="3516" extrusionOk="0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" name="Google Shape;461;p18">
            <a:extLst>
              <a:ext uri="{FF2B5EF4-FFF2-40B4-BE49-F238E27FC236}">
                <a16:creationId xmlns:a16="http://schemas.microsoft.com/office/drawing/2014/main" id="{AB870171-12E7-749E-707F-D6AA833A51C6}"/>
              </a:ext>
            </a:extLst>
          </p:cNvPr>
          <p:cNvSpPr/>
          <p:nvPr/>
        </p:nvSpPr>
        <p:spPr>
          <a:xfrm rot="8100000">
            <a:off x="86597" y="3551797"/>
            <a:ext cx="754236" cy="2613796"/>
          </a:xfrm>
          <a:custGeom>
            <a:avLst/>
            <a:gdLst/>
            <a:ahLst/>
            <a:cxnLst/>
            <a:rect l="l" t="t" r="r" b="b"/>
            <a:pathLst>
              <a:path w="4636" h="16066" extrusionOk="0">
                <a:moveTo>
                  <a:pt x="4635" y="0"/>
                </a:moveTo>
                <a:cubicBezTo>
                  <a:pt x="3355" y="286"/>
                  <a:pt x="2125" y="957"/>
                  <a:pt x="1355" y="1963"/>
                </a:cubicBezTo>
                <a:cubicBezTo>
                  <a:pt x="1" y="3728"/>
                  <a:pt x="995" y="5405"/>
                  <a:pt x="1802" y="7132"/>
                </a:cubicBezTo>
                <a:cubicBezTo>
                  <a:pt x="2821" y="9307"/>
                  <a:pt x="1106" y="11220"/>
                  <a:pt x="1504" y="13432"/>
                </a:cubicBezTo>
                <a:cubicBezTo>
                  <a:pt x="1765" y="14848"/>
                  <a:pt x="3219" y="16041"/>
                  <a:pt x="4635" y="16066"/>
                </a:cubicBezTo>
                <a:lnTo>
                  <a:pt x="4635" y="14935"/>
                </a:lnTo>
                <a:cubicBezTo>
                  <a:pt x="4039" y="14885"/>
                  <a:pt x="3467" y="14637"/>
                  <a:pt x="2983" y="14215"/>
                </a:cubicBezTo>
                <a:cubicBezTo>
                  <a:pt x="2237" y="13544"/>
                  <a:pt x="2287" y="12438"/>
                  <a:pt x="2473" y="11556"/>
                </a:cubicBezTo>
                <a:cubicBezTo>
                  <a:pt x="2771" y="10214"/>
                  <a:pt x="3318" y="9008"/>
                  <a:pt x="2871" y="7617"/>
                </a:cubicBezTo>
                <a:cubicBezTo>
                  <a:pt x="2386" y="6064"/>
                  <a:pt x="1044" y="4945"/>
                  <a:pt x="1355" y="3181"/>
                </a:cubicBezTo>
                <a:cubicBezTo>
                  <a:pt x="1616" y="1702"/>
                  <a:pt x="3144" y="783"/>
                  <a:pt x="4635" y="547"/>
                </a:cubicBezTo>
                <a:lnTo>
                  <a:pt x="463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62;p18">
            <a:extLst>
              <a:ext uri="{FF2B5EF4-FFF2-40B4-BE49-F238E27FC236}">
                <a16:creationId xmlns:a16="http://schemas.microsoft.com/office/drawing/2014/main" id="{6A84F8A5-EC4F-EDBF-9B3B-2FED6EC5D95A}"/>
              </a:ext>
            </a:extLst>
          </p:cNvPr>
          <p:cNvSpPr/>
          <p:nvPr/>
        </p:nvSpPr>
        <p:spPr>
          <a:xfrm rot="-4347006">
            <a:off x="7013175" y="3619279"/>
            <a:ext cx="1563313" cy="2762380"/>
          </a:xfrm>
          <a:custGeom>
            <a:avLst/>
            <a:gdLst/>
            <a:ahLst/>
            <a:cxnLst/>
            <a:rect l="l" t="t" r="r" b="b"/>
            <a:pathLst>
              <a:path w="18378" h="32474" extrusionOk="0">
                <a:moveTo>
                  <a:pt x="339" y="0"/>
                </a:moveTo>
                <a:cubicBezTo>
                  <a:pt x="225" y="0"/>
                  <a:pt x="112" y="2"/>
                  <a:pt x="1" y="7"/>
                </a:cubicBezTo>
                <a:lnTo>
                  <a:pt x="75" y="466"/>
                </a:lnTo>
                <a:cubicBezTo>
                  <a:pt x="1653" y="516"/>
                  <a:pt x="2995" y="1063"/>
                  <a:pt x="3803" y="2516"/>
                </a:cubicBezTo>
                <a:cubicBezTo>
                  <a:pt x="4561" y="3858"/>
                  <a:pt x="4573" y="5586"/>
                  <a:pt x="4685" y="7089"/>
                </a:cubicBezTo>
                <a:cubicBezTo>
                  <a:pt x="4908" y="10046"/>
                  <a:pt x="4921" y="13823"/>
                  <a:pt x="7070" y="16134"/>
                </a:cubicBezTo>
                <a:cubicBezTo>
                  <a:pt x="8711" y="17886"/>
                  <a:pt x="11183" y="18321"/>
                  <a:pt x="13345" y="19092"/>
                </a:cubicBezTo>
                <a:cubicBezTo>
                  <a:pt x="14625" y="19551"/>
                  <a:pt x="15768" y="20272"/>
                  <a:pt x="16514" y="21440"/>
                </a:cubicBezTo>
                <a:cubicBezTo>
                  <a:pt x="17458" y="22919"/>
                  <a:pt x="16799" y="24347"/>
                  <a:pt x="15855" y="25565"/>
                </a:cubicBezTo>
                <a:cubicBezTo>
                  <a:pt x="15271" y="26298"/>
                  <a:pt x="14675" y="27081"/>
                  <a:pt x="14637" y="28050"/>
                </a:cubicBezTo>
                <a:cubicBezTo>
                  <a:pt x="14600" y="28833"/>
                  <a:pt x="15010" y="29616"/>
                  <a:pt x="15358" y="30287"/>
                </a:cubicBezTo>
                <a:cubicBezTo>
                  <a:pt x="15656" y="30833"/>
                  <a:pt x="16290" y="31629"/>
                  <a:pt x="16762" y="32449"/>
                </a:cubicBezTo>
                <a:cubicBezTo>
                  <a:pt x="17184" y="32461"/>
                  <a:pt x="17607" y="32474"/>
                  <a:pt x="18054" y="32474"/>
                </a:cubicBezTo>
                <a:cubicBezTo>
                  <a:pt x="17296" y="30920"/>
                  <a:pt x="16041" y="29305"/>
                  <a:pt x="15917" y="28212"/>
                </a:cubicBezTo>
                <a:cubicBezTo>
                  <a:pt x="15793" y="27205"/>
                  <a:pt x="17035" y="26149"/>
                  <a:pt x="17570" y="25379"/>
                </a:cubicBezTo>
                <a:cubicBezTo>
                  <a:pt x="18278" y="24372"/>
                  <a:pt x="18377" y="23192"/>
                  <a:pt x="18079" y="22012"/>
                </a:cubicBezTo>
                <a:cubicBezTo>
                  <a:pt x="17520" y="19738"/>
                  <a:pt x="15097" y="18570"/>
                  <a:pt x="13072" y="17911"/>
                </a:cubicBezTo>
                <a:cubicBezTo>
                  <a:pt x="10835" y="17178"/>
                  <a:pt x="8288" y="16694"/>
                  <a:pt x="7008" y="14482"/>
                </a:cubicBezTo>
                <a:cubicBezTo>
                  <a:pt x="6213" y="13103"/>
                  <a:pt x="6027" y="11301"/>
                  <a:pt x="6002" y="9735"/>
                </a:cubicBezTo>
                <a:cubicBezTo>
                  <a:pt x="5965" y="6977"/>
                  <a:pt x="5865" y="3250"/>
                  <a:pt x="3790" y="1150"/>
                </a:cubicBezTo>
                <a:cubicBezTo>
                  <a:pt x="2915" y="263"/>
                  <a:pt x="1570" y="0"/>
                  <a:pt x="33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" name="Google Shape;463;p18">
            <a:extLst>
              <a:ext uri="{FF2B5EF4-FFF2-40B4-BE49-F238E27FC236}">
                <a16:creationId xmlns:a16="http://schemas.microsoft.com/office/drawing/2014/main" id="{B3B5EDB3-9516-A6A9-8B43-6071F58D46D8}"/>
              </a:ext>
            </a:extLst>
          </p:cNvPr>
          <p:cNvGrpSpPr/>
          <p:nvPr/>
        </p:nvGrpSpPr>
        <p:grpSpPr>
          <a:xfrm rot="10800000">
            <a:off x="254794" y="145497"/>
            <a:ext cx="293749" cy="434421"/>
            <a:chOff x="4510355" y="4299794"/>
            <a:chExt cx="138144" cy="204299"/>
          </a:xfrm>
        </p:grpSpPr>
        <p:sp>
          <p:nvSpPr>
            <p:cNvPr id="49" name="Google Shape;464;p18">
              <a:extLst>
                <a:ext uri="{FF2B5EF4-FFF2-40B4-BE49-F238E27FC236}">
                  <a16:creationId xmlns:a16="http://schemas.microsoft.com/office/drawing/2014/main" id="{9575A9FE-0BE7-E3CE-800A-44F3203D1BFA}"/>
                </a:ext>
              </a:extLst>
            </p:cNvPr>
            <p:cNvSpPr/>
            <p:nvPr/>
          </p:nvSpPr>
          <p:spPr>
            <a:xfrm>
              <a:off x="4510355" y="4392307"/>
              <a:ext cx="138144" cy="27946"/>
            </a:xfrm>
            <a:custGeom>
              <a:avLst/>
              <a:gdLst/>
              <a:ahLst/>
              <a:cxnLst/>
              <a:rect l="l" t="t" r="r" b="b"/>
              <a:pathLst>
                <a:path w="4523" h="915" extrusionOk="0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465;p18">
              <a:extLst>
                <a:ext uri="{FF2B5EF4-FFF2-40B4-BE49-F238E27FC236}">
                  <a16:creationId xmlns:a16="http://schemas.microsoft.com/office/drawing/2014/main" id="{E5986DA2-F820-4974-491D-7C644D6C6BFE}"/>
                </a:ext>
              </a:extLst>
            </p:cNvPr>
            <p:cNvSpPr/>
            <p:nvPr/>
          </p:nvSpPr>
          <p:spPr>
            <a:xfrm>
              <a:off x="4557788" y="4299794"/>
              <a:ext cx="44806" cy="204299"/>
            </a:xfrm>
            <a:custGeom>
              <a:avLst/>
              <a:gdLst/>
              <a:ahLst/>
              <a:cxnLst/>
              <a:rect l="l" t="t" r="r" b="b"/>
              <a:pathLst>
                <a:path w="1467" h="6689" extrusionOk="0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" name="Google Shape;466;p18">
            <a:extLst>
              <a:ext uri="{FF2B5EF4-FFF2-40B4-BE49-F238E27FC236}">
                <a16:creationId xmlns:a16="http://schemas.microsoft.com/office/drawing/2014/main" id="{AC3EB686-9EF0-A65D-ABEB-E9CB6E51E890}"/>
              </a:ext>
            </a:extLst>
          </p:cNvPr>
          <p:cNvGrpSpPr/>
          <p:nvPr/>
        </p:nvGrpSpPr>
        <p:grpSpPr>
          <a:xfrm rot="10800000">
            <a:off x="1106067" y="260536"/>
            <a:ext cx="125150" cy="184835"/>
            <a:chOff x="4820760" y="3853535"/>
            <a:chExt cx="58855" cy="86924"/>
          </a:xfrm>
        </p:grpSpPr>
        <p:sp>
          <p:nvSpPr>
            <p:cNvPr id="52" name="Google Shape;467;p18">
              <a:extLst>
                <a:ext uri="{FF2B5EF4-FFF2-40B4-BE49-F238E27FC236}">
                  <a16:creationId xmlns:a16="http://schemas.microsoft.com/office/drawing/2014/main" id="{9D667CA5-A554-E66A-0961-325E9DCF6BDE}"/>
                </a:ext>
              </a:extLst>
            </p:cNvPr>
            <p:cNvSpPr/>
            <p:nvPr/>
          </p:nvSpPr>
          <p:spPr>
            <a:xfrm>
              <a:off x="4820760" y="3892905"/>
              <a:ext cx="58855" cy="11850"/>
            </a:xfrm>
            <a:custGeom>
              <a:avLst/>
              <a:gdLst/>
              <a:ahLst/>
              <a:cxnLst/>
              <a:rect l="l" t="t" r="r" b="b"/>
              <a:pathLst>
                <a:path w="1927" h="388" extrusionOk="0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468;p18">
              <a:extLst>
                <a:ext uri="{FF2B5EF4-FFF2-40B4-BE49-F238E27FC236}">
                  <a16:creationId xmlns:a16="http://schemas.microsoft.com/office/drawing/2014/main" id="{85B42090-46BB-C36D-2FC5-A70C50F3D8F0}"/>
                </a:ext>
              </a:extLst>
            </p:cNvPr>
            <p:cNvSpPr/>
            <p:nvPr/>
          </p:nvSpPr>
          <p:spPr>
            <a:xfrm>
              <a:off x="4841254" y="3853535"/>
              <a:ext cx="19028" cy="86924"/>
            </a:xfrm>
            <a:custGeom>
              <a:avLst/>
              <a:gdLst/>
              <a:ahLst/>
              <a:cxnLst/>
              <a:rect l="l" t="t" r="r" b="b"/>
              <a:pathLst>
                <a:path w="623" h="2846" extrusionOk="0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" name="Google Shape;469;p18">
            <a:extLst>
              <a:ext uri="{FF2B5EF4-FFF2-40B4-BE49-F238E27FC236}">
                <a16:creationId xmlns:a16="http://schemas.microsoft.com/office/drawing/2014/main" id="{8CC0EBD6-A465-0955-212C-166C6D770BE9}"/>
              </a:ext>
            </a:extLst>
          </p:cNvPr>
          <p:cNvSpPr/>
          <p:nvPr/>
        </p:nvSpPr>
        <p:spPr>
          <a:xfrm rot="10800000">
            <a:off x="198174" y="768112"/>
            <a:ext cx="79168" cy="61438"/>
          </a:xfrm>
          <a:custGeom>
            <a:avLst/>
            <a:gdLst/>
            <a:ahLst/>
            <a:cxnLst/>
            <a:rect l="l" t="t" r="r" b="b"/>
            <a:pathLst>
              <a:path w="1219" h="946" extrusionOk="0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18" y="945"/>
                  <a:pt x="1218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470;p18">
            <a:extLst>
              <a:ext uri="{FF2B5EF4-FFF2-40B4-BE49-F238E27FC236}">
                <a16:creationId xmlns:a16="http://schemas.microsoft.com/office/drawing/2014/main" id="{CC6A81E6-3C96-67D2-EE4E-59C33D45C94B}"/>
              </a:ext>
            </a:extLst>
          </p:cNvPr>
          <p:cNvSpPr/>
          <p:nvPr/>
        </p:nvSpPr>
        <p:spPr>
          <a:xfrm rot="10800000">
            <a:off x="8611265" y="3916745"/>
            <a:ext cx="123525" cy="96119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" name="Google Shape;471;p18">
            <a:extLst>
              <a:ext uri="{FF2B5EF4-FFF2-40B4-BE49-F238E27FC236}">
                <a16:creationId xmlns:a16="http://schemas.microsoft.com/office/drawing/2014/main" id="{085A2788-318C-E821-E6B7-096AAD28A816}"/>
              </a:ext>
            </a:extLst>
          </p:cNvPr>
          <p:cNvGrpSpPr/>
          <p:nvPr/>
        </p:nvGrpSpPr>
        <p:grpSpPr>
          <a:xfrm rot="-874411">
            <a:off x="194887" y="1017165"/>
            <a:ext cx="406928" cy="747953"/>
            <a:chOff x="10351075" y="912125"/>
            <a:chExt cx="639550" cy="1175525"/>
          </a:xfrm>
        </p:grpSpPr>
        <p:sp>
          <p:nvSpPr>
            <p:cNvPr id="57" name="Google Shape;472;p18">
              <a:extLst>
                <a:ext uri="{FF2B5EF4-FFF2-40B4-BE49-F238E27FC236}">
                  <a16:creationId xmlns:a16="http://schemas.microsoft.com/office/drawing/2014/main" id="{2BCB6E61-D02C-EAAB-7AEF-5E63BB1B0AB5}"/>
                </a:ext>
              </a:extLst>
            </p:cNvPr>
            <p:cNvSpPr/>
            <p:nvPr/>
          </p:nvSpPr>
          <p:spPr>
            <a:xfrm>
              <a:off x="10351075" y="912125"/>
              <a:ext cx="639550" cy="1175525"/>
            </a:xfrm>
            <a:custGeom>
              <a:avLst/>
              <a:gdLst/>
              <a:ahLst/>
              <a:cxnLst/>
              <a:rect l="l" t="t" r="r" b="b"/>
              <a:pathLst>
                <a:path w="25582" h="47021" extrusionOk="0">
                  <a:moveTo>
                    <a:pt x="13935" y="610"/>
                  </a:moveTo>
                  <a:cubicBezTo>
                    <a:pt x="14160" y="610"/>
                    <a:pt x="14384" y="620"/>
                    <a:pt x="14609" y="648"/>
                  </a:cubicBezTo>
                  <a:cubicBezTo>
                    <a:pt x="14634" y="648"/>
                    <a:pt x="14664" y="646"/>
                    <a:pt x="14696" y="646"/>
                  </a:cubicBezTo>
                  <a:cubicBezTo>
                    <a:pt x="14742" y="646"/>
                    <a:pt x="14791" y="651"/>
                    <a:pt x="14829" y="680"/>
                  </a:cubicBezTo>
                  <a:cubicBezTo>
                    <a:pt x="14907" y="727"/>
                    <a:pt x="15033" y="789"/>
                    <a:pt x="15048" y="883"/>
                  </a:cubicBezTo>
                  <a:cubicBezTo>
                    <a:pt x="15111" y="1071"/>
                    <a:pt x="14923" y="1134"/>
                    <a:pt x="14782" y="1150"/>
                  </a:cubicBezTo>
                  <a:cubicBezTo>
                    <a:pt x="14627" y="1183"/>
                    <a:pt x="14464" y="1216"/>
                    <a:pt x="14309" y="1216"/>
                  </a:cubicBezTo>
                  <a:cubicBezTo>
                    <a:pt x="14245" y="1216"/>
                    <a:pt x="14183" y="1211"/>
                    <a:pt x="14123" y="1197"/>
                  </a:cubicBezTo>
                  <a:cubicBezTo>
                    <a:pt x="13699" y="1075"/>
                    <a:pt x="13271" y="1050"/>
                    <a:pt x="12843" y="1050"/>
                  </a:cubicBezTo>
                  <a:cubicBezTo>
                    <a:pt x="12552" y="1050"/>
                    <a:pt x="12261" y="1061"/>
                    <a:pt x="11972" y="1061"/>
                  </a:cubicBezTo>
                  <a:cubicBezTo>
                    <a:pt x="11869" y="1061"/>
                    <a:pt x="11766" y="1060"/>
                    <a:pt x="11663" y="1056"/>
                  </a:cubicBezTo>
                  <a:cubicBezTo>
                    <a:pt x="11459" y="1040"/>
                    <a:pt x="11224" y="1071"/>
                    <a:pt x="11036" y="946"/>
                  </a:cubicBezTo>
                  <a:cubicBezTo>
                    <a:pt x="11127" y="699"/>
                    <a:pt x="11326" y="624"/>
                    <a:pt x="11490" y="624"/>
                  </a:cubicBezTo>
                  <a:cubicBezTo>
                    <a:pt x="11523" y="624"/>
                    <a:pt x="11555" y="627"/>
                    <a:pt x="11584" y="633"/>
                  </a:cubicBezTo>
                  <a:cubicBezTo>
                    <a:pt x="11813" y="661"/>
                    <a:pt x="12040" y="671"/>
                    <a:pt x="12267" y="671"/>
                  </a:cubicBezTo>
                  <a:cubicBezTo>
                    <a:pt x="12826" y="671"/>
                    <a:pt x="13381" y="610"/>
                    <a:pt x="13935" y="610"/>
                  </a:cubicBezTo>
                  <a:close/>
                  <a:moveTo>
                    <a:pt x="8904" y="2702"/>
                  </a:moveTo>
                  <a:cubicBezTo>
                    <a:pt x="8982" y="2702"/>
                    <a:pt x="9045" y="2749"/>
                    <a:pt x="9014" y="2827"/>
                  </a:cubicBezTo>
                  <a:cubicBezTo>
                    <a:pt x="8998" y="2874"/>
                    <a:pt x="8904" y="2905"/>
                    <a:pt x="8857" y="2921"/>
                  </a:cubicBezTo>
                  <a:cubicBezTo>
                    <a:pt x="8855" y="2922"/>
                    <a:pt x="8854" y="2923"/>
                    <a:pt x="8852" y="2923"/>
                  </a:cubicBezTo>
                  <a:cubicBezTo>
                    <a:pt x="8830" y="2923"/>
                    <a:pt x="8780" y="2857"/>
                    <a:pt x="8794" y="2843"/>
                  </a:cubicBezTo>
                  <a:cubicBezTo>
                    <a:pt x="8825" y="2796"/>
                    <a:pt x="8857" y="2749"/>
                    <a:pt x="8904" y="2702"/>
                  </a:cubicBezTo>
                  <a:close/>
                  <a:moveTo>
                    <a:pt x="17228" y="2713"/>
                  </a:moveTo>
                  <a:cubicBezTo>
                    <a:pt x="17243" y="2713"/>
                    <a:pt x="17259" y="2715"/>
                    <a:pt x="17274" y="2717"/>
                  </a:cubicBezTo>
                  <a:cubicBezTo>
                    <a:pt x="17525" y="2749"/>
                    <a:pt x="17776" y="2796"/>
                    <a:pt x="18042" y="2858"/>
                  </a:cubicBezTo>
                  <a:cubicBezTo>
                    <a:pt x="18089" y="2858"/>
                    <a:pt x="18152" y="2968"/>
                    <a:pt x="18136" y="3015"/>
                  </a:cubicBezTo>
                  <a:cubicBezTo>
                    <a:pt x="18120" y="3062"/>
                    <a:pt x="18042" y="3125"/>
                    <a:pt x="17979" y="3140"/>
                  </a:cubicBezTo>
                  <a:cubicBezTo>
                    <a:pt x="17943" y="3146"/>
                    <a:pt x="17906" y="3147"/>
                    <a:pt x="17870" y="3147"/>
                  </a:cubicBezTo>
                  <a:cubicBezTo>
                    <a:pt x="17796" y="3147"/>
                    <a:pt x="17723" y="3140"/>
                    <a:pt x="17650" y="3140"/>
                  </a:cubicBezTo>
                  <a:cubicBezTo>
                    <a:pt x="17650" y="3156"/>
                    <a:pt x="17634" y="3156"/>
                    <a:pt x="17634" y="3172"/>
                  </a:cubicBezTo>
                  <a:cubicBezTo>
                    <a:pt x="17493" y="3172"/>
                    <a:pt x="17337" y="3172"/>
                    <a:pt x="17196" y="3140"/>
                  </a:cubicBezTo>
                  <a:cubicBezTo>
                    <a:pt x="17102" y="3109"/>
                    <a:pt x="17023" y="3015"/>
                    <a:pt x="16960" y="2937"/>
                  </a:cubicBezTo>
                  <a:cubicBezTo>
                    <a:pt x="16903" y="2851"/>
                    <a:pt x="17068" y="2713"/>
                    <a:pt x="17228" y="2713"/>
                  </a:cubicBezTo>
                  <a:close/>
                  <a:moveTo>
                    <a:pt x="15896" y="1518"/>
                  </a:moveTo>
                  <a:cubicBezTo>
                    <a:pt x="16100" y="1518"/>
                    <a:pt x="16227" y="1679"/>
                    <a:pt x="16255" y="1902"/>
                  </a:cubicBezTo>
                  <a:cubicBezTo>
                    <a:pt x="16342" y="3023"/>
                    <a:pt x="16241" y="3238"/>
                    <a:pt x="15247" y="3238"/>
                  </a:cubicBezTo>
                  <a:cubicBezTo>
                    <a:pt x="15171" y="3238"/>
                    <a:pt x="15089" y="3237"/>
                    <a:pt x="15001" y="3235"/>
                  </a:cubicBezTo>
                  <a:cubicBezTo>
                    <a:pt x="14889" y="3233"/>
                    <a:pt x="14778" y="3232"/>
                    <a:pt x="14666" y="3232"/>
                  </a:cubicBezTo>
                  <a:cubicBezTo>
                    <a:pt x="13885" y="3232"/>
                    <a:pt x="13105" y="3280"/>
                    <a:pt x="12337" y="3376"/>
                  </a:cubicBezTo>
                  <a:cubicBezTo>
                    <a:pt x="12074" y="3410"/>
                    <a:pt x="11811" y="3430"/>
                    <a:pt x="11548" y="3430"/>
                  </a:cubicBezTo>
                  <a:cubicBezTo>
                    <a:pt x="11215" y="3430"/>
                    <a:pt x="10882" y="3399"/>
                    <a:pt x="10550" y="3329"/>
                  </a:cubicBezTo>
                  <a:cubicBezTo>
                    <a:pt x="10079" y="3219"/>
                    <a:pt x="9829" y="2999"/>
                    <a:pt x="9766" y="2529"/>
                  </a:cubicBezTo>
                  <a:cubicBezTo>
                    <a:pt x="9750" y="2467"/>
                    <a:pt x="9735" y="2388"/>
                    <a:pt x="9735" y="2310"/>
                  </a:cubicBezTo>
                  <a:cubicBezTo>
                    <a:pt x="9688" y="1887"/>
                    <a:pt x="9876" y="1667"/>
                    <a:pt x="10283" y="1667"/>
                  </a:cubicBezTo>
                  <a:cubicBezTo>
                    <a:pt x="10429" y="1662"/>
                    <a:pt x="10578" y="1660"/>
                    <a:pt x="10726" y="1660"/>
                  </a:cubicBezTo>
                  <a:cubicBezTo>
                    <a:pt x="11023" y="1660"/>
                    <a:pt x="11323" y="1667"/>
                    <a:pt x="11616" y="1667"/>
                  </a:cubicBezTo>
                  <a:cubicBezTo>
                    <a:pt x="11929" y="1667"/>
                    <a:pt x="12242" y="1655"/>
                    <a:pt x="12555" y="1655"/>
                  </a:cubicBezTo>
                  <a:cubicBezTo>
                    <a:pt x="13024" y="1655"/>
                    <a:pt x="13490" y="1683"/>
                    <a:pt x="13951" y="1824"/>
                  </a:cubicBezTo>
                  <a:cubicBezTo>
                    <a:pt x="14027" y="1845"/>
                    <a:pt x="14103" y="1853"/>
                    <a:pt x="14177" y="1853"/>
                  </a:cubicBezTo>
                  <a:cubicBezTo>
                    <a:pt x="14441" y="1853"/>
                    <a:pt x="14694" y="1747"/>
                    <a:pt x="14938" y="1698"/>
                  </a:cubicBezTo>
                  <a:cubicBezTo>
                    <a:pt x="15236" y="1636"/>
                    <a:pt x="15518" y="1573"/>
                    <a:pt x="15816" y="1526"/>
                  </a:cubicBezTo>
                  <a:cubicBezTo>
                    <a:pt x="15844" y="1521"/>
                    <a:pt x="15871" y="1518"/>
                    <a:pt x="15896" y="1518"/>
                  </a:cubicBezTo>
                  <a:close/>
                  <a:moveTo>
                    <a:pt x="18512" y="3763"/>
                  </a:moveTo>
                  <a:cubicBezTo>
                    <a:pt x="18601" y="3763"/>
                    <a:pt x="18690" y="3786"/>
                    <a:pt x="18779" y="3799"/>
                  </a:cubicBezTo>
                  <a:cubicBezTo>
                    <a:pt x="18810" y="4081"/>
                    <a:pt x="18622" y="4238"/>
                    <a:pt x="18450" y="4363"/>
                  </a:cubicBezTo>
                  <a:cubicBezTo>
                    <a:pt x="17776" y="4833"/>
                    <a:pt x="17086" y="5288"/>
                    <a:pt x="16412" y="5742"/>
                  </a:cubicBezTo>
                  <a:cubicBezTo>
                    <a:pt x="16177" y="5899"/>
                    <a:pt x="15910" y="5915"/>
                    <a:pt x="15659" y="5931"/>
                  </a:cubicBezTo>
                  <a:cubicBezTo>
                    <a:pt x="15017" y="5962"/>
                    <a:pt x="14390" y="5978"/>
                    <a:pt x="13747" y="6009"/>
                  </a:cubicBezTo>
                  <a:cubicBezTo>
                    <a:pt x="13418" y="6025"/>
                    <a:pt x="13073" y="6025"/>
                    <a:pt x="12744" y="6072"/>
                  </a:cubicBezTo>
                  <a:cubicBezTo>
                    <a:pt x="12606" y="6097"/>
                    <a:pt x="12473" y="6109"/>
                    <a:pt x="12342" y="6109"/>
                  </a:cubicBezTo>
                  <a:cubicBezTo>
                    <a:pt x="12146" y="6109"/>
                    <a:pt x="11954" y="6081"/>
                    <a:pt x="11757" y="6025"/>
                  </a:cubicBezTo>
                  <a:cubicBezTo>
                    <a:pt x="11255" y="5868"/>
                    <a:pt x="10753" y="5727"/>
                    <a:pt x="10220" y="5695"/>
                  </a:cubicBezTo>
                  <a:cubicBezTo>
                    <a:pt x="10111" y="5695"/>
                    <a:pt x="10001" y="5664"/>
                    <a:pt x="9891" y="5633"/>
                  </a:cubicBezTo>
                  <a:cubicBezTo>
                    <a:pt x="8982" y="5351"/>
                    <a:pt x="8920" y="5319"/>
                    <a:pt x="8700" y="4238"/>
                  </a:cubicBezTo>
                  <a:cubicBezTo>
                    <a:pt x="8655" y="3983"/>
                    <a:pt x="8796" y="3829"/>
                    <a:pt x="9040" y="3829"/>
                  </a:cubicBezTo>
                  <a:cubicBezTo>
                    <a:pt x="9052" y="3829"/>
                    <a:pt x="9064" y="3829"/>
                    <a:pt x="9076" y="3830"/>
                  </a:cubicBezTo>
                  <a:cubicBezTo>
                    <a:pt x="9484" y="3862"/>
                    <a:pt x="9907" y="3893"/>
                    <a:pt x="10299" y="3971"/>
                  </a:cubicBezTo>
                  <a:cubicBezTo>
                    <a:pt x="10674" y="4046"/>
                    <a:pt x="11048" y="4081"/>
                    <a:pt x="11423" y="4081"/>
                  </a:cubicBezTo>
                  <a:cubicBezTo>
                    <a:pt x="11754" y="4081"/>
                    <a:pt x="12084" y="4054"/>
                    <a:pt x="12415" y="4003"/>
                  </a:cubicBezTo>
                  <a:cubicBezTo>
                    <a:pt x="13018" y="3926"/>
                    <a:pt x="13614" y="3887"/>
                    <a:pt x="14213" y="3887"/>
                  </a:cubicBezTo>
                  <a:cubicBezTo>
                    <a:pt x="14470" y="3887"/>
                    <a:pt x="14727" y="3894"/>
                    <a:pt x="14985" y="3909"/>
                  </a:cubicBezTo>
                  <a:cubicBezTo>
                    <a:pt x="15403" y="3925"/>
                    <a:pt x="15821" y="3938"/>
                    <a:pt x="16239" y="3938"/>
                  </a:cubicBezTo>
                  <a:cubicBezTo>
                    <a:pt x="16979" y="3938"/>
                    <a:pt x="17718" y="3898"/>
                    <a:pt x="18450" y="3767"/>
                  </a:cubicBezTo>
                  <a:cubicBezTo>
                    <a:pt x="18470" y="3764"/>
                    <a:pt x="18491" y="3763"/>
                    <a:pt x="18512" y="3763"/>
                  </a:cubicBezTo>
                  <a:close/>
                  <a:moveTo>
                    <a:pt x="9208" y="6234"/>
                  </a:moveTo>
                  <a:cubicBezTo>
                    <a:pt x="9226" y="6234"/>
                    <a:pt x="9245" y="6237"/>
                    <a:pt x="9264" y="6244"/>
                  </a:cubicBezTo>
                  <a:cubicBezTo>
                    <a:pt x="9327" y="6260"/>
                    <a:pt x="9405" y="6291"/>
                    <a:pt x="9437" y="6354"/>
                  </a:cubicBezTo>
                  <a:cubicBezTo>
                    <a:pt x="9641" y="6887"/>
                    <a:pt x="9531" y="7404"/>
                    <a:pt x="9421" y="8015"/>
                  </a:cubicBezTo>
                  <a:cubicBezTo>
                    <a:pt x="9280" y="7874"/>
                    <a:pt x="9202" y="7827"/>
                    <a:pt x="9186" y="7780"/>
                  </a:cubicBezTo>
                  <a:cubicBezTo>
                    <a:pt x="9155" y="7310"/>
                    <a:pt x="9123" y="6824"/>
                    <a:pt x="9092" y="6354"/>
                  </a:cubicBezTo>
                  <a:cubicBezTo>
                    <a:pt x="9092" y="6279"/>
                    <a:pt x="9141" y="6234"/>
                    <a:pt x="9208" y="6234"/>
                  </a:cubicBezTo>
                  <a:close/>
                  <a:moveTo>
                    <a:pt x="10693" y="6463"/>
                  </a:moveTo>
                  <a:cubicBezTo>
                    <a:pt x="10702" y="6463"/>
                    <a:pt x="10712" y="6463"/>
                    <a:pt x="10722" y="6463"/>
                  </a:cubicBezTo>
                  <a:cubicBezTo>
                    <a:pt x="10800" y="6463"/>
                    <a:pt x="10879" y="6463"/>
                    <a:pt x="10942" y="6479"/>
                  </a:cubicBezTo>
                  <a:cubicBezTo>
                    <a:pt x="11471" y="6676"/>
                    <a:pt x="12010" y="6737"/>
                    <a:pt x="12554" y="6737"/>
                  </a:cubicBezTo>
                  <a:cubicBezTo>
                    <a:pt x="13007" y="6737"/>
                    <a:pt x="13463" y="6694"/>
                    <a:pt x="13920" y="6652"/>
                  </a:cubicBezTo>
                  <a:cubicBezTo>
                    <a:pt x="14056" y="6642"/>
                    <a:pt x="14193" y="6638"/>
                    <a:pt x="14332" y="6638"/>
                  </a:cubicBezTo>
                  <a:cubicBezTo>
                    <a:pt x="14639" y="6638"/>
                    <a:pt x="14949" y="6656"/>
                    <a:pt x="15252" y="6667"/>
                  </a:cubicBezTo>
                  <a:cubicBezTo>
                    <a:pt x="15550" y="6683"/>
                    <a:pt x="15691" y="6981"/>
                    <a:pt x="15534" y="7231"/>
                  </a:cubicBezTo>
                  <a:cubicBezTo>
                    <a:pt x="15503" y="7294"/>
                    <a:pt x="15471" y="7373"/>
                    <a:pt x="15424" y="7420"/>
                  </a:cubicBezTo>
                  <a:cubicBezTo>
                    <a:pt x="15346" y="7498"/>
                    <a:pt x="15221" y="7545"/>
                    <a:pt x="15174" y="7639"/>
                  </a:cubicBezTo>
                  <a:cubicBezTo>
                    <a:pt x="14672" y="8674"/>
                    <a:pt x="13732" y="8674"/>
                    <a:pt x="12791" y="8674"/>
                  </a:cubicBezTo>
                  <a:lnTo>
                    <a:pt x="12352" y="8674"/>
                  </a:lnTo>
                  <a:lnTo>
                    <a:pt x="12352" y="8658"/>
                  </a:lnTo>
                  <a:lnTo>
                    <a:pt x="11224" y="8658"/>
                  </a:lnTo>
                  <a:cubicBezTo>
                    <a:pt x="11217" y="8658"/>
                    <a:pt x="11211" y="8658"/>
                    <a:pt x="11204" y="8658"/>
                  </a:cubicBezTo>
                  <a:cubicBezTo>
                    <a:pt x="10415" y="8658"/>
                    <a:pt x="9831" y="7726"/>
                    <a:pt x="10111" y="6855"/>
                  </a:cubicBezTo>
                  <a:cubicBezTo>
                    <a:pt x="10186" y="6644"/>
                    <a:pt x="10450" y="6463"/>
                    <a:pt x="10693" y="6463"/>
                  </a:cubicBezTo>
                  <a:close/>
                  <a:moveTo>
                    <a:pt x="7611" y="8213"/>
                  </a:moveTo>
                  <a:cubicBezTo>
                    <a:pt x="7713" y="8213"/>
                    <a:pt x="7816" y="8222"/>
                    <a:pt x="7916" y="8235"/>
                  </a:cubicBezTo>
                  <a:cubicBezTo>
                    <a:pt x="8324" y="8297"/>
                    <a:pt x="8669" y="8658"/>
                    <a:pt x="8700" y="9081"/>
                  </a:cubicBezTo>
                  <a:cubicBezTo>
                    <a:pt x="8731" y="9598"/>
                    <a:pt x="8700" y="10131"/>
                    <a:pt x="8700" y="10648"/>
                  </a:cubicBezTo>
                  <a:lnTo>
                    <a:pt x="8684" y="10648"/>
                  </a:lnTo>
                  <a:cubicBezTo>
                    <a:pt x="8684" y="11181"/>
                    <a:pt x="8716" y="11699"/>
                    <a:pt x="8669" y="12216"/>
                  </a:cubicBezTo>
                  <a:cubicBezTo>
                    <a:pt x="8633" y="12715"/>
                    <a:pt x="8454" y="12943"/>
                    <a:pt x="8089" y="12943"/>
                  </a:cubicBezTo>
                  <a:cubicBezTo>
                    <a:pt x="7973" y="12943"/>
                    <a:pt x="7837" y="12920"/>
                    <a:pt x="7681" y="12874"/>
                  </a:cubicBezTo>
                  <a:cubicBezTo>
                    <a:pt x="6584" y="12561"/>
                    <a:pt x="5738" y="11981"/>
                    <a:pt x="5330" y="10852"/>
                  </a:cubicBezTo>
                  <a:cubicBezTo>
                    <a:pt x="5111" y="10241"/>
                    <a:pt x="5267" y="9739"/>
                    <a:pt x="5706" y="9332"/>
                  </a:cubicBezTo>
                  <a:cubicBezTo>
                    <a:pt x="6051" y="9003"/>
                    <a:pt x="6443" y="8721"/>
                    <a:pt x="6851" y="8438"/>
                  </a:cubicBezTo>
                  <a:cubicBezTo>
                    <a:pt x="7077" y="8269"/>
                    <a:pt x="7344" y="8213"/>
                    <a:pt x="7611" y="8213"/>
                  </a:cubicBezTo>
                  <a:close/>
                  <a:moveTo>
                    <a:pt x="7894" y="5762"/>
                  </a:moveTo>
                  <a:cubicBezTo>
                    <a:pt x="8162" y="5762"/>
                    <a:pt x="8275" y="5973"/>
                    <a:pt x="8449" y="6463"/>
                  </a:cubicBezTo>
                  <a:cubicBezTo>
                    <a:pt x="8449" y="6510"/>
                    <a:pt x="8465" y="6542"/>
                    <a:pt x="8481" y="6573"/>
                  </a:cubicBezTo>
                  <a:cubicBezTo>
                    <a:pt x="8747" y="7247"/>
                    <a:pt x="8637" y="7545"/>
                    <a:pt x="7869" y="7576"/>
                  </a:cubicBezTo>
                  <a:cubicBezTo>
                    <a:pt x="6725" y="7608"/>
                    <a:pt x="5816" y="8203"/>
                    <a:pt x="5079" y="9050"/>
                  </a:cubicBezTo>
                  <a:cubicBezTo>
                    <a:pt x="4217" y="10022"/>
                    <a:pt x="4217" y="11056"/>
                    <a:pt x="5299" y="12247"/>
                  </a:cubicBezTo>
                  <a:cubicBezTo>
                    <a:pt x="5988" y="13000"/>
                    <a:pt x="6866" y="13486"/>
                    <a:pt x="7916" y="13611"/>
                  </a:cubicBezTo>
                  <a:cubicBezTo>
                    <a:pt x="8543" y="13674"/>
                    <a:pt x="8575" y="13752"/>
                    <a:pt x="8653" y="14363"/>
                  </a:cubicBezTo>
                  <a:cubicBezTo>
                    <a:pt x="8669" y="14504"/>
                    <a:pt x="8684" y="14661"/>
                    <a:pt x="8669" y="14802"/>
                  </a:cubicBezTo>
                  <a:cubicBezTo>
                    <a:pt x="8637" y="15084"/>
                    <a:pt x="8434" y="15288"/>
                    <a:pt x="8151" y="15319"/>
                  </a:cubicBezTo>
                  <a:cubicBezTo>
                    <a:pt x="8052" y="15325"/>
                    <a:pt x="7953" y="15326"/>
                    <a:pt x="7856" y="15326"/>
                  </a:cubicBezTo>
                  <a:cubicBezTo>
                    <a:pt x="7662" y="15326"/>
                    <a:pt x="7477" y="15319"/>
                    <a:pt x="7321" y="15319"/>
                  </a:cubicBezTo>
                  <a:cubicBezTo>
                    <a:pt x="7158" y="15351"/>
                    <a:pt x="7002" y="15365"/>
                    <a:pt x="6851" y="15365"/>
                  </a:cubicBezTo>
                  <a:cubicBezTo>
                    <a:pt x="6249" y="15365"/>
                    <a:pt x="5738" y="15134"/>
                    <a:pt x="5236" y="14834"/>
                  </a:cubicBezTo>
                  <a:cubicBezTo>
                    <a:pt x="3966" y="14097"/>
                    <a:pt x="3982" y="14066"/>
                    <a:pt x="2885" y="12827"/>
                  </a:cubicBezTo>
                  <a:cubicBezTo>
                    <a:pt x="2305" y="12169"/>
                    <a:pt x="2195" y="11448"/>
                    <a:pt x="2321" y="10633"/>
                  </a:cubicBezTo>
                  <a:cubicBezTo>
                    <a:pt x="2399" y="10194"/>
                    <a:pt x="2540" y="9771"/>
                    <a:pt x="2807" y="9395"/>
                  </a:cubicBezTo>
                  <a:cubicBezTo>
                    <a:pt x="3386" y="8564"/>
                    <a:pt x="3904" y="7686"/>
                    <a:pt x="4813" y="7169"/>
                  </a:cubicBezTo>
                  <a:cubicBezTo>
                    <a:pt x="5612" y="6714"/>
                    <a:pt x="6443" y="6275"/>
                    <a:pt x="7305" y="5931"/>
                  </a:cubicBezTo>
                  <a:cubicBezTo>
                    <a:pt x="7566" y="5822"/>
                    <a:pt x="7752" y="5762"/>
                    <a:pt x="7894" y="5762"/>
                  </a:cubicBezTo>
                  <a:close/>
                  <a:moveTo>
                    <a:pt x="16381" y="6667"/>
                  </a:moveTo>
                  <a:cubicBezTo>
                    <a:pt x="16553" y="6667"/>
                    <a:pt x="16647" y="6793"/>
                    <a:pt x="16631" y="6965"/>
                  </a:cubicBezTo>
                  <a:cubicBezTo>
                    <a:pt x="16631" y="7263"/>
                    <a:pt x="16600" y="7561"/>
                    <a:pt x="16584" y="7858"/>
                  </a:cubicBezTo>
                  <a:cubicBezTo>
                    <a:pt x="16475" y="9128"/>
                    <a:pt x="16522" y="10398"/>
                    <a:pt x="16537" y="11667"/>
                  </a:cubicBezTo>
                  <a:cubicBezTo>
                    <a:pt x="16553" y="12529"/>
                    <a:pt x="16506" y="13392"/>
                    <a:pt x="16522" y="14238"/>
                  </a:cubicBezTo>
                  <a:cubicBezTo>
                    <a:pt x="16537" y="14787"/>
                    <a:pt x="16333" y="15100"/>
                    <a:pt x="15848" y="15398"/>
                  </a:cubicBezTo>
                  <a:cubicBezTo>
                    <a:pt x="14939" y="15921"/>
                    <a:pt x="13969" y="15997"/>
                    <a:pt x="12992" y="15997"/>
                  </a:cubicBezTo>
                  <a:cubicBezTo>
                    <a:pt x="12857" y="15997"/>
                    <a:pt x="12722" y="15995"/>
                    <a:pt x="12587" y="15993"/>
                  </a:cubicBezTo>
                  <a:cubicBezTo>
                    <a:pt x="12148" y="15978"/>
                    <a:pt x="11710" y="15852"/>
                    <a:pt x="11255" y="15821"/>
                  </a:cubicBezTo>
                  <a:cubicBezTo>
                    <a:pt x="10753" y="15774"/>
                    <a:pt x="10330" y="15555"/>
                    <a:pt x="9923" y="15288"/>
                  </a:cubicBezTo>
                  <a:cubicBezTo>
                    <a:pt x="9594" y="15069"/>
                    <a:pt x="9405" y="14755"/>
                    <a:pt x="9358" y="14348"/>
                  </a:cubicBezTo>
                  <a:cubicBezTo>
                    <a:pt x="9217" y="13203"/>
                    <a:pt x="9123" y="12044"/>
                    <a:pt x="9249" y="10884"/>
                  </a:cubicBezTo>
                  <a:cubicBezTo>
                    <a:pt x="9249" y="10178"/>
                    <a:pt x="9249" y="9473"/>
                    <a:pt x="9249" y="8768"/>
                  </a:cubicBezTo>
                  <a:cubicBezTo>
                    <a:pt x="9249" y="8705"/>
                    <a:pt x="9296" y="8627"/>
                    <a:pt x="9358" y="8579"/>
                  </a:cubicBezTo>
                  <a:cubicBezTo>
                    <a:pt x="9395" y="8542"/>
                    <a:pt x="9437" y="8527"/>
                    <a:pt x="9478" y="8527"/>
                  </a:cubicBezTo>
                  <a:cubicBezTo>
                    <a:pt x="9541" y="8527"/>
                    <a:pt x="9603" y="8563"/>
                    <a:pt x="9641" y="8611"/>
                  </a:cubicBezTo>
                  <a:cubicBezTo>
                    <a:pt x="10158" y="9206"/>
                    <a:pt x="10863" y="9285"/>
                    <a:pt x="11584" y="9316"/>
                  </a:cubicBezTo>
                  <a:cubicBezTo>
                    <a:pt x="11676" y="9320"/>
                    <a:pt x="11769" y="9321"/>
                    <a:pt x="11861" y="9321"/>
                  </a:cubicBezTo>
                  <a:cubicBezTo>
                    <a:pt x="12026" y="9321"/>
                    <a:pt x="12190" y="9317"/>
                    <a:pt x="12355" y="9317"/>
                  </a:cubicBezTo>
                  <a:cubicBezTo>
                    <a:pt x="12506" y="9317"/>
                    <a:pt x="12656" y="9320"/>
                    <a:pt x="12807" y="9332"/>
                  </a:cubicBezTo>
                  <a:cubicBezTo>
                    <a:pt x="12891" y="9338"/>
                    <a:pt x="12973" y="9341"/>
                    <a:pt x="13055" y="9341"/>
                  </a:cubicBezTo>
                  <a:cubicBezTo>
                    <a:pt x="14059" y="9341"/>
                    <a:pt x="14908" y="8907"/>
                    <a:pt x="15691" y="8313"/>
                  </a:cubicBezTo>
                  <a:cubicBezTo>
                    <a:pt x="15863" y="8188"/>
                    <a:pt x="15910" y="8015"/>
                    <a:pt x="15942" y="7827"/>
                  </a:cubicBezTo>
                  <a:cubicBezTo>
                    <a:pt x="15989" y="7498"/>
                    <a:pt x="16051" y="7169"/>
                    <a:pt x="16130" y="6840"/>
                  </a:cubicBezTo>
                  <a:cubicBezTo>
                    <a:pt x="16161" y="6761"/>
                    <a:pt x="16302" y="6667"/>
                    <a:pt x="16381" y="6667"/>
                  </a:cubicBezTo>
                  <a:close/>
                  <a:moveTo>
                    <a:pt x="16414" y="15859"/>
                  </a:moveTo>
                  <a:cubicBezTo>
                    <a:pt x="16573" y="15859"/>
                    <a:pt x="16711" y="15919"/>
                    <a:pt x="16788" y="16072"/>
                  </a:cubicBezTo>
                  <a:cubicBezTo>
                    <a:pt x="16929" y="16370"/>
                    <a:pt x="17086" y="16667"/>
                    <a:pt x="17196" y="16981"/>
                  </a:cubicBezTo>
                  <a:cubicBezTo>
                    <a:pt x="17384" y="17483"/>
                    <a:pt x="17540" y="17984"/>
                    <a:pt x="17713" y="18470"/>
                  </a:cubicBezTo>
                  <a:cubicBezTo>
                    <a:pt x="17760" y="18611"/>
                    <a:pt x="17791" y="18768"/>
                    <a:pt x="17885" y="18878"/>
                  </a:cubicBezTo>
                  <a:cubicBezTo>
                    <a:pt x="18575" y="19630"/>
                    <a:pt x="18904" y="20617"/>
                    <a:pt x="19547" y="21401"/>
                  </a:cubicBezTo>
                  <a:cubicBezTo>
                    <a:pt x="19703" y="21605"/>
                    <a:pt x="19813" y="21856"/>
                    <a:pt x="19939" y="22091"/>
                  </a:cubicBezTo>
                  <a:cubicBezTo>
                    <a:pt x="20424" y="23047"/>
                    <a:pt x="20863" y="24034"/>
                    <a:pt x="21443" y="24959"/>
                  </a:cubicBezTo>
                  <a:cubicBezTo>
                    <a:pt x="21678" y="25335"/>
                    <a:pt x="21961" y="25743"/>
                    <a:pt x="21992" y="26182"/>
                  </a:cubicBezTo>
                  <a:cubicBezTo>
                    <a:pt x="22086" y="27295"/>
                    <a:pt x="22666" y="28188"/>
                    <a:pt x="23262" y="29019"/>
                  </a:cubicBezTo>
                  <a:cubicBezTo>
                    <a:pt x="24061" y="30147"/>
                    <a:pt x="24500" y="31401"/>
                    <a:pt x="24829" y="32718"/>
                  </a:cubicBezTo>
                  <a:cubicBezTo>
                    <a:pt x="24923" y="33078"/>
                    <a:pt x="24954" y="33455"/>
                    <a:pt x="24923" y="33831"/>
                  </a:cubicBezTo>
                  <a:cubicBezTo>
                    <a:pt x="24892" y="34834"/>
                    <a:pt x="24845" y="35853"/>
                    <a:pt x="24672" y="36840"/>
                  </a:cubicBezTo>
                  <a:cubicBezTo>
                    <a:pt x="24594" y="37358"/>
                    <a:pt x="24453" y="37890"/>
                    <a:pt x="24453" y="38408"/>
                  </a:cubicBezTo>
                  <a:cubicBezTo>
                    <a:pt x="24453" y="39709"/>
                    <a:pt x="23889" y="40790"/>
                    <a:pt x="23183" y="41825"/>
                  </a:cubicBezTo>
                  <a:cubicBezTo>
                    <a:pt x="22650" y="42608"/>
                    <a:pt x="21929" y="43173"/>
                    <a:pt x="21020" y="43533"/>
                  </a:cubicBezTo>
                  <a:cubicBezTo>
                    <a:pt x="20315" y="43815"/>
                    <a:pt x="19609" y="43925"/>
                    <a:pt x="18857" y="43988"/>
                  </a:cubicBezTo>
                  <a:cubicBezTo>
                    <a:pt x="17820" y="44086"/>
                    <a:pt x="16796" y="44196"/>
                    <a:pt x="15516" y="44196"/>
                  </a:cubicBezTo>
                  <a:cubicBezTo>
                    <a:pt x="15364" y="44196"/>
                    <a:pt x="15208" y="44195"/>
                    <a:pt x="15048" y="44192"/>
                  </a:cubicBezTo>
                  <a:cubicBezTo>
                    <a:pt x="14453" y="44129"/>
                    <a:pt x="13512" y="44176"/>
                    <a:pt x="12587" y="44050"/>
                  </a:cubicBezTo>
                  <a:cubicBezTo>
                    <a:pt x="11910" y="43950"/>
                    <a:pt x="11213" y="43900"/>
                    <a:pt x="10520" y="43900"/>
                  </a:cubicBezTo>
                  <a:cubicBezTo>
                    <a:pt x="10347" y="43900"/>
                    <a:pt x="10173" y="43903"/>
                    <a:pt x="10001" y="43909"/>
                  </a:cubicBezTo>
                  <a:cubicBezTo>
                    <a:pt x="9946" y="43911"/>
                    <a:pt x="9891" y="43912"/>
                    <a:pt x="9837" y="43912"/>
                  </a:cubicBezTo>
                  <a:cubicBezTo>
                    <a:pt x="8833" y="43912"/>
                    <a:pt x="7895" y="43647"/>
                    <a:pt x="6929" y="43424"/>
                  </a:cubicBezTo>
                  <a:cubicBezTo>
                    <a:pt x="6271" y="43282"/>
                    <a:pt x="5612" y="43141"/>
                    <a:pt x="5017" y="42828"/>
                  </a:cubicBezTo>
                  <a:cubicBezTo>
                    <a:pt x="4374" y="42499"/>
                    <a:pt x="3778" y="42138"/>
                    <a:pt x="3324" y="41558"/>
                  </a:cubicBezTo>
                  <a:cubicBezTo>
                    <a:pt x="3073" y="41229"/>
                    <a:pt x="2807" y="40916"/>
                    <a:pt x="2540" y="40602"/>
                  </a:cubicBezTo>
                  <a:cubicBezTo>
                    <a:pt x="1270" y="39019"/>
                    <a:pt x="659" y="37216"/>
                    <a:pt x="706" y="35194"/>
                  </a:cubicBezTo>
                  <a:cubicBezTo>
                    <a:pt x="769" y="32765"/>
                    <a:pt x="1317" y="30445"/>
                    <a:pt x="2352" y="28251"/>
                  </a:cubicBezTo>
                  <a:cubicBezTo>
                    <a:pt x="2430" y="28078"/>
                    <a:pt x="2509" y="27906"/>
                    <a:pt x="2618" y="27765"/>
                  </a:cubicBezTo>
                  <a:cubicBezTo>
                    <a:pt x="3528" y="26574"/>
                    <a:pt x="4170" y="25210"/>
                    <a:pt x="5017" y="23972"/>
                  </a:cubicBezTo>
                  <a:cubicBezTo>
                    <a:pt x="5142" y="23784"/>
                    <a:pt x="5236" y="23580"/>
                    <a:pt x="5346" y="23392"/>
                  </a:cubicBezTo>
                  <a:cubicBezTo>
                    <a:pt x="5894" y="22436"/>
                    <a:pt x="6474" y="21526"/>
                    <a:pt x="7164" y="20680"/>
                  </a:cubicBezTo>
                  <a:cubicBezTo>
                    <a:pt x="7728" y="19990"/>
                    <a:pt x="8199" y="19222"/>
                    <a:pt x="8700" y="18470"/>
                  </a:cubicBezTo>
                  <a:cubicBezTo>
                    <a:pt x="8825" y="18266"/>
                    <a:pt x="8888" y="18000"/>
                    <a:pt x="8967" y="17749"/>
                  </a:cubicBezTo>
                  <a:cubicBezTo>
                    <a:pt x="9045" y="17420"/>
                    <a:pt x="9076" y="17075"/>
                    <a:pt x="9186" y="16761"/>
                  </a:cubicBezTo>
                  <a:cubicBezTo>
                    <a:pt x="9296" y="16495"/>
                    <a:pt x="9264" y="16119"/>
                    <a:pt x="9578" y="16009"/>
                  </a:cubicBezTo>
                  <a:cubicBezTo>
                    <a:pt x="9620" y="15992"/>
                    <a:pt x="9661" y="15984"/>
                    <a:pt x="9701" y="15984"/>
                  </a:cubicBezTo>
                  <a:cubicBezTo>
                    <a:pt x="9911" y="15984"/>
                    <a:pt x="10088" y="16192"/>
                    <a:pt x="10299" y="16244"/>
                  </a:cubicBezTo>
                  <a:cubicBezTo>
                    <a:pt x="11210" y="16503"/>
                    <a:pt x="12117" y="16661"/>
                    <a:pt x="13017" y="16661"/>
                  </a:cubicBezTo>
                  <a:cubicBezTo>
                    <a:pt x="14020" y="16661"/>
                    <a:pt x="15013" y="16465"/>
                    <a:pt x="15989" y="15993"/>
                  </a:cubicBezTo>
                  <a:cubicBezTo>
                    <a:pt x="16098" y="15946"/>
                    <a:pt x="16192" y="15899"/>
                    <a:pt x="16302" y="15868"/>
                  </a:cubicBezTo>
                  <a:cubicBezTo>
                    <a:pt x="16340" y="15862"/>
                    <a:pt x="16377" y="15859"/>
                    <a:pt x="16414" y="15859"/>
                  </a:cubicBezTo>
                  <a:close/>
                  <a:moveTo>
                    <a:pt x="7453" y="44339"/>
                  </a:moveTo>
                  <a:cubicBezTo>
                    <a:pt x="7524" y="44339"/>
                    <a:pt x="7596" y="44349"/>
                    <a:pt x="7666" y="44364"/>
                  </a:cubicBezTo>
                  <a:cubicBezTo>
                    <a:pt x="9923" y="44787"/>
                    <a:pt x="12211" y="44756"/>
                    <a:pt x="14484" y="44928"/>
                  </a:cubicBezTo>
                  <a:cubicBezTo>
                    <a:pt x="14990" y="44966"/>
                    <a:pt x="15497" y="44988"/>
                    <a:pt x="16004" y="44988"/>
                  </a:cubicBezTo>
                  <a:cubicBezTo>
                    <a:pt x="17178" y="44988"/>
                    <a:pt x="18350" y="44870"/>
                    <a:pt x="19500" y="44552"/>
                  </a:cubicBezTo>
                  <a:cubicBezTo>
                    <a:pt x="19548" y="44541"/>
                    <a:pt x="19601" y="44532"/>
                    <a:pt x="19651" y="44532"/>
                  </a:cubicBezTo>
                  <a:cubicBezTo>
                    <a:pt x="19747" y="44532"/>
                    <a:pt x="19835" y="44565"/>
                    <a:pt x="19876" y="44677"/>
                  </a:cubicBezTo>
                  <a:cubicBezTo>
                    <a:pt x="19907" y="44771"/>
                    <a:pt x="19907" y="44897"/>
                    <a:pt x="19860" y="44991"/>
                  </a:cubicBezTo>
                  <a:cubicBezTo>
                    <a:pt x="19562" y="45743"/>
                    <a:pt x="18904" y="46010"/>
                    <a:pt x="18199" y="46182"/>
                  </a:cubicBezTo>
                  <a:cubicBezTo>
                    <a:pt x="17211" y="46402"/>
                    <a:pt x="16192" y="46417"/>
                    <a:pt x="15189" y="46449"/>
                  </a:cubicBezTo>
                  <a:cubicBezTo>
                    <a:pt x="12979" y="46308"/>
                    <a:pt x="10769" y="46308"/>
                    <a:pt x="8590" y="45931"/>
                  </a:cubicBezTo>
                  <a:cubicBezTo>
                    <a:pt x="8340" y="45884"/>
                    <a:pt x="8073" y="45822"/>
                    <a:pt x="7822" y="45743"/>
                  </a:cubicBezTo>
                  <a:cubicBezTo>
                    <a:pt x="7525" y="45649"/>
                    <a:pt x="7289" y="45461"/>
                    <a:pt x="7164" y="45179"/>
                  </a:cubicBezTo>
                  <a:cubicBezTo>
                    <a:pt x="7054" y="44975"/>
                    <a:pt x="6945" y="44756"/>
                    <a:pt x="7070" y="44536"/>
                  </a:cubicBezTo>
                  <a:cubicBezTo>
                    <a:pt x="7156" y="44386"/>
                    <a:pt x="7300" y="44339"/>
                    <a:pt x="7453" y="44339"/>
                  </a:cubicBezTo>
                  <a:close/>
                  <a:moveTo>
                    <a:pt x="14209" y="1"/>
                  </a:moveTo>
                  <a:cubicBezTo>
                    <a:pt x="14155" y="1"/>
                    <a:pt x="14100" y="2"/>
                    <a:pt x="14045" y="6"/>
                  </a:cubicBezTo>
                  <a:cubicBezTo>
                    <a:pt x="12587" y="100"/>
                    <a:pt x="11114" y="21"/>
                    <a:pt x="9735" y="617"/>
                  </a:cubicBezTo>
                  <a:cubicBezTo>
                    <a:pt x="9123" y="883"/>
                    <a:pt x="9061" y="899"/>
                    <a:pt x="9029" y="1573"/>
                  </a:cubicBezTo>
                  <a:cubicBezTo>
                    <a:pt x="9029" y="2169"/>
                    <a:pt x="8982" y="2231"/>
                    <a:pt x="8465" y="2357"/>
                  </a:cubicBezTo>
                  <a:cubicBezTo>
                    <a:pt x="8293" y="2404"/>
                    <a:pt x="8089" y="2404"/>
                    <a:pt x="7916" y="2451"/>
                  </a:cubicBezTo>
                  <a:cubicBezTo>
                    <a:pt x="7603" y="2545"/>
                    <a:pt x="7509" y="2702"/>
                    <a:pt x="7525" y="3031"/>
                  </a:cubicBezTo>
                  <a:cubicBezTo>
                    <a:pt x="7572" y="3501"/>
                    <a:pt x="7838" y="3862"/>
                    <a:pt x="8026" y="4253"/>
                  </a:cubicBezTo>
                  <a:cubicBezTo>
                    <a:pt x="8261" y="4755"/>
                    <a:pt x="8151" y="5084"/>
                    <a:pt x="7650" y="5241"/>
                  </a:cubicBezTo>
                  <a:cubicBezTo>
                    <a:pt x="6678" y="5539"/>
                    <a:pt x="5832" y="6103"/>
                    <a:pt x="4876" y="6463"/>
                  </a:cubicBezTo>
                  <a:cubicBezTo>
                    <a:pt x="4390" y="6652"/>
                    <a:pt x="3998" y="6965"/>
                    <a:pt x="3622" y="7357"/>
                  </a:cubicBezTo>
                  <a:cubicBezTo>
                    <a:pt x="2932" y="8078"/>
                    <a:pt x="2462" y="8940"/>
                    <a:pt x="2054" y="9802"/>
                  </a:cubicBezTo>
                  <a:cubicBezTo>
                    <a:pt x="1521" y="10962"/>
                    <a:pt x="1521" y="12138"/>
                    <a:pt x="2477" y="13156"/>
                  </a:cubicBezTo>
                  <a:cubicBezTo>
                    <a:pt x="2697" y="13392"/>
                    <a:pt x="2901" y="13674"/>
                    <a:pt x="3057" y="13971"/>
                  </a:cubicBezTo>
                  <a:cubicBezTo>
                    <a:pt x="3292" y="14426"/>
                    <a:pt x="3653" y="14724"/>
                    <a:pt x="4108" y="14943"/>
                  </a:cubicBezTo>
                  <a:cubicBezTo>
                    <a:pt x="4311" y="15037"/>
                    <a:pt x="4515" y="15131"/>
                    <a:pt x="4703" y="15272"/>
                  </a:cubicBezTo>
                  <a:cubicBezTo>
                    <a:pt x="5311" y="15708"/>
                    <a:pt x="5974" y="15922"/>
                    <a:pt x="6712" y="15922"/>
                  </a:cubicBezTo>
                  <a:cubicBezTo>
                    <a:pt x="6849" y="15922"/>
                    <a:pt x="6990" y="15914"/>
                    <a:pt x="7133" y="15899"/>
                  </a:cubicBezTo>
                  <a:cubicBezTo>
                    <a:pt x="7231" y="15892"/>
                    <a:pt x="7329" y="15889"/>
                    <a:pt x="7427" y="15889"/>
                  </a:cubicBezTo>
                  <a:cubicBezTo>
                    <a:pt x="7736" y="15889"/>
                    <a:pt x="8046" y="15919"/>
                    <a:pt x="8355" y="15931"/>
                  </a:cubicBezTo>
                  <a:cubicBezTo>
                    <a:pt x="8528" y="15946"/>
                    <a:pt x="8653" y="16056"/>
                    <a:pt x="8669" y="16213"/>
                  </a:cubicBezTo>
                  <a:cubicBezTo>
                    <a:pt x="8747" y="16809"/>
                    <a:pt x="8778" y="17404"/>
                    <a:pt x="8387" y="17921"/>
                  </a:cubicBezTo>
                  <a:cubicBezTo>
                    <a:pt x="7901" y="18580"/>
                    <a:pt x="7368" y="19222"/>
                    <a:pt x="7039" y="19975"/>
                  </a:cubicBezTo>
                  <a:cubicBezTo>
                    <a:pt x="6960" y="20147"/>
                    <a:pt x="6819" y="20288"/>
                    <a:pt x="6694" y="20429"/>
                  </a:cubicBezTo>
                  <a:cubicBezTo>
                    <a:pt x="6067" y="21166"/>
                    <a:pt x="5518" y="21981"/>
                    <a:pt x="5017" y="22812"/>
                  </a:cubicBezTo>
                  <a:cubicBezTo>
                    <a:pt x="4233" y="24081"/>
                    <a:pt x="3481" y="25382"/>
                    <a:pt x="2665" y="26621"/>
                  </a:cubicBezTo>
                  <a:cubicBezTo>
                    <a:pt x="1270" y="28768"/>
                    <a:pt x="487" y="31135"/>
                    <a:pt x="142" y="33643"/>
                  </a:cubicBezTo>
                  <a:cubicBezTo>
                    <a:pt x="1" y="34630"/>
                    <a:pt x="32" y="35665"/>
                    <a:pt x="173" y="36652"/>
                  </a:cubicBezTo>
                  <a:cubicBezTo>
                    <a:pt x="314" y="37765"/>
                    <a:pt x="596" y="38862"/>
                    <a:pt x="1270" y="39818"/>
                  </a:cubicBezTo>
                  <a:cubicBezTo>
                    <a:pt x="1584" y="40273"/>
                    <a:pt x="1882" y="40759"/>
                    <a:pt x="2242" y="41182"/>
                  </a:cubicBezTo>
                  <a:cubicBezTo>
                    <a:pt x="3073" y="42201"/>
                    <a:pt x="3919" y="43220"/>
                    <a:pt x="5220" y="43643"/>
                  </a:cubicBezTo>
                  <a:cubicBezTo>
                    <a:pt x="5816" y="43831"/>
                    <a:pt x="6177" y="44176"/>
                    <a:pt x="6333" y="44771"/>
                  </a:cubicBezTo>
                  <a:cubicBezTo>
                    <a:pt x="6396" y="44991"/>
                    <a:pt x="6474" y="45195"/>
                    <a:pt x="6506" y="45414"/>
                  </a:cubicBezTo>
                  <a:cubicBezTo>
                    <a:pt x="6568" y="45931"/>
                    <a:pt x="6898" y="46214"/>
                    <a:pt x="7336" y="46370"/>
                  </a:cubicBezTo>
                  <a:cubicBezTo>
                    <a:pt x="7650" y="46496"/>
                    <a:pt x="7979" y="46574"/>
                    <a:pt x="8324" y="46621"/>
                  </a:cubicBezTo>
                  <a:cubicBezTo>
                    <a:pt x="9014" y="46715"/>
                    <a:pt x="9735" y="46778"/>
                    <a:pt x="10440" y="46888"/>
                  </a:cubicBezTo>
                  <a:cubicBezTo>
                    <a:pt x="11216" y="46997"/>
                    <a:pt x="11997" y="47016"/>
                    <a:pt x="12780" y="47016"/>
                  </a:cubicBezTo>
                  <a:cubicBezTo>
                    <a:pt x="13202" y="47016"/>
                    <a:pt x="13625" y="47011"/>
                    <a:pt x="14047" y="47011"/>
                  </a:cubicBezTo>
                  <a:cubicBezTo>
                    <a:pt x="14188" y="47011"/>
                    <a:pt x="14328" y="47011"/>
                    <a:pt x="14468" y="47013"/>
                  </a:cubicBezTo>
                  <a:cubicBezTo>
                    <a:pt x="14991" y="47013"/>
                    <a:pt x="15513" y="46992"/>
                    <a:pt x="16036" y="46992"/>
                  </a:cubicBezTo>
                  <a:cubicBezTo>
                    <a:pt x="16297" y="46992"/>
                    <a:pt x="16558" y="46997"/>
                    <a:pt x="16819" y="47013"/>
                  </a:cubicBezTo>
                  <a:cubicBezTo>
                    <a:pt x="16904" y="47018"/>
                    <a:pt x="16988" y="47021"/>
                    <a:pt x="17071" y="47021"/>
                  </a:cubicBezTo>
                  <a:cubicBezTo>
                    <a:pt x="17944" y="47021"/>
                    <a:pt x="18745" y="46734"/>
                    <a:pt x="19547" y="46433"/>
                  </a:cubicBezTo>
                  <a:cubicBezTo>
                    <a:pt x="20033" y="46245"/>
                    <a:pt x="20330" y="45900"/>
                    <a:pt x="20377" y="45336"/>
                  </a:cubicBezTo>
                  <a:cubicBezTo>
                    <a:pt x="20393" y="45116"/>
                    <a:pt x="20409" y="44897"/>
                    <a:pt x="20472" y="44677"/>
                  </a:cubicBezTo>
                  <a:cubicBezTo>
                    <a:pt x="20578" y="44295"/>
                    <a:pt x="20805" y="44003"/>
                    <a:pt x="21222" y="44003"/>
                  </a:cubicBezTo>
                  <a:cubicBezTo>
                    <a:pt x="21233" y="44003"/>
                    <a:pt x="21244" y="44003"/>
                    <a:pt x="21255" y="44003"/>
                  </a:cubicBezTo>
                  <a:cubicBezTo>
                    <a:pt x="21269" y="44004"/>
                    <a:pt x="21283" y="44004"/>
                    <a:pt x="21297" y="44004"/>
                  </a:cubicBezTo>
                  <a:cubicBezTo>
                    <a:pt x="21808" y="44004"/>
                    <a:pt x="22175" y="43729"/>
                    <a:pt x="22556" y="43424"/>
                  </a:cubicBezTo>
                  <a:cubicBezTo>
                    <a:pt x="23810" y="42389"/>
                    <a:pt x="24515" y="40994"/>
                    <a:pt x="25001" y="39489"/>
                  </a:cubicBezTo>
                  <a:cubicBezTo>
                    <a:pt x="25033" y="39380"/>
                    <a:pt x="25064" y="39270"/>
                    <a:pt x="25064" y="39160"/>
                  </a:cubicBezTo>
                  <a:cubicBezTo>
                    <a:pt x="25142" y="37436"/>
                    <a:pt x="25362" y="35727"/>
                    <a:pt x="25534" y="34019"/>
                  </a:cubicBezTo>
                  <a:cubicBezTo>
                    <a:pt x="25581" y="33580"/>
                    <a:pt x="25534" y="33110"/>
                    <a:pt x="25456" y="32671"/>
                  </a:cubicBezTo>
                  <a:cubicBezTo>
                    <a:pt x="25252" y="31276"/>
                    <a:pt x="24657" y="30038"/>
                    <a:pt x="23904" y="28862"/>
                  </a:cubicBezTo>
                  <a:cubicBezTo>
                    <a:pt x="23434" y="28141"/>
                    <a:pt x="22917" y="27451"/>
                    <a:pt x="22697" y="26589"/>
                  </a:cubicBezTo>
                  <a:cubicBezTo>
                    <a:pt x="22446" y="25649"/>
                    <a:pt x="22055" y="24771"/>
                    <a:pt x="21584" y="23909"/>
                  </a:cubicBezTo>
                  <a:cubicBezTo>
                    <a:pt x="20644" y="22122"/>
                    <a:pt x="19703" y="20335"/>
                    <a:pt x="18669" y="18611"/>
                  </a:cubicBezTo>
                  <a:cubicBezTo>
                    <a:pt x="18559" y="18454"/>
                    <a:pt x="18481" y="18251"/>
                    <a:pt x="18340" y="18172"/>
                  </a:cubicBezTo>
                  <a:cubicBezTo>
                    <a:pt x="17979" y="18000"/>
                    <a:pt x="17932" y="17655"/>
                    <a:pt x="17823" y="17341"/>
                  </a:cubicBezTo>
                  <a:cubicBezTo>
                    <a:pt x="17713" y="17028"/>
                    <a:pt x="17634" y="16699"/>
                    <a:pt x="17509" y="16385"/>
                  </a:cubicBezTo>
                  <a:cubicBezTo>
                    <a:pt x="17149" y="15351"/>
                    <a:pt x="17007" y="14285"/>
                    <a:pt x="17070" y="13188"/>
                  </a:cubicBezTo>
                  <a:cubicBezTo>
                    <a:pt x="17102" y="12623"/>
                    <a:pt x="17102" y="12059"/>
                    <a:pt x="17086" y="11495"/>
                  </a:cubicBezTo>
                  <a:cubicBezTo>
                    <a:pt x="17054" y="10382"/>
                    <a:pt x="16992" y="9253"/>
                    <a:pt x="17164" y="8141"/>
                  </a:cubicBezTo>
                  <a:cubicBezTo>
                    <a:pt x="17243" y="7623"/>
                    <a:pt x="17384" y="7090"/>
                    <a:pt x="17368" y="6589"/>
                  </a:cubicBezTo>
                  <a:cubicBezTo>
                    <a:pt x="17352" y="6009"/>
                    <a:pt x="17603" y="5680"/>
                    <a:pt x="18011" y="5382"/>
                  </a:cubicBezTo>
                  <a:cubicBezTo>
                    <a:pt x="18747" y="4865"/>
                    <a:pt x="19312" y="4144"/>
                    <a:pt x="20095" y="3689"/>
                  </a:cubicBezTo>
                  <a:cubicBezTo>
                    <a:pt x="20158" y="3642"/>
                    <a:pt x="20205" y="3579"/>
                    <a:pt x="20252" y="3532"/>
                  </a:cubicBezTo>
                  <a:cubicBezTo>
                    <a:pt x="20487" y="3250"/>
                    <a:pt x="20330" y="2733"/>
                    <a:pt x="19986" y="2733"/>
                  </a:cubicBezTo>
                  <a:cubicBezTo>
                    <a:pt x="19108" y="2717"/>
                    <a:pt x="18340" y="2278"/>
                    <a:pt x="17493" y="2153"/>
                  </a:cubicBezTo>
                  <a:cubicBezTo>
                    <a:pt x="17102" y="2106"/>
                    <a:pt x="16866" y="1965"/>
                    <a:pt x="16866" y="1526"/>
                  </a:cubicBezTo>
                  <a:cubicBezTo>
                    <a:pt x="16866" y="1119"/>
                    <a:pt x="16647" y="821"/>
                    <a:pt x="16286" y="633"/>
                  </a:cubicBezTo>
                  <a:cubicBezTo>
                    <a:pt x="15631" y="283"/>
                    <a:pt x="14934" y="1"/>
                    <a:pt x="142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473;p18">
              <a:extLst>
                <a:ext uri="{FF2B5EF4-FFF2-40B4-BE49-F238E27FC236}">
                  <a16:creationId xmlns:a16="http://schemas.microsoft.com/office/drawing/2014/main" id="{CAF1B0A4-8E60-B434-C504-7A7372EA1F15}"/>
                </a:ext>
              </a:extLst>
            </p:cNvPr>
            <p:cNvSpPr/>
            <p:nvPr/>
          </p:nvSpPr>
          <p:spPr>
            <a:xfrm>
              <a:off x="10436125" y="1567225"/>
              <a:ext cx="457325" cy="57275"/>
            </a:xfrm>
            <a:custGeom>
              <a:avLst/>
              <a:gdLst/>
              <a:ahLst/>
              <a:cxnLst/>
              <a:rect l="l" t="t" r="r" b="b"/>
              <a:pathLst>
                <a:path w="18293" h="2291" extrusionOk="0">
                  <a:moveTo>
                    <a:pt x="11805" y="1"/>
                  </a:moveTo>
                  <a:cubicBezTo>
                    <a:pt x="11102" y="1"/>
                    <a:pt x="10401" y="21"/>
                    <a:pt x="9703" y="72"/>
                  </a:cubicBezTo>
                  <a:cubicBezTo>
                    <a:pt x="7978" y="213"/>
                    <a:pt x="6270" y="401"/>
                    <a:pt x="4546" y="417"/>
                  </a:cubicBezTo>
                  <a:cubicBezTo>
                    <a:pt x="4295" y="417"/>
                    <a:pt x="4028" y="432"/>
                    <a:pt x="3762" y="448"/>
                  </a:cubicBezTo>
                  <a:cubicBezTo>
                    <a:pt x="3668" y="464"/>
                    <a:pt x="3527" y="479"/>
                    <a:pt x="3558" y="652"/>
                  </a:cubicBezTo>
                  <a:cubicBezTo>
                    <a:pt x="3590" y="761"/>
                    <a:pt x="3699" y="808"/>
                    <a:pt x="3809" y="808"/>
                  </a:cubicBezTo>
                  <a:cubicBezTo>
                    <a:pt x="4185" y="840"/>
                    <a:pt x="4561" y="887"/>
                    <a:pt x="4938" y="887"/>
                  </a:cubicBezTo>
                  <a:cubicBezTo>
                    <a:pt x="6097" y="871"/>
                    <a:pt x="7257" y="840"/>
                    <a:pt x="8417" y="808"/>
                  </a:cubicBezTo>
                  <a:cubicBezTo>
                    <a:pt x="8558" y="808"/>
                    <a:pt x="8715" y="793"/>
                    <a:pt x="8856" y="761"/>
                  </a:cubicBezTo>
                  <a:cubicBezTo>
                    <a:pt x="10036" y="539"/>
                    <a:pt x="11219" y="456"/>
                    <a:pt x="12405" y="456"/>
                  </a:cubicBezTo>
                  <a:cubicBezTo>
                    <a:pt x="13645" y="456"/>
                    <a:pt x="14887" y="547"/>
                    <a:pt x="16129" y="667"/>
                  </a:cubicBezTo>
                  <a:cubicBezTo>
                    <a:pt x="16239" y="667"/>
                    <a:pt x="16348" y="699"/>
                    <a:pt x="16443" y="746"/>
                  </a:cubicBezTo>
                  <a:cubicBezTo>
                    <a:pt x="16505" y="777"/>
                    <a:pt x="16552" y="856"/>
                    <a:pt x="16568" y="918"/>
                  </a:cubicBezTo>
                  <a:cubicBezTo>
                    <a:pt x="16568" y="965"/>
                    <a:pt x="16521" y="1075"/>
                    <a:pt x="16474" y="1091"/>
                  </a:cubicBezTo>
                  <a:cubicBezTo>
                    <a:pt x="16035" y="1185"/>
                    <a:pt x="15596" y="1279"/>
                    <a:pt x="15157" y="1341"/>
                  </a:cubicBezTo>
                  <a:cubicBezTo>
                    <a:pt x="13010" y="1671"/>
                    <a:pt x="10847" y="1796"/>
                    <a:pt x="8245" y="1812"/>
                  </a:cubicBezTo>
                  <a:cubicBezTo>
                    <a:pt x="7910" y="1857"/>
                    <a:pt x="7562" y="1876"/>
                    <a:pt x="7204" y="1876"/>
                  </a:cubicBezTo>
                  <a:cubicBezTo>
                    <a:pt x="5655" y="1876"/>
                    <a:pt x="3912" y="1528"/>
                    <a:pt x="2142" y="1528"/>
                  </a:cubicBezTo>
                  <a:cubicBezTo>
                    <a:pt x="2081" y="1528"/>
                    <a:pt x="2020" y="1529"/>
                    <a:pt x="1959" y="1530"/>
                  </a:cubicBezTo>
                  <a:cubicBezTo>
                    <a:pt x="1881" y="1530"/>
                    <a:pt x="1803" y="1498"/>
                    <a:pt x="1740" y="1482"/>
                  </a:cubicBezTo>
                  <a:cubicBezTo>
                    <a:pt x="1474" y="1435"/>
                    <a:pt x="1427" y="1341"/>
                    <a:pt x="1521" y="1028"/>
                  </a:cubicBezTo>
                  <a:cubicBezTo>
                    <a:pt x="1605" y="690"/>
                    <a:pt x="1500" y="504"/>
                    <a:pt x="1204" y="504"/>
                  </a:cubicBezTo>
                  <a:cubicBezTo>
                    <a:pt x="1171" y="504"/>
                    <a:pt x="1135" y="506"/>
                    <a:pt x="1097" y="511"/>
                  </a:cubicBezTo>
                  <a:cubicBezTo>
                    <a:pt x="800" y="542"/>
                    <a:pt x="517" y="652"/>
                    <a:pt x="267" y="824"/>
                  </a:cubicBezTo>
                  <a:cubicBezTo>
                    <a:pt x="110" y="934"/>
                    <a:pt x="0" y="1075"/>
                    <a:pt x="16" y="1294"/>
                  </a:cubicBezTo>
                  <a:cubicBezTo>
                    <a:pt x="32" y="1545"/>
                    <a:pt x="188" y="1702"/>
                    <a:pt x="423" y="1765"/>
                  </a:cubicBezTo>
                  <a:cubicBezTo>
                    <a:pt x="911" y="1883"/>
                    <a:pt x="1385" y="2001"/>
                    <a:pt x="1884" y="2001"/>
                  </a:cubicBezTo>
                  <a:cubicBezTo>
                    <a:pt x="1914" y="2001"/>
                    <a:pt x="1945" y="2001"/>
                    <a:pt x="1975" y="2000"/>
                  </a:cubicBezTo>
                  <a:cubicBezTo>
                    <a:pt x="2246" y="1995"/>
                    <a:pt x="2518" y="1990"/>
                    <a:pt x="2789" y="1990"/>
                  </a:cubicBezTo>
                  <a:cubicBezTo>
                    <a:pt x="3488" y="1990"/>
                    <a:pt x="4186" y="2027"/>
                    <a:pt x="4875" y="2219"/>
                  </a:cubicBezTo>
                  <a:cubicBezTo>
                    <a:pt x="5048" y="2273"/>
                    <a:pt x="5229" y="2290"/>
                    <a:pt x="5412" y="2290"/>
                  </a:cubicBezTo>
                  <a:cubicBezTo>
                    <a:pt x="5494" y="2290"/>
                    <a:pt x="5576" y="2287"/>
                    <a:pt x="5659" y="2282"/>
                  </a:cubicBezTo>
                  <a:cubicBezTo>
                    <a:pt x="6009" y="2260"/>
                    <a:pt x="6359" y="2253"/>
                    <a:pt x="6709" y="2253"/>
                  </a:cubicBezTo>
                  <a:cubicBezTo>
                    <a:pt x="7245" y="2253"/>
                    <a:pt x="7782" y="2269"/>
                    <a:pt x="8323" y="2269"/>
                  </a:cubicBezTo>
                  <a:cubicBezTo>
                    <a:pt x="8443" y="2269"/>
                    <a:pt x="8563" y="2268"/>
                    <a:pt x="8684" y="2266"/>
                  </a:cubicBezTo>
                  <a:cubicBezTo>
                    <a:pt x="11725" y="2219"/>
                    <a:pt x="14734" y="1937"/>
                    <a:pt x="17712" y="1357"/>
                  </a:cubicBezTo>
                  <a:cubicBezTo>
                    <a:pt x="17853" y="1341"/>
                    <a:pt x="18010" y="1294"/>
                    <a:pt x="18135" y="1216"/>
                  </a:cubicBezTo>
                  <a:cubicBezTo>
                    <a:pt x="18214" y="1169"/>
                    <a:pt x="18292" y="1044"/>
                    <a:pt x="18292" y="950"/>
                  </a:cubicBezTo>
                  <a:cubicBezTo>
                    <a:pt x="18292" y="871"/>
                    <a:pt x="18214" y="714"/>
                    <a:pt x="18135" y="683"/>
                  </a:cubicBezTo>
                  <a:cubicBezTo>
                    <a:pt x="17446" y="484"/>
                    <a:pt x="16786" y="150"/>
                    <a:pt x="16024" y="150"/>
                  </a:cubicBezTo>
                  <a:cubicBezTo>
                    <a:pt x="16007" y="150"/>
                    <a:pt x="15990" y="150"/>
                    <a:pt x="15972" y="150"/>
                  </a:cubicBezTo>
                  <a:cubicBezTo>
                    <a:pt x="15913" y="152"/>
                    <a:pt x="15853" y="153"/>
                    <a:pt x="15794" y="153"/>
                  </a:cubicBezTo>
                  <a:cubicBezTo>
                    <a:pt x="15302" y="153"/>
                    <a:pt x="14798" y="100"/>
                    <a:pt x="14295" y="72"/>
                  </a:cubicBezTo>
                  <a:cubicBezTo>
                    <a:pt x="13464" y="29"/>
                    <a:pt x="12634" y="1"/>
                    <a:pt x="118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474;p18">
              <a:extLst>
                <a:ext uri="{FF2B5EF4-FFF2-40B4-BE49-F238E27FC236}">
                  <a16:creationId xmlns:a16="http://schemas.microsoft.com/office/drawing/2014/main" id="{71E7637E-2071-327D-338B-B107F2C34C24}"/>
                </a:ext>
              </a:extLst>
            </p:cNvPr>
            <p:cNvSpPr/>
            <p:nvPr/>
          </p:nvSpPr>
          <p:spPr>
            <a:xfrm>
              <a:off x="10400075" y="1687600"/>
              <a:ext cx="48625" cy="229825"/>
            </a:xfrm>
            <a:custGeom>
              <a:avLst/>
              <a:gdLst/>
              <a:ahLst/>
              <a:cxnLst/>
              <a:rect l="l" t="t" r="r" b="b"/>
              <a:pathLst>
                <a:path w="1945" h="9193" extrusionOk="0">
                  <a:moveTo>
                    <a:pt x="1260" y="0"/>
                  </a:moveTo>
                  <a:cubicBezTo>
                    <a:pt x="1209" y="0"/>
                    <a:pt x="1154" y="27"/>
                    <a:pt x="1129" y="84"/>
                  </a:cubicBezTo>
                  <a:cubicBezTo>
                    <a:pt x="0" y="2922"/>
                    <a:pt x="94" y="6495"/>
                    <a:pt x="1724" y="9144"/>
                  </a:cubicBezTo>
                  <a:cubicBezTo>
                    <a:pt x="1749" y="9178"/>
                    <a:pt x="1780" y="9193"/>
                    <a:pt x="1811" y="9193"/>
                  </a:cubicBezTo>
                  <a:cubicBezTo>
                    <a:pt x="1880" y="9193"/>
                    <a:pt x="1945" y="9121"/>
                    <a:pt x="1912" y="9035"/>
                  </a:cubicBezTo>
                  <a:cubicBezTo>
                    <a:pt x="658" y="6135"/>
                    <a:pt x="345" y="3172"/>
                    <a:pt x="1364" y="147"/>
                  </a:cubicBezTo>
                  <a:cubicBezTo>
                    <a:pt x="1401" y="55"/>
                    <a:pt x="1334" y="0"/>
                    <a:pt x="12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475;p18">
              <a:extLst>
                <a:ext uri="{FF2B5EF4-FFF2-40B4-BE49-F238E27FC236}">
                  <a16:creationId xmlns:a16="http://schemas.microsoft.com/office/drawing/2014/main" id="{409F23DC-784E-A56B-D64D-238BFD100FEC}"/>
                </a:ext>
              </a:extLst>
            </p:cNvPr>
            <p:cNvSpPr/>
            <p:nvPr/>
          </p:nvSpPr>
          <p:spPr>
            <a:xfrm>
              <a:off x="10497700" y="1436825"/>
              <a:ext cx="52350" cy="88650"/>
            </a:xfrm>
            <a:custGeom>
              <a:avLst/>
              <a:gdLst/>
              <a:ahLst/>
              <a:cxnLst/>
              <a:rect l="l" t="t" r="r" b="b"/>
              <a:pathLst>
                <a:path w="2094" h="3546" extrusionOk="0">
                  <a:moveTo>
                    <a:pt x="1929" y="1"/>
                  </a:moveTo>
                  <a:cubicBezTo>
                    <a:pt x="1890" y="1"/>
                    <a:pt x="1852" y="17"/>
                    <a:pt x="1832" y="53"/>
                  </a:cubicBezTo>
                  <a:cubicBezTo>
                    <a:pt x="1111" y="1071"/>
                    <a:pt x="594" y="2278"/>
                    <a:pt x="45" y="3376"/>
                  </a:cubicBezTo>
                  <a:cubicBezTo>
                    <a:pt x="0" y="3465"/>
                    <a:pt x="83" y="3546"/>
                    <a:pt x="157" y="3546"/>
                  </a:cubicBezTo>
                  <a:cubicBezTo>
                    <a:pt x="186" y="3546"/>
                    <a:pt x="215" y="3533"/>
                    <a:pt x="233" y="3501"/>
                  </a:cubicBezTo>
                  <a:cubicBezTo>
                    <a:pt x="876" y="2419"/>
                    <a:pt x="1597" y="1322"/>
                    <a:pt x="2051" y="162"/>
                  </a:cubicBezTo>
                  <a:cubicBezTo>
                    <a:pt x="2094" y="67"/>
                    <a:pt x="2008" y="1"/>
                    <a:pt x="19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476;p18">
              <a:extLst>
                <a:ext uri="{FF2B5EF4-FFF2-40B4-BE49-F238E27FC236}">
                  <a16:creationId xmlns:a16="http://schemas.microsoft.com/office/drawing/2014/main" id="{62BC8B87-CBAF-E236-09AE-E3BDB143A7D4}"/>
                </a:ext>
              </a:extLst>
            </p:cNvPr>
            <p:cNvSpPr/>
            <p:nvPr/>
          </p:nvSpPr>
          <p:spPr>
            <a:xfrm>
              <a:off x="10722175" y="1182525"/>
              <a:ext cx="9825" cy="57750"/>
            </a:xfrm>
            <a:custGeom>
              <a:avLst/>
              <a:gdLst/>
              <a:ahLst/>
              <a:cxnLst/>
              <a:rect l="l" t="t" r="r" b="b"/>
              <a:pathLst>
                <a:path w="393" h="2310" extrusionOk="0">
                  <a:moveTo>
                    <a:pt x="159" y="1"/>
                  </a:moveTo>
                  <a:cubicBezTo>
                    <a:pt x="118" y="1"/>
                    <a:pt x="79" y="28"/>
                    <a:pt x="79" y="83"/>
                  </a:cubicBezTo>
                  <a:cubicBezTo>
                    <a:pt x="63" y="804"/>
                    <a:pt x="0" y="1557"/>
                    <a:pt x="141" y="2262"/>
                  </a:cubicBezTo>
                  <a:cubicBezTo>
                    <a:pt x="149" y="2293"/>
                    <a:pt x="181" y="2309"/>
                    <a:pt x="212" y="2309"/>
                  </a:cubicBezTo>
                  <a:cubicBezTo>
                    <a:pt x="243" y="2309"/>
                    <a:pt x="275" y="2293"/>
                    <a:pt x="283" y="2262"/>
                  </a:cubicBezTo>
                  <a:cubicBezTo>
                    <a:pt x="392" y="1541"/>
                    <a:pt x="283" y="804"/>
                    <a:pt x="251" y="83"/>
                  </a:cubicBezTo>
                  <a:cubicBezTo>
                    <a:pt x="243" y="28"/>
                    <a:pt x="200" y="1"/>
                    <a:pt x="1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477;p18">
              <a:extLst>
                <a:ext uri="{FF2B5EF4-FFF2-40B4-BE49-F238E27FC236}">
                  <a16:creationId xmlns:a16="http://schemas.microsoft.com/office/drawing/2014/main" id="{47416B79-42EF-0415-D9B2-0CB12090EAF1}"/>
                </a:ext>
              </a:extLst>
            </p:cNvPr>
            <p:cNvSpPr/>
            <p:nvPr/>
          </p:nvSpPr>
          <p:spPr>
            <a:xfrm>
              <a:off x="10442200" y="1087325"/>
              <a:ext cx="54675" cy="44550"/>
            </a:xfrm>
            <a:custGeom>
              <a:avLst/>
              <a:gdLst/>
              <a:ahLst/>
              <a:cxnLst/>
              <a:rect l="l" t="t" r="r" b="b"/>
              <a:pathLst>
                <a:path w="2187" h="1782" extrusionOk="0">
                  <a:moveTo>
                    <a:pt x="1994" y="0"/>
                  </a:moveTo>
                  <a:cubicBezTo>
                    <a:pt x="1964" y="0"/>
                    <a:pt x="1933" y="11"/>
                    <a:pt x="1905" y="35"/>
                  </a:cubicBezTo>
                  <a:cubicBezTo>
                    <a:pt x="1278" y="521"/>
                    <a:pt x="541" y="992"/>
                    <a:pt x="55" y="1619"/>
                  </a:cubicBezTo>
                  <a:cubicBezTo>
                    <a:pt x="1" y="1700"/>
                    <a:pt x="87" y="1781"/>
                    <a:pt x="173" y="1781"/>
                  </a:cubicBezTo>
                  <a:cubicBezTo>
                    <a:pt x="186" y="1781"/>
                    <a:pt x="199" y="1779"/>
                    <a:pt x="212" y="1775"/>
                  </a:cubicBezTo>
                  <a:cubicBezTo>
                    <a:pt x="901" y="1415"/>
                    <a:pt x="1497" y="741"/>
                    <a:pt x="2077" y="223"/>
                  </a:cubicBezTo>
                  <a:cubicBezTo>
                    <a:pt x="2186" y="126"/>
                    <a:pt x="2098" y="0"/>
                    <a:pt x="19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478;p18">
              <a:extLst>
                <a:ext uri="{FF2B5EF4-FFF2-40B4-BE49-F238E27FC236}">
                  <a16:creationId xmlns:a16="http://schemas.microsoft.com/office/drawing/2014/main" id="{A5DAC009-52A0-99D9-0EB5-03E8181AE6AF}"/>
                </a:ext>
              </a:extLst>
            </p:cNvPr>
            <p:cNvSpPr/>
            <p:nvPr/>
          </p:nvSpPr>
          <p:spPr>
            <a:xfrm>
              <a:off x="10711600" y="1024125"/>
              <a:ext cx="79175" cy="7800"/>
            </a:xfrm>
            <a:custGeom>
              <a:avLst/>
              <a:gdLst/>
              <a:ahLst/>
              <a:cxnLst/>
              <a:rect l="l" t="t" r="r" b="b"/>
              <a:pathLst>
                <a:path w="3167" h="312" extrusionOk="0">
                  <a:moveTo>
                    <a:pt x="2124" y="0"/>
                  </a:moveTo>
                  <a:cubicBezTo>
                    <a:pt x="1440" y="0"/>
                    <a:pt x="744" y="59"/>
                    <a:pt x="79" y="103"/>
                  </a:cubicBezTo>
                  <a:cubicBezTo>
                    <a:pt x="0" y="103"/>
                    <a:pt x="0" y="212"/>
                    <a:pt x="79" y="212"/>
                  </a:cubicBezTo>
                  <a:cubicBezTo>
                    <a:pt x="764" y="246"/>
                    <a:pt x="1481" y="312"/>
                    <a:pt x="2185" y="312"/>
                  </a:cubicBezTo>
                  <a:cubicBezTo>
                    <a:pt x="2463" y="312"/>
                    <a:pt x="2739" y="302"/>
                    <a:pt x="3010" y="275"/>
                  </a:cubicBezTo>
                  <a:cubicBezTo>
                    <a:pt x="3166" y="259"/>
                    <a:pt x="3166" y="56"/>
                    <a:pt x="3010" y="40"/>
                  </a:cubicBezTo>
                  <a:cubicBezTo>
                    <a:pt x="2719" y="11"/>
                    <a:pt x="2423" y="0"/>
                    <a:pt x="21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479;p18">
              <a:extLst>
                <a:ext uri="{FF2B5EF4-FFF2-40B4-BE49-F238E27FC236}">
                  <a16:creationId xmlns:a16="http://schemas.microsoft.com/office/drawing/2014/main" id="{C0CB6FD9-7A39-1135-AAC1-FFDAF94D21C8}"/>
                </a:ext>
              </a:extLst>
            </p:cNvPr>
            <p:cNvSpPr/>
            <p:nvPr/>
          </p:nvSpPr>
          <p:spPr>
            <a:xfrm>
              <a:off x="10434150" y="1807850"/>
              <a:ext cx="105800" cy="161225"/>
            </a:xfrm>
            <a:custGeom>
              <a:avLst/>
              <a:gdLst/>
              <a:ahLst/>
              <a:cxnLst/>
              <a:rect l="l" t="t" r="r" b="b"/>
              <a:pathLst>
                <a:path w="4232" h="6449" extrusionOk="0">
                  <a:moveTo>
                    <a:pt x="424" y="0"/>
                  </a:moveTo>
                  <a:cubicBezTo>
                    <a:pt x="381" y="0"/>
                    <a:pt x="338" y="24"/>
                    <a:pt x="330" y="71"/>
                  </a:cubicBezTo>
                  <a:cubicBezTo>
                    <a:pt x="1" y="2469"/>
                    <a:pt x="1866" y="5463"/>
                    <a:pt x="4029" y="6435"/>
                  </a:cubicBezTo>
                  <a:cubicBezTo>
                    <a:pt x="4052" y="6445"/>
                    <a:pt x="4072" y="6449"/>
                    <a:pt x="4091" y="6449"/>
                  </a:cubicBezTo>
                  <a:cubicBezTo>
                    <a:pt x="4190" y="6449"/>
                    <a:pt x="4231" y="6326"/>
                    <a:pt x="4139" y="6247"/>
                  </a:cubicBezTo>
                  <a:cubicBezTo>
                    <a:pt x="3104" y="5463"/>
                    <a:pt x="2180" y="4663"/>
                    <a:pt x="1537" y="3519"/>
                  </a:cubicBezTo>
                  <a:cubicBezTo>
                    <a:pt x="894" y="2422"/>
                    <a:pt x="737" y="1293"/>
                    <a:pt x="518" y="71"/>
                  </a:cubicBezTo>
                  <a:cubicBezTo>
                    <a:pt x="510" y="24"/>
                    <a:pt x="467" y="0"/>
                    <a:pt x="4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5" name="Google Shape;580;p21">
            <a:extLst>
              <a:ext uri="{FF2B5EF4-FFF2-40B4-BE49-F238E27FC236}">
                <a16:creationId xmlns:a16="http://schemas.microsoft.com/office/drawing/2014/main" id="{6D04A31A-BC41-3C0A-5B22-60DDEABD3737}"/>
              </a:ext>
            </a:extLst>
          </p:cNvPr>
          <p:cNvSpPr/>
          <p:nvPr/>
        </p:nvSpPr>
        <p:spPr>
          <a:xfrm rot="-5400000" flipH="1">
            <a:off x="7330111" y="-2655833"/>
            <a:ext cx="721583" cy="2645140"/>
          </a:xfrm>
          <a:custGeom>
            <a:avLst/>
            <a:gdLst/>
            <a:ahLst/>
            <a:cxnLst/>
            <a:rect l="l" t="t" r="r" b="b"/>
            <a:pathLst>
              <a:path w="6027" h="22093" extrusionOk="0">
                <a:moveTo>
                  <a:pt x="0" y="1"/>
                </a:moveTo>
                <a:lnTo>
                  <a:pt x="0" y="709"/>
                </a:lnTo>
                <a:cubicBezTo>
                  <a:pt x="932" y="1244"/>
                  <a:pt x="1864" y="1753"/>
                  <a:pt x="2635" y="2511"/>
                </a:cubicBezTo>
                <a:cubicBezTo>
                  <a:pt x="4039" y="3902"/>
                  <a:pt x="3442" y="5816"/>
                  <a:pt x="2958" y="7468"/>
                </a:cubicBezTo>
                <a:cubicBezTo>
                  <a:pt x="2597" y="8649"/>
                  <a:pt x="2374" y="9630"/>
                  <a:pt x="2560" y="10861"/>
                </a:cubicBezTo>
                <a:cubicBezTo>
                  <a:pt x="2734" y="12091"/>
                  <a:pt x="3206" y="13283"/>
                  <a:pt x="3579" y="14476"/>
                </a:cubicBezTo>
                <a:cubicBezTo>
                  <a:pt x="4250" y="16626"/>
                  <a:pt x="4797" y="19633"/>
                  <a:pt x="1877" y="20179"/>
                </a:cubicBezTo>
                <a:cubicBezTo>
                  <a:pt x="1268" y="20291"/>
                  <a:pt x="622" y="20378"/>
                  <a:pt x="0" y="20515"/>
                </a:cubicBezTo>
                <a:lnTo>
                  <a:pt x="0" y="22093"/>
                </a:lnTo>
                <a:cubicBezTo>
                  <a:pt x="373" y="21969"/>
                  <a:pt x="783" y="21919"/>
                  <a:pt x="1156" y="21857"/>
                </a:cubicBezTo>
                <a:cubicBezTo>
                  <a:pt x="2274" y="21683"/>
                  <a:pt x="3119" y="21534"/>
                  <a:pt x="4014" y="20788"/>
                </a:cubicBezTo>
                <a:cubicBezTo>
                  <a:pt x="6027" y="19074"/>
                  <a:pt x="5231" y="16092"/>
                  <a:pt x="4536" y="13954"/>
                </a:cubicBezTo>
                <a:cubicBezTo>
                  <a:pt x="4113" y="12699"/>
                  <a:pt x="3604" y="11432"/>
                  <a:pt x="3492" y="10103"/>
                </a:cubicBezTo>
                <a:cubicBezTo>
                  <a:pt x="3355" y="8649"/>
                  <a:pt x="4163" y="7170"/>
                  <a:pt x="4399" y="5741"/>
                </a:cubicBezTo>
                <a:cubicBezTo>
                  <a:pt x="4647" y="4275"/>
                  <a:pt x="4275" y="2983"/>
                  <a:pt x="3268" y="1877"/>
                </a:cubicBezTo>
                <a:cubicBezTo>
                  <a:pt x="2386" y="908"/>
                  <a:pt x="1168" y="49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581;p21">
            <a:extLst>
              <a:ext uri="{FF2B5EF4-FFF2-40B4-BE49-F238E27FC236}">
                <a16:creationId xmlns:a16="http://schemas.microsoft.com/office/drawing/2014/main" id="{B196EB41-B28B-54EE-3414-4BC00A0941A2}"/>
              </a:ext>
            </a:extLst>
          </p:cNvPr>
          <p:cNvSpPr/>
          <p:nvPr/>
        </p:nvSpPr>
        <p:spPr>
          <a:xfrm rot="-5400000" flipH="1">
            <a:off x="7549570" y="-2473604"/>
            <a:ext cx="297636" cy="1856734"/>
          </a:xfrm>
          <a:custGeom>
            <a:avLst/>
            <a:gdLst/>
            <a:ahLst/>
            <a:cxnLst/>
            <a:rect l="l" t="t" r="r" b="b"/>
            <a:pathLst>
              <a:path w="2486" h="15508" extrusionOk="0">
                <a:moveTo>
                  <a:pt x="0" y="1"/>
                </a:moveTo>
                <a:lnTo>
                  <a:pt x="0" y="734"/>
                </a:lnTo>
                <a:cubicBezTo>
                  <a:pt x="510" y="970"/>
                  <a:pt x="982" y="1281"/>
                  <a:pt x="1255" y="1715"/>
                </a:cubicBezTo>
                <a:cubicBezTo>
                  <a:pt x="1641" y="2312"/>
                  <a:pt x="1442" y="3157"/>
                  <a:pt x="1305" y="3790"/>
                </a:cubicBezTo>
                <a:cubicBezTo>
                  <a:pt x="932" y="5555"/>
                  <a:pt x="522" y="7183"/>
                  <a:pt x="671" y="8997"/>
                </a:cubicBezTo>
                <a:cubicBezTo>
                  <a:pt x="796" y="10413"/>
                  <a:pt x="1318" y="11916"/>
                  <a:pt x="1106" y="13345"/>
                </a:cubicBezTo>
                <a:cubicBezTo>
                  <a:pt x="1007" y="14054"/>
                  <a:pt x="572" y="14414"/>
                  <a:pt x="0" y="14600"/>
                </a:cubicBezTo>
                <a:lnTo>
                  <a:pt x="0" y="15507"/>
                </a:lnTo>
                <a:cubicBezTo>
                  <a:pt x="758" y="15296"/>
                  <a:pt x="1417" y="14899"/>
                  <a:pt x="1740" y="14178"/>
                </a:cubicBezTo>
                <a:cubicBezTo>
                  <a:pt x="2374" y="12774"/>
                  <a:pt x="1703" y="10860"/>
                  <a:pt x="1541" y="9419"/>
                </a:cubicBezTo>
                <a:cubicBezTo>
                  <a:pt x="1405" y="8301"/>
                  <a:pt x="1429" y="7207"/>
                  <a:pt x="1653" y="6102"/>
                </a:cubicBezTo>
                <a:cubicBezTo>
                  <a:pt x="1827" y="5120"/>
                  <a:pt x="2187" y="4176"/>
                  <a:pt x="2287" y="3194"/>
                </a:cubicBezTo>
                <a:cubicBezTo>
                  <a:pt x="2486" y="1417"/>
                  <a:pt x="1454" y="44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582;p21">
            <a:extLst>
              <a:ext uri="{FF2B5EF4-FFF2-40B4-BE49-F238E27FC236}">
                <a16:creationId xmlns:a16="http://schemas.microsoft.com/office/drawing/2014/main" id="{5FAC0C9B-A90B-E075-99C1-BB1F1DB00FD9}"/>
              </a:ext>
            </a:extLst>
          </p:cNvPr>
          <p:cNvSpPr/>
          <p:nvPr/>
        </p:nvSpPr>
        <p:spPr>
          <a:xfrm rot="-5400000" flipH="1">
            <a:off x="7385885" y="4553317"/>
            <a:ext cx="683126" cy="2367446"/>
          </a:xfrm>
          <a:custGeom>
            <a:avLst/>
            <a:gdLst/>
            <a:ahLst/>
            <a:cxnLst/>
            <a:rect l="l" t="t" r="r" b="b"/>
            <a:pathLst>
              <a:path w="4636" h="16066" extrusionOk="0">
                <a:moveTo>
                  <a:pt x="4635" y="0"/>
                </a:moveTo>
                <a:cubicBezTo>
                  <a:pt x="3355" y="286"/>
                  <a:pt x="2125" y="957"/>
                  <a:pt x="1355" y="1963"/>
                </a:cubicBezTo>
                <a:cubicBezTo>
                  <a:pt x="1" y="3728"/>
                  <a:pt x="995" y="5405"/>
                  <a:pt x="1802" y="7132"/>
                </a:cubicBezTo>
                <a:cubicBezTo>
                  <a:pt x="2821" y="9307"/>
                  <a:pt x="1106" y="11220"/>
                  <a:pt x="1504" y="13432"/>
                </a:cubicBezTo>
                <a:cubicBezTo>
                  <a:pt x="1765" y="14848"/>
                  <a:pt x="3219" y="16041"/>
                  <a:pt x="4635" y="16066"/>
                </a:cubicBezTo>
                <a:lnTo>
                  <a:pt x="4635" y="14935"/>
                </a:lnTo>
                <a:cubicBezTo>
                  <a:pt x="4039" y="14885"/>
                  <a:pt x="3467" y="14637"/>
                  <a:pt x="2983" y="14215"/>
                </a:cubicBezTo>
                <a:cubicBezTo>
                  <a:pt x="2237" y="13544"/>
                  <a:pt x="2287" y="12438"/>
                  <a:pt x="2473" y="11556"/>
                </a:cubicBezTo>
                <a:cubicBezTo>
                  <a:pt x="2771" y="10214"/>
                  <a:pt x="3318" y="9008"/>
                  <a:pt x="2871" y="7617"/>
                </a:cubicBezTo>
                <a:cubicBezTo>
                  <a:pt x="2386" y="6064"/>
                  <a:pt x="1044" y="4945"/>
                  <a:pt x="1355" y="3181"/>
                </a:cubicBezTo>
                <a:cubicBezTo>
                  <a:pt x="1616" y="1702"/>
                  <a:pt x="3144" y="783"/>
                  <a:pt x="4635" y="547"/>
                </a:cubicBezTo>
                <a:lnTo>
                  <a:pt x="463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583;p21">
            <a:extLst>
              <a:ext uri="{FF2B5EF4-FFF2-40B4-BE49-F238E27FC236}">
                <a16:creationId xmlns:a16="http://schemas.microsoft.com/office/drawing/2014/main" id="{4968FE56-6DEA-F879-B569-E2EFC65B6F32}"/>
              </a:ext>
            </a:extLst>
          </p:cNvPr>
          <p:cNvSpPr/>
          <p:nvPr/>
        </p:nvSpPr>
        <p:spPr>
          <a:xfrm rot="-5400000" flipH="1">
            <a:off x="7098605" y="5642810"/>
            <a:ext cx="188759" cy="759775"/>
          </a:xfrm>
          <a:custGeom>
            <a:avLst/>
            <a:gdLst/>
            <a:ahLst/>
            <a:cxnLst/>
            <a:rect l="l" t="t" r="r" b="b"/>
            <a:pathLst>
              <a:path w="1281" h="5156" extrusionOk="0">
                <a:moveTo>
                  <a:pt x="937" y="0"/>
                </a:moveTo>
                <a:cubicBezTo>
                  <a:pt x="863" y="0"/>
                  <a:pt x="791" y="29"/>
                  <a:pt x="746" y="110"/>
                </a:cubicBezTo>
                <a:cubicBezTo>
                  <a:pt x="62" y="1154"/>
                  <a:pt x="0" y="2409"/>
                  <a:pt x="236" y="3602"/>
                </a:cubicBezTo>
                <a:cubicBezTo>
                  <a:pt x="336" y="4087"/>
                  <a:pt x="621" y="4708"/>
                  <a:pt x="1019" y="5155"/>
                </a:cubicBezTo>
                <a:lnTo>
                  <a:pt x="1019" y="4335"/>
                </a:lnTo>
                <a:cubicBezTo>
                  <a:pt x="820" y="4012"/>
                  <a:pt x="684" y="3627"/>
                  <a:pt x="609" y="3266"/>
                </a:cubicBezTo>
                <a:cubicBezTo>
                  <a:pt x="398" y="2397"/>
                  <a:pt x="572" y="1378"/>
                  <a:pt x="1019" y="595"/>
                </a:cubicBezTo>
                <a:cubicBezTo>
                  <a:pt x="1069" y="521"/>
                  <a:pt x="1119" y="434"/>
                  <a:pt x="1168" y="359"/>
                </a:cubicBezTo>
                <a:cubicBezTo>
                  <a:pt x="1280" y="197"/>
                  <a:pt x="1168" y="48"/>
                  <a:pt x="1019" y="11"/>
                </a:cubicBezTo>
                <a:cubicBezTo>
                  <a:pt x="992" y="4"/>
                  <a:pt x="964" y="0"/>
                  <a:pt x="93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584;p21">
            <a:extLst>
              <a:ext uri="{FF2B5EF4-FFF2-40B4-BE49-F238E27FC236}">
                <a16:creationId xmlns:a16="http://schemas.microsoft.com/office/drawing/2014/main" id="{45D43042-8B4D-6197-A0E9-07E24C1B3683}"/>
              </a:ext>
            </a:extLst>
          </p:cNvPr>
          <p:cNvSpPr/>
          <p:nvPr/>
        </p:nvSpPr>
        <p:spPr>
          <a:xfrm>
            <a:off x="232299" y="-2270737"/>
            <a:ext cx="836766" cy="1591696"/>
          </a:xfrm>
          <a:custGeom>
            <a:avLst/>
            <a:gdLst/>
            <a:ahLst/>
            <a:cxnLst/>
            <a:rect l="l" t="t" r="r" b="b"/>
            <a:pathLst>
              <a:path w="8276" h="15743" extrusionOk="0">
                <a:moveTo>
                  <a:pt x="8151" y="0"/>
                </a:moveTo>
                <a:cubicBezTo>
                  <a:pt x="7741" y="149"/>
                  <a:pt x="7344" y="336"/>
                  <a:pt x="6971" y="584"/>
                </a:cubicBezTo>
                <a:cubicBezTo>
                  <a:pt x="4486" y="2187"/>
                  <a:pt x="5082" y="4610"/>
                  <a:pt x="5530" y="7082"/>
                </a:cubicBezTo>
                <a:cubicBezTo>
                  <a:pt x="5642" y="7679"/>
                  <a:pt x="5666" y="8300"/>
                  <a:pt x="5368" y="8834"/>
                </a:cubicBezTo>
                <a:cubicBezTo>
                  <a:pt x="5115" y="9270"/>
                  <a:pt x="4607" y="9344"/>
                  <a:pt x="4082" y="9344"/>
                </a:cubicBezTo>
                <a:cubicBezTo>
                  <a:pt x="3812" y="9344"/>
                  <a:pt x="3537" y="9325"/>
                  <a:pt x="3290" y="9325"/>
                </a:cubicBezTo>
                <a:cubicBezTo>
                  <a:pt x="3167" y="9325"/>
                  <a:pt x="3051" y="9330"/>
                  <a:pt x="2945" y="9344"/>
                </a:cubicBezTo>
                <a:cubicBezTo>
                  <a:pt x="1753" y="9518"/>
                  <a:pt x="957" y="10798"/>
                  <a:pt x="585" y="11816"/>
                </a:cubicBezTo>
                <a:cubicBezTo>
                  <a:pt x="162" y="12984"/>
                  <a:pt x="1" y="14289"/>
                  <a:pt x="162" y="15544"/>
                </a:cubicBezTo>
                <a:lnTo>
                  <a:pt x="945" y="15743"/>
                </a:lnTo>
                <a:cubicBezTo>
                  <a:pt x="796" y="14364"/>
                  <a:pt x="1082" y="12885"/>
                  <a:pt x="1628" y="11680"/>
                </a:cubicBezTo>
                <a:cubicBezTo>
                  <a:pt x="1939" y="10984"/>
                  <a:pt x="2573" y="10363"/>
                  <a:pt x="3355" y="10263"/>
                </a:cubicBezTo>
                <a:cubicBezTo>
                  <a:pt x="3429" y="10254"/>
                  <a:pt x="3502" y="10250"/>
                  <a:pt x="3576" y="10250"/>
                </a:cubicBezTo>
                <a:cubicBezTo>
                  <a:pt x="3902" y="10250"/>
                  <a:pt x="4229" y="10324"/>
                  <a:pt x="4555" y="10324"/>
                </a:cubicBezTo>
                <a:cubicBezTo>
                  <a:pt x="4652" y="10324"/>
                  <a:pt x="4749" y="10318"/>
                  <a:pt x="4846" y="10301"/>
                </a:cubicBezTo>
                <a:cubicBezTo>
                  <a:pt x="5753" y="10164"/>
                  <a:pt x="6325" y="9505"/>
                  <a:pt x="6611" y="8673"/>
                </a:cubicBezTo>
                <a:cubicBezTo>
                  <a:pt x="7257" y="6747"/>
                  <a:pt x="5555" y="4622"/>
                  <a:pt x="6487" y="2746"/>
                </a:cubicBezTo>
                <a:cubicBezTo>
                  <a:pt x="6834" y="2063"/>
                  <a:pt x="7530" y="1541"/>
                  <a:pt x="8276" y="1230"/>
                </a:cubicBezTo>
                <a:cubicBezTo>
                  <a:pt x="8226" y="820"/>
                  <a:pt x="8189" y="410"/>
                  <a:pt x="81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585;p21">
            <a:extLst>
              <a:ext uri="{FF2B5EF4-FFF2-40B4-BE49-F238E27FC236}">
                <a16:creationId xmlns:a16="http://schemas.microsoft.com/office/drawing/2014/main" id="{58D9F1B8-547C-F154-4A17-407B6153D457}"/>
              </a:ext>
            </a:extLst>
          </p:cNvPr>
          <p:cNvSpPr/>
          <p:nvPr/>
        </p:nvSpPr>
        <p:spPr>
          <a:xfrm>
            <a:off x="793958" y="-1441043"/>
            <a:ext cx="311613" cy="592981"/>
          </a:xfrm>
          <a:custGeom>
            <a:avLst/>
            <a:gdLst/>
            <a:ahLst/>
            <a:cxnLst/>
            <a:rect l="l" t="t" r="r" b="b"/>
            <a:pathLst>
              <a:path w="3082" h="5865" extrusionOk="0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1" name="Google Shape;586;p21">
            <a:extLst>
              <a:ext uri="{FF2B5EF4-FFF2-40B4-BE49-F238E27FC236}">
                <a16:creationId xmlns:a16="http://schemas.microsoft.com/office/drawing/2014/main" id="{C371C0EF-10F2-5793-9648-D547E54645E7}"/>
              </a:ext>
            </a:extLst>
          </p:cNvPr>
          <p:cNvGrpSpPr/>
          <p:nvPr/>
        </p:nvGrpSpPr>
        <p:grpSpPr>
          <a:xfrm>
            <a:off x="1345567" y="-2022855"/>
            <a:ext cx="241764" cy="357248"/>
            <a:chOff x="5446181" y="2529085"/>
            <a:chExt cx="138174" cy="204177"/>
          </a:xfrm>
        </p:grpSpPr>
        <p:sp>
          <p:nvSpPr>
            <p:cNvPr id="72" name="Google Shape;587;p21">
              <a:extLst>
                <a:ext uri="{FF2B5EF4-FFF2-40B4-BE49-F238E27FC236}">
                  <a16:creationId xmlns:a16="http://schemas.microsoft.com/office/drawing/2014/main" id="{ED485E5D-C68B-E74D-FA6A-9F4825E2606A}"/>
                </a:ext>
              </a:extLst>
            </p:cNvPr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588;p21">
              <a:extLst>
                <a:ext uri="{FF2B5EF4-FFF2-40B4-BE49-F238E27FC236}">
                  <a16:creationId xmlns:a16="http://schemas.microsoft.com/office/drawing/2014/main" id="{1413F8F0-9615-044E-C6DB-1D643F8F6C06}"/>
                </a:ext>
              </a:extLst>
            </p:cNvPr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" name="Google Shape;589;p21">
            <a:extLst>
              <a:ext uri="{FF2B5EF4-FFF2-40B4-BE49-F238E27FC236}">
                <a16:creationId xmlns:a16="http://schemas.microsoft.com/office/drawing/2014/main" id="{3E36360B-C4B3-17FF-12B5-8419AA342442}"/>
              </a:ext>
            </a:extLst>
          </p:cNvPr>
          <p:cNvGrpSpPr/>
          <p:nvPr/>
        </p:nvGrpSpPr>
        <p:grpSpPr>
          <a:xfrm>
            <a:off x="575976" y="-371631"/>
            <a:ext cx="149419" cy="220334"/>
            <a:chOff x="5738779" y="2391033"/>
            <a:chExt cx="85397" cy="125927"/>
          </a:xfrm>
        </p:grpSpPr>
        <p:sp>
          <p:nvSpPr>
            <p:cNvPr id="75" name="Google Shape;590;p21">
              <a:extLst>
                <a:ext uri="{FF2B5EF4-FFF2-40B4-BE49-F238E27FC236}">
                  <a16:creationId xmlns:a16="http://schemas.microsoft.com/office/drawing/2014/main" id="{F0F3D259-364E-1FA0-4532-A8ACFC06D23F}"/>
                </a:ext>
              </a:extLst>
            </p:cNvPr>
            <p:cNvSpPr/>
            <p:nvPr/>
          </p:nvSpPr>
          <p:spPr>
            <a:xfrm>
              <a:off x="5738779" y="2448117"/>
              <a:ext cx="85397" cy="17165"/>
            </a:xfrm>
            <a:custGeom>
              <a:avLst/>
              <a:gdLst/>
              <a:ahLst/>
              <a:cxnLst/>
              <a:rect l="l" t="t" r="r" b="b"/>
              <a:pathLst>
                <a:path w="2796" h="562" extrusionOk="0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591;p21">
              <a:extLst>
                <a:ext uri="{FF2B5EF4-FFF2-40B4-BE49-F238E27FC236}">
                  <a16:creationId xmlns:a16="http://schemas.microsoft.com/office/drawing/2014/main" id="{478FF2F4-8B9B-DE6A-A7B7-2E538E8299D2}"/>
                </a:ext>
              </a:extLst>
            </p:cNvPr>
            <p:cNvSpPr/>
            <p:nvPr/>
          </p:nvSpPr>
          <p:spPr>
            <a:xfrm>
              <a:off x="5768375" y="2391033"/>
              <a:ext cx="27336" cy="125927"/>
            </a:xfrm>
            <a:custGeom>
              <a:avLst/>
              <a:gdLst/>
              <a:ahLst/>
              <a:cxnLst/>
              <a:rect l="l" t="t" r="r" b="b"/>
              <a:pathLst>
                <a:path w="895" h="4123" extrusionOk="0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592;p21">
            <a:extLst>
              <a:ext uri="{FF2B5EF4-FFF2-40B4-BE49-F238E27FC236}">
                <a16:creationId xmlns:a16="http://schemas.microsoft.com/office/drawing/2014/main" id="{898E6979-1D44-59CE-D6BF-247B3E0FDDC2}"/>
              </a:ext>
            </a:extLst>
          </p:cNvPr>
          <p:cNvSpPr/>
          <p:nvPr/>
        </p:nvSpPr>
        <p:spPr>
          <a:xfrm>
            <a:off x="446849" y="-1869508"/>
            <a:ext cx="65785" cy="50554"/>
          </a:xfrm>
          <a:custGeom>
            <a:avLst/>
            <a:gdLst/>
            <a:ahLst/>
            <a:cxnLst/>
            <a:rect l="l" t="t" r="r" b="b"/>
            <a:pathLst>
              <a:path w="1231" h="946" extrusionOk="0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8" name="Google Shape;593;p21">
            <a:extLst>
              <a:ext uri="{FF2B5EF4-FFF2-40B4-BE49-F238E27FC236}">
                <a16:creationId xmlns:a16="http://schemas.microsoft.com/office/drawing/2014/main" id="{885ABA39-A7D9-9950-ACB0-FEC7C783167A}"/>
              </a:ext>
            </a:extLst>
          </p:cNvPr>
          <p:cNvGrpSpPr/>
          <p:nvPr/>
        </p:nvGrpSpPr>
        <p:grpSpPr>
          <a:xfrm>
            <a:off x="8703038" y="-504432"/>
            <a:ext cx="310450" cy="458724"/>
            <a:chOff x="5446181" y="2529085"/>
            <a:chExt cx="138174" cy="204177"/>
          </a:xfrm>
        </p:grpSpPr>
        <p:sp>
          <p:nvSpPr>
            <p:cNvPr id="79" name="Google Shape;594;p21">
              <a:extLst>
                <a:ext uri="{FF2B5EF4-FFF2-40B4-BE49-F238E27FC236}">
                  <a16:creationId xmlns:a16="http://schemas.microsoft.com/office/drawing/2014/main" id="{5EB374B0-1754-F722-7DCD-9A528F945674}"/>
                </a:ext>
              </a:extLst>
            </p:cNvPr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595;p21">
              <a:extLst>
                <a:ext uri="{FF2B5EF4-FFF2-40B4-BE49-F238E27FC236}">
                  <a16:creationId xmlns:a16="http://schemas.microsoft.com/office/drawing/2014/main" id="{84A96E6A-8717-59F2-508A-67762D613B8C}"/>
                </a:ext>
              </a:extLst>
            </p:cNvPr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" name="Google Shape;596;p21">
            <a:extLst>
              <a:ext uri="{FF2B5EF4-FFF2-40B4-BE49-F238E27FC236}">
                <a16:creationId xmlns:a16="http://schemas.microsoft.com/office/drawing/2014/main" id="{DA1C5D7E-8A31-E2FA-098E-3B452FA672E7}"/>
              </a:ext>
            </a:extLst>
          </p:cNvPr>
          <p:cNvSpPr/>
          <p:nvPr/>
        </p:nvSpPr>
        <p:spPr>
          <a:xfrm>
            <a:off x="9013482" y="-780301"/>
            <a:ext cx="130520" cy="101558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2" name="Google Shape;597;p21">
            <a:extLst>
              <a:ext uri="{FF2B5EF4-FFF2-40B4-BE49-F238E27FC236}">
                <a16:creationId xmlns:a16="http://schemas.microsoft.com/office/drawing/2014/main" id="{629CD074-24B9-E4A7-8C9B-356803E1D37F}"/>
              </a:ext>
            </a:extLst>
          </p:cNvPr>
          <p:cNvGrpSpPr/>
          <p:nvPr/>
        </p:nvGrpSpPr>
        <p:grpSpPr>
          <a:xfrm>
            <a:off x="460398" y="5636926"/>
            <a:ext cx="259602" cy="383607"/>
            <a:chOff x="5446181" y="2529085"/>
            <a:chExt cx="138174" cy="204177"/>
          </a:xfrm>
        </p:grpSpPr>
        <p:sp>
          <p:nvSpPr>
            <p:cNvPr id="83" name="Google Shape;598;p21">
              <a:extLst>
                <a:ext uri="{FF2B5EF4-FFF2-40B4-BE49-F238E27FC236}">
                  <a16:creationId xmlns:a16="http://schemas.microsoft.com/office/drawing/2014/main" id="{D7C74B6B-6BA7-6D07-7D64-45D58DA0AE81}"/>
                </a:ext>
              </a:extLst>
            </p:cNvPr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599;p21">
              <a:extLst>
                <a:ext uri="{FF2B5EF4-FFF2-40B4-BE49-F238E27FC236}">
                  <a16:creationId xmlns:a16="http://schemas.microsoft.com/office/drawing/2014/main" id="{01D44179-34B7-63C9-EC2B-508F9B42EB75}"/>
                </a:ext>
              </a:extLst>
            </p:cNvPr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5" name="Google Shape;600;p21">
            <a:extLst>
              <a:ext uri="{FF2B5EF4-FFF2-40B4-BE49-F238E27FC236}">
                <a16:creationId xmlns:a16="http://schemas.microsoft.com/office/drawing/2014/main" id="{65C0C681-9AB8-33AC-C6F2-347BCF379792}"/>
              </a:ext>
            </a:extLst>
          </p:cNvPr>
          <p:cNvSpPr/>
          <p:nvPr/>
        </p:nvSpPr>
        <p:spPr>
          <a:xfrm>
            <a:off x="1587223" y="5768195"/>
            <a:ext cx="109146" cy="84930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03506C-C727-FCAB-EF07-0345B7BAE506}"/>
              </a:ext>
            </a:extLst>
          </p:cNvPr>
          <p:cNvSpPr txBox="1"/>
          <p:nvPr/>
        </p:nvSpPr>
        <p:spPr>
          <a:xfrm>
            <a:off x="1036587" y="1752946"/>
            <a:ext cx="413209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2">
                    <a:lumMod val="25000"/>
                  </a:schemeClr>
                </a:solidFill>
                <a:latin typeface="Playfair Display SemiBold"/>
              </a:rPr>
              <a:t>Our product aims to simplify the process of finding the right skincare routine by reducing the need for extensive research and making personalized skincare guidance more accessible to everyone.</a:t>
            </a:r>
          </a:p>
        </p:txBody>
      </p:sp>
    </p:spTree>
    <p:extLst>
      <p:ext uri="{BB962C8B-B14F-4D97-AF65-F5344CB8AC3E}">
        <p14:creationId xmlns:p14="http://schemas.microsoft.com/office/powerpoint/2010/main" val="63274396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p34"/>
          <p:cNvSpPr txBox="1">
            <a:spLocks noGrp="1"/>
          </p:cNvSpPr>
          <p:nvPr>
            <p:ph type="title"/>
          </p:nvPr>
        </p:nvSpPr>
        <p:spPr>
          <a:xfrm>
            <a:off x="818663" y="14045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Metrics</a:t>
            </a:r>
            <a:endParaRPr dirty="0"/>
          </a:p>
        </p:txBody>
      </p:sp>
      <p:sp>
        <p:nvSpPr>
          <p:cNvPr id="997" name="Google Shape;997;p34"/>
          <p:cNvSpPr/>
          <p:nvPr/>
        </p:nvSpPr>
        <p:spPr>
          <a:xfrm rot="-4283232">
            <a:off x="8953760" y="4436977"/>
            <a:ext cx="2047323" cy="3230054"/>
          </a:xfrm>
          <a:custGeom>
            <a:avLst/>
            <a:gdLst/>
            <a:ahLst/>
            <a:cxnLst/>
            <a:rect l="l" t="t" r="r" b="b"/>
            <a:pathLst>
              <a:path w="24068" h="37972" extrusionOk="0">
                <a:moveTo>
                  <a:pt x="473" y="1"/>
                </a:moveTo>
                <a:cubicBezTo>
                  <a:pt x="348" y="224"/>
                  <a:pt x="224" y="436"/>
                  <a:pt x="125" y="659"/>
                </a:cubicBezTo>
                <a:cubicBezTo>
                  <a:pt x="75" y="746"/>
                  <a:pt x="38" y="846"/>
                  <a:pt x="0" y="933"/>
                </a:cubicBezTo>
                <a:cubicBezTo>
                  <a:pt x="1740" y="933"/>
                  <a:pt x="3641" y="1827"/>
                  <a:pt x="4759" y="2871"/>
                </a:cubicBezTo>
                <a:cubicBezTo>
                  <a:pt x="6437" y="4461"/>
                  <a:pt x="7257" y="6934"/>
                  <a:pt x="7455" y="9183"/>
                </a:cubicBezTo>
                <a:cubicBezTo>
                  <a:pt x="7741" y="12600"/>
                  <a:pt x="6822" y="16588"/>
                  <a:pt x="9207" y="19446"/>
                </a:cubicBezTo>
                <a:cubicBezTo>
                  <a:pt x="12537" y="23447"/>
                  <a:pt x="20576" y="19570"/>
                  <a:pt x="22130" y="25621"/>
                </a:cubicBezTo>
                <a:cubicBezTo>
                  <a:pt x="22490" y="27025"/>
                  <a:pt x="21732" y="28305"/>
                  <a:pt x="21073" y="29486"/>
                </a:cubicBezTo>
                <a:cubicBezTo>
                  <a:pt x="20465" y="30604"/>
                  <a:pt x="19893" y="31722"/>
                  <a:pt x="19458" y="32915"/>
                </a:cubicBezTo>
                <a:cubicBezTo>
                  <a:pt x="18874" y="34505"/>
                  <a:pt x="18949" y="36332"/>
                  <a:pt x="18501" y="37972"/>
                </a:cubicBezTo>
                <a:cubicBezTo>
                  <a:pt x="18974" y="37972"/>
                  <a:pt x="19446" y="37960"/>
                  <a:pt x="19918" y="37935"/>
                </a:cubicBezTo>
                <a:cubicBezTo>
                  <a:pt x="20030" y="37351"/>
                  <a:pt x="20092" y="36742"/>
                  <a:pt x="20154" y="36158"/>
                </a:cubicBezTo>
                <a:cubicBezTo>
                  <a:pt x="20415" y="33325"/>
                  <a:pt x="21918" y="31175"/>
                  <a:pt x="23061" y="28665"/>
                </a:cubicBezTo>
                <a:cubicBezTo>
                  <a:pt x="24068" y="26466"/>
                  <a:pt x="23447" y="24118"/>
                  <a:pt x="21769" y="22453"/>
                </a:cubicBezTo>
                <a:cubicBezTo>
                  <a:pt x="19719" y="20415"/>
                  <a:pt x="16961" y="20527"/>
                  <a:pt x="14289" y="20328"/>
                </a:cubicBezTo>
                <a:cubicBezTo>
                  <a:pt x="12115" y="20167"/>
                  <a:pt x="10077" y="19247"/>
                  <a:pt x="9270" y="17110"/>
                </a:cubicBezTo>
                <a:cubicBezTo>
                  <a:pt x="8611" y="15321"/>
                  <a:pt x="8748" y="13283"/>
                  <a:pt x="8748" y="11419"/>
                </a:cubicBezTo>
                <a:cubicBezTo>
                  <a:pt x="8748" y="9344"/>
                  <a:pt x="8561" y="7356"/>
                  <a:pt x="7791" y="5406"/>
                </a:cubicBezTo>
                <a:cubicBezTo>
                  <a:pt x="6946" y="3293"/>
                  <a:pt x="5343" y="1330"/>
                  <a:pt x="3169" y="510"/>
                </a:cubicBezTo>
                <a:cubicBezTo>
                  <a:pt x="2349" y="200"/>
                  <a:pt x="1404" y="1"/>
                  <a:pt x="47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98" name="Google Shape;998;p34"/>
          <p:cNvGrpSpPr/>
          <p:nvPr/>
        </p:nvGrpSpPr>
        <p:grpSpPr>
          <a:xfrm>
            <a:off x="7419456" y="5483876"/>
            <a:ext cx="406971" cy="826952"/>
            <a:chOff x="7642550" y="2045675"/>
            <a:chExt cx="534925" cy="1086950"/>
          </a:xfrm>
        </p:grpSpPr>
        <p:sp>
          <p:nvSpPr>
            <p:cNvPr id="999" name="Google Shape;999;p34"/>
            <p:cNvSpPr/>
            <p:nvPr/>
          </p:nvSpPr>
          <p:spPr>
            <a:xfrm>
              <a:off x="7642550" y="2045675"/>
              <a:ext cx="534925" cy="1086950"/>
            </a:xfrm>
            <a:custGeom>
              <a:avLst/>
              <a:gdLst/>
              <a:ahLst/>
              <a:cxnLst/>
              <a:rect l="l" t="t" r="r" b="b"/>
              <a:pathLst>
                <a:path w="21397" h="43478" extrusionOk="0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34"/>
            <p:cNvSpPr/>
            <p:nvPr/>
          </p:nvSpPr>
          <p:spPr>
            <a:xfrm>
              <a:off x="7709175" y="2402375"/>
              <a:ext cx="401950" cy="33925"/>
            </a:xfrm>
            <a:custGeom>
              <a:avLst/>
              <a:gdLst/>
              <a:ahLst/>
              <a:cxnLst/>
              <a:rect l="l" t="t" r="r" b="b"/>
              <a:pathLst>
                <a:path w="16078" h="1357" extrusionOk="0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34"/>
            <p:cNvSpPr/>
            <p:nvPr/>
          </p:nvSpPr>
          <p:spPr>
            <a:xfrm>
              <a:off x="7730725" y="2596350"/>
              <a:ext cx="363200" cy="33250"/>
            </a:xfrm>
            <a:custGeom>
              <a:avLst/>
              <a:gdLst/>
              <a:ahLst/>
              <a:cxnLst/>
              <a:rect l="l" t="t" r="r" b="b"/>
              <a:pathLst>
                <a:path w="14528" h="1330" extrusionOk="0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4"/>
            <p:cNvSpPr/>
            <p:nvPr/>
          </p:nvSpPr>
          <p:spPr>
            <a:xfrm>
              <a:off x="7803225" y="2477575"/>
              <a:ext cx="191250" cy="49050"/>
            </a:xfrm>
            <a:custGeom>
              <a:avLst/>
              <a:gdLst/>
              <a:ahLst/>
              <a:cxnLst/>
              <a:rect l="l" t="t" r="r" b="b"/>
              <a:pathLst>
                <a:path w="7650" h="1962" extrusionOk="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4"/>
            <p:cNvSpPr/>
            <p:nvPr/>
          </p:nvSpPr>
          <p:spPr>
            <a:xfrm>
              <a:off x="7912300" y="2532550"/>
              <a:ext cx="113125" cy="30175"/>
            </a:xfrm>
            <a:custGeom>
              <a:avLst/>
              <a:gdLst/>
              <a:ahLst/>
              <a:cxnLst/>
              <a:rect l="l" t="t" r="r" b="b"/>
              <a:pathLst>
                <a:path w="4525" h="1207" extrusionOk="0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4"/>
            <p:cNvSpPr/>
            <p:nvPr/>
          </p:nvSpPr>
          <p:spPr>
            <a:xfrm>
              <a:off x="7777350" y="2209475"/>
              <a:ext cx="240625" cy="224800"/>
            </a:xfrm>
            <a:custGeom>
              <a:avLst/>
              <a:gdLst/>
              <a:ahLst/>
              <a:cxnLst/>
              <a:rect l="l" t="t" r="r" b="b"/>
              <a:pathLst>
                <a:path w="9625" h="8992" extrusionOk="0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4"/>
            <p:cNvSpPr/>
            <p:nvPr/>
          </p:nvSpPr>
          <p:spPr>
            <a:xfrm>
              <a:off x="7814200" y="2292100"/>
              <a:ext cx="137950" cy="140075"/>
            </a:xfrm>
            <a:custGeom>
              <a:avLst/>
              <a:gdLst/>
              <a:ahLst/>
              <a:cxnLst/>
              <a:rect l="l" t="t" r="r" b="b"/>
              <a:pathLst>
                <a:path w="5518" h="5603" extrusionOk="0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06" name="Google Shape;1006;p34"/>
          <p:cNvSpPr/>
          <p:nvPr/>
        </p:nvSpPr>
        <p:spPr>
          <a:xfrm rot="10800000">
            <a:off x="-309406" y="-293164"/>
            <a:ext cx="123525" cy="96119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07" name="Google Shape;1007;p34"/>
          <p:cNvGrpSpPr/>
          <p:nvPr/>
        </p:nvGrpSpPr>
        <p:grpSpPr>
          <a:xfrm rot="10800000">
            <a:off x="10564341" y="4738968"/>
            <a:ext cx="293749" cy="434421"/>
            <a:chOff x="4510355" y="4299794"/>
            <a:chExt cx="138144" cy="204299"/>
          </a:xfrm>
        </p:grpSpPr>
        <p:sp>
          <p:nvSpPr>
            <p:cNvPr id="1008" name="Google Shape;1008;p34"/>
            <p:cNvSpPr/>
            <p:nvPr/>
          </p:nvSpPr>
          <p:spPr>
            <a:xfrm>
              <a:off x="4510355" y="4392307"/>
              <a:ext cx="138144" cy="27946"/>
            </a:xfrm>
            <a:custGeom>
              <a:avLst/>
              <a:gdLst/>
              <a:ahLst/>
              <a:cxnLst/>
              <a:rect l="l" t="t" r="r" b="b"/>
              <a:pathLst>
                <a:path w="4523" h="915" extrusionOk="0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4"/>
            <p:cNvSpPr/>
            <p:nvPr/>
          </p:nvSpPr>
          <p:spPr>
            <a:xfrm>
              <a:off x="4557788" y="4299794"/>
              <a:ext cx="44806" cy="204299"/>
            </a:xfrm>
            <a:custGeom>
              <a:avLst/>
              <a:gdLst/>
              <a:ahLst/>
              <a:cxnLst/>
              <a:rect l="l" t="t" r="r" b="b"/>
              <a:pathLst>
                <a:path w="1467" h="6689" extrusionOk="0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10" name="Google Shape;1010;p34"/>
          <p:cNvGrpSpPr/>
          <p:nvPr/>
        </p:nvGrpSpPr>
        <p:grpSpPr>
          <a:xfrm rot="10800000">
            <a:off x="10018924" y="5287369"/>
            <a:ext cx="125150" cy="184835"/>
            <a:chOff x="4820760" y="3853535"/>
            <a:chExt cx="58855" cy="86924"/>
          </a:xfrm>
        </p:grpSpPr>
        <p:sp>
          <p:nvSpPr>
            <p:cNvPr id="1011" name="Google Shape;1011;p34"/>
            <p:cNvSpPr/>
            <p:nvPr/>
          </p:nvSpPr>
          <p:spPr>
            <a:xfrm>
              <a:off x="4820760" y="3892905"/>
              <a:ext cx="58855" cy="11850"/>
            </a:xfrm>
            <a:custGeom>
              <a:avLst/>
              <a:gdLst/>
              <a:ahLst/>
              <a:cxnLst/>
              <a:rect l="l" t="t" r="r" b="b"/>
              <a:pathLst>
                <a:path w="1927" h="388" extrusionOk="0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34"/>
            <p:cNvSpPr/>
            <p:nvPr/>
          </p:nvSpPr>
          <p:spPr>
            <a:xfrm>
              <a:off x="4841254" y="3853535"/>
              <a:ext cx="19028" cy="86924"/>
            </a:xfrm>
            <a:custGeom>
              <a:avLst/>
              <a:gdLst/>
              <a:ahLst/>
              <a:cxnLst/>
              <a:rect l="l" t="t" r="r" b="b"/>
              <a:pathLst>
                <a:path w="623" h="2846" extrusionOk="0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3" name="Google Shape;1013;p34"/>
          <p:cNvSpPr/>
          <p:nvPr/>
        </p:nvSpPr>
        <p:spPr>
          <a:xfrm rot="10800000">
            <a:off x="9794246" y="5677920"/>
            <a:ext cx="79168" cy="61438"/>
          </a:xfrm>
          <a:custGeom>
            <a:avLst/>
            <a:gdLst/>
            <a:ahLst/>
            <a:cxnLst/>
            <a:rect l="l" t="t" r="r" b="b"/>
            <a:pathLst>
              <a:path w="1219" h="946" extrusionOk="0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18" y="945"/>
                  <a:pt x="1218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14" name="Google Shape;1014;p34"/>
          <p:cNvGrpSpPr/>
          <p:nvPr/>
        </p:nvGrpSpPr>
        <p:grpSpPr>
          <a:xfrm>
            <a:off x="9505839" y="-769401"/>
            <a:ext cx="735150" cy="424150"/>
            <a:chOff x="9589700" y="3420525"/>
            <a:chExt cx="735150" cy="424150"/>
          </a:xfrm>
        </p:grpSpPr>
        <p:sp>
          <p:nvSpPr>
            <p:cNvPr id="1015" name="Google Shape;1015;p34"/>
            <p:cNvSpPr/>
            <p:nvPr/>
          </p:nvSpPr>
          <p:spPr>
            <a:xfrm>
              <a:off x="9589700" y="3420525"/>
              <a:ext cx="735150" cy="424150"/>
            </a:xfrm>
            <a:custGeom>
              <a:avLst/>
              <a:gdLst/>
              <a:ahLst/>
              <a:cxnLst/>
              <a:rect l="l" t="t" r="r" b="b"/>
              <a:pathLst>
                <a:path w="29406" h="16966" extrusionOk="0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34"/>
            <p:cNvSpPr/>
            <p:nvPr/>
          </p:nvSpPr>
          <p:spPr>
            <a:xfrm>
              <a:off x="10025050" y="3507475"/>
              <a:ext cx="107000" cy="155300"/>
            </a:xfrm>
            <a:custGeom>
              <a:avLst/>
              <a:gdLst/>
              <a:ahLst/>
              <a:cxnLst/>
              <a:rect l="l" t="t" r="r" b="b"/>
              <a:pathLst>
                <a:path w="4280" h="6212" extrusionOk="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4"/>
            <p:cNvSpPr/>
            <p:nvPr/>
          </p:nvSpPr>
          <p:spPr>
            <a:xfrm>
              <a:off x="9764075" y="3530325"/>
              <a:ext cx="119150" cy="158800"/>
            </a:xfrm>
            <a:custGeom>
              <a:avLst/>
              <a:gdLst/>
              <a:ahLst/>
              <a:cxnLst/>
              <a:rect l="l" t="t" r="r" b="b"/>
              <a:pathLst>
                <a:path w="4766" h="6352" extrusionOk="0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4"/>
            <p:cNvSpPr/>
            <p:nvPr/>
          </p:nvSpPr>
          <p:spPr>
            <a:xfrm>
              <a:off x="9932575" y="3520100"/>
              <a:ext cx="77225" cy="135250"/>
            </a:xfrm>
            <a:custGeom>
              <a:avLst/>
              <a:gdLst/>
              <a:ahLst/>
              <a:cxnLst/>
              <a:rect l="l" t="t" r="r" b="b"/>
              <a:pathLst>
                <a:path w="3089" h="5410" extrusionOk="0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34"/>
            <p:cNvSpPr/>
            <p:nvPr/>
          </p:nvSpPr>
          <p:spPr>
            <a:xfrm>
              <a:off x="9641425" y="3803025"/>
              <a:ext cx="196350" cy="7875"/>
            </a:xfrm>
            <a:custGeom>
              <a:avLst/>
              <a:gdLst/>
              <a:ahLst/>
              <a:cxnLst/>
              <a:rect l="l" t="t" r="r" b="b"/>
              <a:pathLst>
                <a:path w="7854" h="315" extrusionOk="0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34"/>
            <p:cNvSpPr/>
            <p:nvPr/>
          </p:nvSpPr>
          <p:spPr>
            <a:xfrm>
              <a:off x="9702950" y="3780250"/>
              <a:ext cx="183425" cy="13300"/>
            </a:xfrm>
            <a:custGeom>
              <a:avLst/>
              <a:gdLst/>
              <a:ahLst/>
              <a:cxnLst/>
              <a:rect l="l" t="t" r="r" b="b"/>
              <a:pathLst>
                <a:path w="7337" h="532" extrusionOk="0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34"/>
            <p:cNvSpPr/>
            <p:nvPr/>
          </p:nvSpPr>
          <p:spPr>
            <a:xfrm>
              <a:off x="10197075" y="3481625"/>
              <a:ext cx="51650" cy="87900"/>
            </a:xfrm>
            <a:custGeom>
              <a:avLst/>
              <a:gdLst/>
              <a:ahLst/>
              <a:cxnLst/>
              <a:rect l="l" t="t" r="r" b="b"/>
              <a:pathLst>
                <a:path w="2066" h="3516" extrusionOk="0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" name="Google Shape;461;p18">
            <a:extLst>
              <a:ext uri="{FF2B5EF4-FFF2-40B4-BE49-F238E27FC236}">
                <a16:creationId xmlns:a16="http://schemas.microsoft.com/office/drawing/2014/main" id="{CD541DC5-02AB-454A-99D0-60A87DF8B2EF}"/>
              </a:ext>
            </a:extLst>
          </p:cNvPr>
          <p:cNvSpPr/>
          <p:nvPr/>
        </p:nvSpPr>
        <p:spPr>
          <a:xfrm rot="8100000">
            <a:off x="-1383570" y="4301597"/>
            <a:ext cx="754236" cy="2613796"/>
          </a:xfrm>
          <a:custGeom>
            <a:avLst/>
            <a:gdLst/>
            <a:ahLst/>
            <a:cxnLst/>
            <a:rect l="l" t="t" r="r" b="b"/>
            <a:pathLst>
              <a:path w="4636" h="16066" extrusionOk="0">
                <a:moveTo>
                  <a:pt x="4635" y="0"/>
                </a:moveTo>
                <a:cubicBezTo>
                  <a:pt x="3355" y="286"/>
                  <a:pt x="2125" y="957"/>
                  <a:pt x="1355" y="1963"/>
                </a:cubicBezTo>
                <a:cubicBezTo>
                  <a:pt x="1" y="3728"/>
                  <a:pt x="995" y="5405"/>
                  <a:pt x="1802" y="7132"/>
                </a:cubicBezTo>
                <a:cubicBezTo>
                  <a:pt x="2821" y="9307"/>
                  <a:pt x="1106" y="11220"/>
                  <a:pt x="1504" y="13432"/>
                </a:cubicBezTo>
                <a:cubicBezTo>
                  <a:pt x="1765" y="14848"/>
                  <a:pt x="3219" y="16041"/>
                  <a:pt x="4635" y="16066"/>
                </a:cubicBezTo>
                <a:lnTo>
                  <a:pt x="4635" y="14935"/>
                </a:lnTo>
                <a:cubicBezTo>
                  <a:pt x="4039" y="14885"/>
                  <a:pt x="3467" y="14637"/>
                  <a:pt x="2983" y="14215"/>
                </a:cubicBezTo>
                <a:cubicBezTo>
                  <a:pt x="2237" y="13544"/>
                  <a:pt x="2287" y="12438"/>
                  <a:pt x="2473" y="11556"/>
                </a:cubicBezTo>
                <a:cubicBezTo>
                  <a:pt x="2771" y="10214"/>
                  <a:pt x="3318" y="9008"/>
                  <a:pt x="2871" y="7617"/>
                </a:cubicBezTo>
                <a:cubicBezTo>
                  <a:pt x="2386" y="6064"/>
                  <a:pt x="1044" y="4945"/>
                  <a:pt x="1355" y="3181"/>
                </a:cubicBezTo>
                <a:cubicBezTo>
                  <a:pt x="1616" y="1702"/>
                  <a:pt x="3144" y="783"/>
                  <a:pt x="4635" y="547"/>
                </a:cubicBezTo>
                <a:lnTo>
                  <a:pt x="463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" name="Google Shape;462;p18">
            <a:extLst>
              <a:ext uri="{FF2B5EF4-FFF2-40B4-BE49-F238E27FC236}">
                <a16:creationId xmlns:a16="http://schemas.microsoft.com/office/drawing/2014/main" id="{BAFAD5A7-E5ED-46BE-A83F-DCB491A3B55E}"/>
              </a:ext>
            </a:extLst>
          </p:cNvPr>
          <p:cNvSpPr/>
          <p:nvPr/>
        </p:nvSpPr>
        <p:spPr>
          <a:xfrm rot="-4347006">
            <a:off x="9293607" y="4924062"/>
            <a:ext cx="1563313" cy="2762380"/>
          </a:xfrm>
          <a:custGeom>
            <a:avLst/>
            <a:gdLst/>
            <a:ahLst/>
            <a:cxnLst/>
            <a:rect l="l" t="t" r="r" b="b"/>
            <a:pathLst>
              <a:path w="18378" h="32474" extrusionOk="0">
                <a:moveTo>
                  <a:pt x="339" y="0"/>
                </a:moveTo>
                <a:cubicBezTo>
                  <a:pt x="225" y="0"/>
                  <a:pt x="112" y="2"/>
                  <a:pt x="1" y="7"/>
                </a:cubicBezTo>
                <a:lnTo>
                  <a:pt x="75" y="466"/>
                </a:lnTo>
                <a:cubicBezTo>
                  <a:pt x="1653" y="516"/>
                  <a:pt x="2995" y="1063"/>
                  <a:pt x="3803" y="2516"/>
                </a:cubicBezTo>
                <a:cubicBezTo>
                  <a:pt x="4561" y="3858"/>
                  <a:pt x="4573" y="5586"/>
                  <a:pt x="4685" y="7089"/>
                </a:cubicBezTo>
                <a:cubicBezTo>
                  <a:pt x="4908" y="10046"/>
                  <a:pt x="4921" y="13823"/>
                  <a:pt x="7070" y="16134"/>
                </a:cubicBezTo>
                <a:cubicBezTo>
                  <a:pt x="8711" y="17886"/>
                  <a:pt x="11183" y="18321"/>
                  <a:pt x="13345" y="19092"/>
                </a:cubicBezTo>
                <a:cubicBezTo>
                  <a:pt x="14625" y="19551"/>
                  <a:pt x="15768" y="20272"/>
                  <a:pt x="16514" y="21440"/>
                </a:cubicBezTo>
                <a:cubicBezTo>
                  <a:pt x="17458" y="22919"/>
                  <a:pt x="16799" y="24347"/>
                  <a:pt x="15855" y="25565"/>
                </a:cubicBezTo>
                <a:cubicBezTo>
                  <a:pt x="15271" y="26298"/>
                  <a:pt x="14675" y="27081"/>
                  <a:pt x="14637" y="28050"/>
                </a:cubicBezTo>
                <a:cubicBezTo>
                  <a:pt x="14600" y="28833"/>
                  <a:pt x="15010" y="29616"/>
                  <a:pt x="15358" y="30287"/>
                </a:cubicBezTo>
                <a:cubicBezTo>
                  <a:pt x="15656" y="30833"/>
                  <a:pt x="16290" y="31629"/>
                  <a:pt x="16762" y="32449"/>
                </a:cubicBezTo>
                <a:cubicBezTo>
                  <a:pt x="17184" y="32461"/>
                  <a:pt x="17607" y="32474"/>
                  <a:pt x="18054" y="32474"/>
                </a:cubicBezTo>
                <a:cubicBezTo>
                  <a:pt x="17296" y="30920"/>
                  <a:pt x="16041" y="29305"/>
                  <a:pt x="15917" y="28212"/>
                </a:cubicBezTo>
                <a:cubicBezTo>
                  <a:pt x="15793" y="27205"/>
                  <a:pt x="17035" y="26149"/>
                  <a:pt x="17570" y="25379"/>
                </a:cubicBezTo>
                <a:cubicBezTo>
                  <a:pt x="18278" y="24372"/>
                  <a:pt x="18377" y="23192"/>
                  <a:pt x="18079" y="22012"/>
                </a:cubicBezTo>
                <a:cubicBezTo>
                  <a:pt x="17520" y="19738"/>
                  <a:pt x="15097" y="18570"/>
                  <a:pt x="13072" y="17911"/>
                </a:cubicBezTo>
                <a:cubicBezTo>
                  <a:pt x="10835" y="17178"/>
                  <a:pt x="8288" y="16694"/>
                  <a:pt x="7008" y="14482"/>
                </a:cubicBezTo>
                <a:cubicBezTo>
                  <a:pt x="6213" y="13103"/>
                  <a:pt x="6027" y="11301"/>
                  <a:pt x="6002" y="9735"/>
                </a:cubicBezTo>
                <a:cubicBezTo>
                  <a:pt x="5965" y="6977"/>
                  <a:pt x="5865" y="3250"/>
                  <a:pt x="3790" y="1150"/>
                </a:cubicBezTo>
                <a:cubicBezTo>
                  <a:pt x="2915" y="263"/>
                  <a:pt x="1570" y="0"/>
                  <a:pt x="33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" name="Google Shape;463;p18">
            <a:extLst>
              <a:ext uri="{FF2B5EF4-FFF2-40B4-BE49-F238E27FC236}">
                <a16:creationId xmlns:a16="http://schemas.microsoft.com/office/drawing/2014/main" id="{AEE185A1-94D4-48F2-BA5A-EDA27144621B}"/>
              </a:ext>
            </a:extLst>
          </p:cNvPr>
          <p:cNvGrpSpPr/>
          <p:nvPr/>
        </p:nvGrpSpPr>
        <p:grpSpPr>
          <a:xfrm rot="10800000">
            <a:off x="-1161640" y="-1069275"/>
            <a:ext cx="293749" cy="434421"/>
            <a:chOff x="4510355" y="4299794"/>
            <a:chExt cx="138144" cy="204299"/>
          </a:xfrm>
        </p:grpSpPr>
        <p:sp>
          <p:nvSpPr>
            <p:cNvPr id="31" name="Google Shape;464;p18">
              <a:extLst>
                <a:ext uri="{FF2B5EF4-FFF2-40B4-BE49-F238E27FC236}">
                  <a16:creationId xmlns:a16="http://schemas.microsoft.com/office/drawing/2014/main" id="{ABFA1615-BA97-42F6-B0E0-C32FD3D2F37E}"/>
                </a:ext>
              </a:extLst>
            </p:cNvPr>
            <p:cNvSpPr/>
            <p:nvPr/>
          </p:nvSpPr>
          <p:spPr>
            <a:xfrm>
              <a:off x="4510355" y="4392307"/>
              <a:ext cx="138144" cy="27946"/>
            </a:xfrm>
            <a:custGeom>
              <a:avLst/>
              <a:gdLst/>
              <a:ahLst/>
              <a:cxnLst/>
              <a:rect l="l" t="t" r="r" b="b"/>
              <a:pathLst>
                <a:path w="4523" h="915" extrusionOk="0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465;p18">
              <a:extLst>
                <a:ext uri="{FF2B5EF4-FFF2-40B4-BE49-F238E27FC236}">
                  <a16:creationId xmlns:a16="http://schemas.microsoft.com/office/drawing/2014/main" id="{7CEEF1EE-BA9B-4C87-995D-8A1659660046}"/>
                </a:ext>
              </a:extLst>
            </p:cNvPr>
            <p:cNvSpPr/>
            <p:nvPr/>
          </p:nvSpPr>
          <p:spPr>
            <a:xfrm>
              <a:off x="4557788" y="4299794"/>
              <a:ext cx="44806" cy="204299"/>
            </a:xfrm>
            <a:custGeom>
              <a:avLst/>
              <a:gdLst/>
              <a:ahLst/>
              <a:cxnLst/>
              <a:rect l="l" t="t" r="r" b="b"/>
              <a:pathLst>
                <a:path w="1467" h="6689" extrusionOk="0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" name="Google Shape;466;p18">
            <a:extLst>
              <a:ext uri="{FF2B5EF4-FFF2-40B4-BE49-F238E27FC236}">
                <a16:creationId xmlns:a16="http://schemas.microsoft.com/office/drawing/2014/main" id="{5BAC383F-C7D9-46F0-B539-8D4EC01FC3C0}"/>
              </a:ext>
            </a:extLst>
          </p:cNvPr>
          <p:cNvGrpSpPr/>
          <p:nvPr/>
        </p:nvGrpSpPr>
        <p:grpSpPr>
          <a:xfrm rot="10800000">
            <a:off x="-310367" y="-954236"/>
            <a:ext cx="125150" cy="184835"/>
            <a:chOff x="4820760" y="3853535"/>
            <a:chExt cx="58855" cy="86924"/>
          </a:xfrm>
        </p:grpSpPr>
        <p:sp>
          <p:nvSpPr>
            <p:cNvPr id="34" name="Google Shape;467;p18">
              <a:extLst>
                <a:ext uri="{FF2B5EF4-FFF2-40B4-BE49-F238E27FC236}">
                  <a16:creationId xmlns:a16="http://schemas.microsoft.com/office/drawing/2014/main" id="{073D79CD-E13C-400F-891B-D39DAD5EABB7}"/>
                </a:ext>
              </a:extLst>
            </p:cNvPr>
            <p:cNvSpPr/>
            <p:nvPr/>
          </p:nvSpPr>
          <p:spPr>
            <a:xfrm>
              <a:off x="4820760" y="3892905"/>
              <a:ext cx="58855" cy="11850"/>
            </a:xfrm>
            <a:custGeom>
              <a:avLst/>
              <a:gdLst/>
              <a:ahLst/>
              <a:cxnLst/>
              <a:rect l="l" t="t" r="r" b="b"/>
              <a:pathLst>
                <a:path w="1927" h="388" extrusionOk="0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468;p18">
              <a:extLst>
                <a:ext uri="{FF2B5EF4-FFF2-40B4-BE49-F238E27FC236}">
                  <a16:creationId xmlns:a16="http://schemas.microsoft.com/office/drawing/2014/main" id="{67959FA2-C85E-404D-926A-7CF17EA33128}"/>
                </a:ext>
              </a:extLst>
            </p:cNvPr>
            <p:cNvSpPr/>
            <p:nvPr/>
          </p:nvSpPr>
          <p:spPr>
            <a:xfrm>
              <a:off x="4841254" y="3853535"/>
              <a:ext cx="19028" cy="86924"/>
            </a:xfrm>
            <a:custGeom>
              <a:avLst/>
              <a:gdLst/>
              <a:ahLst/>
              <a:cxnLst/>
              <a:rect l="l" t="t" r="r" b="b"/>
              <a:pathLst>
                <a:path w="623" h="2846" extrusionOk="0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" name="Google Shape;469;p18">
            <a:extLst>
              <a:ext uri="{FF2B5EF4-FFF2-40B4-BE49-F238E27FC236}">
                <a16:creationId xmlns:a16="http://schemas.microsoft.com/office/drawing/2014/main" id="{5223B4E7-62F5-4B57-92DA-6DF81ADE3583}"/>
              </a:ext>
            </a:extLst>
          </p:cNvPr>
          <p:cNvSpPr/>
          <p:nvPr/>
        </p:nvSpPr>
        <p:spPr>
          <a:xfrm rot="10800000">
            <a:off x="-1218260" y="-446660"/>
            <a:ext cx="79168" cy="61438"/>
          </a:xfrm>
          <a:custGeom>
            <a:avLst/>
            <a:gdLst/>
            <a:ahLst/>
            <a:cxnLst/>
            <a:rect l="l" t="t" r="r" b="b"/>
            <a:pathLst>
              <a:path w="1219" h="946" extrusionOk="0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18" y="945"/>
                  <a:pt x="1218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470;p18">
            <a:extLst>
              <a:ext uri="{FF2B5EF4-FFF2-40B4-BE49-F238E27FC236}">
                <a16:creationId xmlns:a16="http://schemas.microsoft.com/office/drawing/2014/main" id="{E19B767F-39AF-45B5-9C9F-EFDB823C9E0E}"/>
              </a:ext>
            </a:extLst>
          </p:cNvPr>
          <p:cNvSpPr/>
          <p:nvPr/>
        </p:nvSpPr>
        <p:spPr>
          <a:xfrm rot="10800000">
            <a:off x="10891697" y="5221528"/>
            <a:ext cx="123525" cy="96119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" name="Google Shape;471;p18">
            <a:extLst>
              <a:ext uri="{FF2B5EF4-FFF2-40B4-BE49-F238E27FC236}">
                <a16:creationId xmlns:a16="http://schemas.microsoft.com/office/drawing/2014/main" id="{16FDCC31-AB95-417E-AF3B-0790E76F5D15}"/>
              </a:ext>
            </a:extLst>
          </p:cNvPr>
          <p:cNvGrpSpPr/>
          <p:nvPr/>
        </p:nvGrpSpPr>
        <p:grpSpPr>
          <a:xfrm rot="-874411">
            <a:off x="-1221547" y="-197607"/>
            <a:ext cx="406928" cy="747953"/>
            <a:chOff x="10351075" y="912125"/>
            <a:chExt cx="639550" cy="1175525"/>
          </a:xfrm>
        </p:grpSpPr>
        <p:sp>
          <p:nvSpPr>
            <p:cNvPr id="39" name="Google Shape;472;p18">
              <a:extLst>
                <a:ext uri="{FF2B5EF4-FFF2-40B4-BE49-F238E27FC236}">
                  <a16:creationId xmlns:a16="http://schemas.microsoft.com/office/drawing/2014/main" id="{C6981D9F-08FC-4BAC-A1F2-67A678F94982}"/>
                </a:ext>
              </a:extLst>
            </p:cNvPr>
            <p:cNvSpPr/>
            <p:nvPr/>
          </p:nvSpPr>
          <p:spPr>
            <a:xfrm>
              <a:off x="10351075" y="912125"/>
              <a:ext cx="639550" cy="1175525"/>
            </a:xfrm>
            <a:custGeom>
              <a:avLst/>
              <a:gdLst/>
              <a:ahLst/>
              <a:cxnLst/>
              <a:rect l="l" t="t" r="r" b="b"/>
              <a:pathLst>
                <a:path w="25582" h="47021" extrusionOk="0">
                  <a:moveTo>
                    <a:pt x="13935" y="610"/>
                  </a:moveTo>
                  <a:cubicBezTo>
                    <a:pt x="14160" y="610"/>
                    <a:pt x="14384" y="620"/>
                    <a:pt x="14609" y="648"/>
                  </a:cubicBezTo>
                  <a:cubicBezTo>
                    <a:pt x="14634" y="648"/>
                    <a:pt x="14664" y="646"/>
                    <a:pt x="14696" y="646"/>
                  </a:cubicBezTo>
                  <a:cubicBezTo>
                    <a:pt x="14742" y="646"/>
                    <a:pt x="14791" y="651"/>
                    <a:pt x="14829" y="680"/>
                  </a:cubicBezTo>
                  <a:cubicBezTo>
                    <a:pt x="14907" y="727"/>
                    <a:pt x="15033" y="789"/>
                    <a:pt x="15048" y="883"/>
                  </a:cubicBezTo>
                  <a:cubicBezTo>
                    <a:pt x="15111" y="1071"/>
                    <a:pt x="14923" y="1134"/>
                    <a:pt x="14782" y="1150"/>
                  </a:cubicBezTo>
                  <a:cubicBezTo>
                    <a:pt x="14627" y="1183"/>
                    <a:pt x="14464" y="1216"/>
                    <a:pt x="14309" y="1216"/>
                  </a:cubicBezTo>
                  <a:cubicBezTo>
                    <a:pt x="14245" y="1216"/>
                    <a:pt x="14183" y="1211"/>
                    <a:pt x="14123" y="1197"/>
                  </a:cubicBezTo>
                  <a:cubicBezTo>
                    <a:pt x="13699" y="1075"/>
                    <a:pt x="13271" y="1050"/>
                    <a:pt x="12843" y="1050"/>
                  </a:cubicBezTo>
                  <a:cubicBezTo>
                    <a:pt x="12552" y="1050"/>
                    <a:pt x="12261" y="1061"/>
                    <a:pt x="11972" y="1061"/>
                  </a:cubicBezTo>
                  <a:cubicBezTo>
                    <a:pt x="11869" y="1061"/>
                    <a:pt x="11766" y="1060"/>
                    <a:pt x="11663" y="1056"/>
                  </a:cubicBezTo>
                  <a:cubicBezTo>
                    <a:pt x="11459" y="1040"/>
                    <a:pt x="11224" y="1071"/>
                    <a:pt x="11036" y="946"/>
                  </a:cubicBezTo>
                  <a:cubicBezTo>
                    <a:pt x="11127" y="699"/>
                    <a:pt x="11326" y="624"/>
                    <a:pt x="11490" y="624"/>
                  </a:cubicBezTo>
                  <a:cubicBezTo>
                    <a:pt x="11523" y="624"/>
                    <a:pt x="11555" y="627"/>
                    <a:pt x="11584" y="633"/>
                  </a:cubicBezTo>
                  <a:cubicBezTo>
                    <a:pt x="11813" y="661"/>
                    <a:pt x="12040" y="671"/>
                    <a:pt x="12267" y="671"/>
                  </a:cubicBezTo>
                  <a:cubicBezTo>
                    <a:pt x="12826" y="671"/>
                    <a:pt x="13381" y="610"/>
                    <a:pt x="13935" y="610"/>
                  </a:cubicBezTo>
                  <a:close/>
                  <a:moveTo>
                    <a:pt x="8904" y="2702"/>
                  </a:moveTo>
                  <a:cubicBezTo>
                    <a:pt x="8982" y="2702"/>
                    <a:pt x="9045" y="2749"/>
                    <a:pt x="9014" y="2827"/>
                  </a:cubicBezTo>
                  <a:cubicBezTo>
                    <a:pt x="8998" y="2874"/>
                    <a:pt x="8904" y="2905"/>
                    <a:pt x="8857" y="2921"/>
                  </a:cubicBezTo>
                  <a:cubicBezTo>
                    <a:pt x="8855" y="2922"/>
                    <a:pt x="8854" y="2923"/>
                    <a:pt x="8852" y="2923"/>
                  </a:cubicBezTo>
                  <a:cubicBezTo>
                    <a:pt x="8830" y="2923"/>
                    <a:pt x="8780" y="2857"/>
                    <a:pt x="8794" y="2843"/>
                  </a:cubicBezTo>
                  <a:cubicBezTo>
                    <a:pt x="8825" y="2796"/>
                    <a:pt x="8857" y="2749"/>
                    <a:pt x="8904" y="2702"/>
                  </a:cubicBezTo>
                  <a:close/>
                  <a:moveTo>
                    <a:pt x="17228" y="2713"/>
                  </a:moveTo>
                  <a:cubicBezTo>
                    <a:pt x="17243" y="2713"/>
                    <a:pt x="17259" y="2715"/>
                    <a:pt x="17274" y="2717"/>
                  </a:cubicBezTo>
                  <a:cubicBezTo>
                    <a:pt x="17525" y="2749"/>
                    <a:pt x="17776" y="2796"/>
                    <a:pt x="18042" y="2858"/>
                  </a:cubicBezTo>
                  <a:cubicBezTo>
                    <a:pt x="18089" y="2858"/>
                    <a:pt x="18152" y="2968"/>
                    <a:pt x="18136" y="3015"/>
                  </a:cubicBezTo>
                  <a:cubicBezTo>
                    <a:pt x="18120" y="3062"/>
                    <a:pt x="18042" y="3125"/>
                    <a:pt x="17979" y="3140"/>
                  </a:cubicBezTo>
                  <a:cubicBezTo>
                    <a:pt x="17943" y="3146"/>
                    <a:pt x="17906" y="3147"/>
                    <a:pt x="17870" y="3147"/>
                  </a:cubicBezTo>
                  <a:cubicBezTo>
                    <a:pt x="17796" y="3147"/>
                    <a:pt x="17723" y="3140"/>
                    <a:pt x="17650" y="3140"/>
                  </a:cubicBezTo>
                  <a:cubicBezTo>
                    <a:pt x="17650" y="3156"/>
                    <a:pt x="17634" y="3156"/>
                    <a:pt x="17634" y="3172"/>
                  </a:cubicBezTo>
                  <a:cubicBezTo>
                    <a:pt x="17493" y="3172"/>
                    <a:pt x="17337" y="3172"/>
                    <a:pt x="17196" y="3140"/>
                  </a:cubicBezTo>
                  <a:cubicBezTo>
                    <a:pt x="17102" y="3109"/>
                    <a:pt x="17023" y="3015"/>
                    <a:pt x="16960" y="2937"/>
                  </a:cubicBezTo>
                  <a:cubicBezTo>
                    <a:pt x="16903" y="2851"/>
                    <a:pt x="17068" y="2713"/>
                    <a:pt x="17228" y="2713"/>
                  </a:cubicBezTo>
                  <a:close/>
                  <a:moveTo>
                    <a:pt x="15896" y="1518"/>
                  </a:moveTo>
                  <a:cubicBezTo>
                    <a:pt x="16100" y="1518"/>
                    <a:pt x="16227" y="1679"/>
                    <a:pt x="16255" y="1902"/>
                  </a:cubicBezTo>
                  <a:cubicBezTo>
                    <a:pt x="16342" y="3023"/>
                    <a:pt x="16241" y="3238"/>
                    <a:pt x="15247" y="3238"/>
                  </a:cubicBezTo>
                  <a:cubicBezTo>
                    <a:pt x="15171" y="3238"/>
                    <a:pt x="15089" y="3237"/>
                    <a:pt x="15001" y="3235"/>
                  </a:cubicBezTo>
                  <a:cubicBezTo>
                    <a:pt x="14889" y="3233"/>
                    <a:pt x="14778" y="3232"/>
                    <a:pt x="14666" y="3232"/>
                  </a:cubicBezTo>
                  <a:cubicBezTo>
                    <a:pt x="13885" y="3232"/>
                    <a:pt x="13105" y="3280"/>
                    <a:pt x="12337" y="3376"/>
                  </a:cubicBezTo>
                  <a:cubicBezTo>
                    <a:pt x="12074" y="3410"/>
                    <a:pt x="11811" y="3430"/>
                    <a:pt x="11548" y="3430"/>
                  </a:cubicBezTo>
                  <a:cubicBezTo>
                    <a:pt x="11215" y="3430"/>
                    <a:pt x="10882" y="3399"/>
                    <a:pt x="10550" y="3329"/>
                  </a:cubicBezTo>
                  <a:cubicBezTo>
                    <a:pt x="10079" y="3219"/>
                    <a:pt x="9829" y="2999"/>
                    <a:pt x="9766" y="2529"/>
                  </a:cubicBezTo>
                  <a:cubicBezTo>
                    <a:pt x="9750" y="2467"/>
                    <a:pt x="9735" y="2388"/>
                    <a:pt x="9735" y="2310"/>
                  </a:cubicBezTo>
                  <a:cubicBezTo>
                    <a:pt x="9688" y="1887"/>
                    <a:pt x="9876" y="1667"/>
                    <a:pt x="10283" y="1667"/>
                  </a:cubicBezTo>
                  <a:cubicBezTo>
                    <a:pt x="10429" y="1662"/>
                    <a:pt x="10578" y="1660"/>
                    <a:pt x="10726" y="1660"/>
                  </a:cubicBezTo>
                  <a:cubicBezTo>
                    <a:pt x="11023" y="1660"/>
                    <a:pt x="11323" y="1667"/>
                    <a:pt x="11616" y="1667"/>
                  </a:cubicBezTo>
                  <a:cubicBezTo>
                    <a:pt x="11929" y="1667"/>
                    <a:pt x="12242" y="1655"/>
                    <a:pt x="12555" y="1655"/>
                  </a:cubicBezTo>
                  <a:cubicBezTo>
                    <a:pt x="13024" y="1655"/>
                    <a:pt x="13490" y="1683"/>
                    <a:pt x="13951" y="1824"/>
                  </a:cubicBezTo>
                  <a:cubicBezTo>
                    <a:pt x="14027" y="1845"/>
                    <a:pt x="14103" y="1853"/>
                    <a:pt x="14177" y="1853"/>
                  </a:cubicBezTo>
                  <a:cubicBezTo>
                    <a:pt x="14441" y="1853"/>
                    <a:pt x="14694" y="1747"/>
                    <a:pt x="14938" y="1698"/>
                  </a:cubicBezTo>
                  <a:cubicBezTo>
                    <a:pt x="15236" y="1636"/>
                    <a:pt x="15518" y="1573"/>
                    <a:pt x="15816" y="1526"/>
                  </a:cubicBezTo>
                  <a:cubicBezTo>
                    <a:pt x="15844" y="1521"/>
                    <a:pt x="15871" y="1518"/>
                    <a:pt x="15896" y="1518"/>
                  </a:cubicBezTo>
                  <a:close/>
                  <a:moveTo>
                    <a:pt x="18512" y="3763"/>
                  </a:moveTo>
                  <a:cubicBezTo>
                    <a:pt x="18601" y="3763"/>
                    <a:pt x="18690" y="3786"/>
                    <a:pt x="18779" y="3799"/>
                  </a:cubicBezTo>
                  <a:cubicBezTo>
                    <a:pt x="18810" y="4081"/>
                    <a:pt x="18622" y="4238"/>
                    <a:pt x="18450" y="4363"/>
                  </a:cubicBezTo>
                  <a:cubicBezTo>
                    <a:pt x="17776" y="4833"/>
                    <a:pt x="17086" y="5288"/>
                    <a:pt x="16412" y="5742"/>
                  </a:cubicBezTo>
                  <a:cubicBezTo>
                    <a:pt x="16177" y="5899"/>
                    <a:pt x="15910" y="5915"/>
                    <a:pt x="15659" y="5931"/>
                  </a:cubicBezTo>
                  <a:cubicBezTo>
                    <a:pt x="15017" y="5962"/>
                    <a:pt x="14390" y="5978"/>
                    <a:pt x="13747" y="6009"/>
                  </a:cubicBezTo>
                  <a:cubicBezTo>
                    <a:pt x="13418" y="6025"/>
                    <a:pt x="13073" y="6025"/>
                    <a:pt x="12744" y="6072"/>
                  </a:cubicBezTo>
                  <a:cubicBezTo>
                    <a:pt x="12606" y="6097"/>
                    <a:pt x="12473" y="6109"/>
                    <a:pt x="12342" y="6109"/>
                  </a:cubicBezTo>
                  <a:cubicBezTo>
                    <a:pt x="12146" y="6109"/>
                    <a:pt x="11954" y="6081"/>
                    <a:pt x="11757" y="6025"/>
                  </a:cubicBezTo>
                  <a:cubicBezTo>
                    <a:pt x="11255" y="5868"/>
                    <a:pt x="10753" y="5727"/>
                    <a:pt x="10220" y="5695"/>
                  </a:cubicBezTo>
                  <a:cubicBezTo>
                    <a:pt x="10111" y="5695"/>
                    <a:pt x="10001" y="5664"/>
                    <a:pt x="9891" y="5633"/>
                  </a:cubicBezTo>
                  <a:cubicBezTo>
                    <a:pt x="8982" y="5351"/>
                    <a:pt x="8920" y="5319"/>
                    <a:pt x="8700" y="4238"/>
                  </a:cubicBezTo>
                  <a:cubicBezTo>
                    <a:pt x="8655" y="3983"/>
                    <a:pt x="8796" y="3829"/>
                    <a:pt x="9040" y="3829"/>
                  </a:cubicBezTo>
                  <a:cubicBezTo>
                    <a:pt x="9052" y="3829"/>
                    <a:pt x="9064" y="3829"/>
                    <a:pt x="9076" y="3830"/>
                  </a:cubicBezTo>
                  <a:cubicBezTo>
                    <a:pt x="9484" y="3862"/>
                    <a:pt x="9907" y="3893"/>
                    <a:pt x="10299" y="3971"/>
                  </a:cubicBezTo>
                  <a:cubicBezTo>
                    <a:pt x="10674" y="4046"/>
                    <a:pt x="11048" y="4081"/>
                    <a:pt x="11423" y="4081"/>
                  </a:cubicBezTo>
                  <a:cubicBezTo>
                    <a:pt x="11754" y="4081"/>
                    <a:pt x="12084" y="4054"/>
                    <a:pt x="12415" y="4003"/>
                  </a:cubicBezTo>
                  <a:cubicBezTo>
                    <a:pt x="13018" y="3926"/>
                    <a:pt x="13614" y="3887"/>
                    <a:pt x="14213" y="3887"/>
                  </a:cubicBezTo>
                  <a:cubicBezTo>
                    <a:pt x="14470" y="3887"/>
                    <a:pt x="14727" y="3894"/>
                    <a:pt x="14985" y="3909"/>
                  </a:cubicBezTo>
                  <a:cubicBezTo>
                    <a:pt x="15403" y="3925"/>
                    <a:pt x="15821" y="3938"/>
                    <a:pt x="16239" y="3938"/>
                  </a:cubicBezTo>
                  <a:cubicBezTo>
                    <a:pt x="16979" y="3938"/>
                    <a:pt x="17718" y="3898"/>
                    <a:pt x="18450" y="3767"/>
                  </a:cubicBezTo>
                  <a:cubicBezTo>
                    <a:pt x="18470" y="3764"/>
                    <a:pt x="18491" y="3763"/>
                    <a:pt x="18512" y="3763"/>
                  </a:cubicBezTo>
                  <a:close/>
                  <a:moveTo>
                    <a:pt x="9208" y="6234"/>
                  </a:moveTo>
                  <a:cubicBezTo>
                    <a:pt x="9226" y="6234"/>
                    <a:pt x="9245" y="6237"/>
                    <a:pt x="9264" y="6244"/>
                  </a:cubicBezTo>
                  <a:cubicBezTo>
                    <a:pt x="9327" y="6260"/>
                    <a:pt x="9405" y="6291"/>
                    <a:pt x="9437" y="6354"/>
                  </a:cubicBezTo>
                  <a:cubicBezTo>
                    <a:pt x="9641" y="6887"/>
                    <a:pt x="9531" y="7404"/>
                    <a:pt x="9421" y="8015"/>
                  </a:cubicBezTo>
                  <a:cubicBezTo>
                    <a:pt x="9280" y="7874"/>
                    <a:pt x="9202" y="7827"/>
                    <a:pt x="9186" y="7780"/>
                  </a:cubicBezTo>
                  <a:cubicBezTo>
                    <a:pt x="9155" y="7310"/>
                    <a:pt x="9123" y="6824"/>
                    <a:pt x="9092" y="6354"/>
                  </a:cubicBezTo>
                  <a:cubicBezTo>
                    <a:pt x="9092" y="6279"/>
                    <a:pt x="9141" y="6234"/>
                    <a:pt x="9208" y="6234"/>
                  </a:cubicBezTo>
                  <a:close/>
                  <a:moveTo>
                    <a:pt x="10693" y="6463"/>
                  </a:moveTo>
                  <a:cubicBezTo>
                    <a:pt x="10702" y="6463"/>
                    <a:pt x="10712" y="6463"/>
                    <a:pt x="10722" y="6463"/>
                  </a:cubicBezTo>
                  <a:cubicBezTo>
                    <a:pt x="10800" y="6463"/>
                    <a:pt x="10879" y="6463"/>
                    <a:pt x="10942" y="6479"/>
                  </a:cubicBezTo>
                  <a:cubicBezTo>
                    <a:pt x="11471" y="6676"/>
                    <a:pt x="12010" y="6737"/>
                    <a:pt x="12554" y="6737"/>
                  </a:cubicBezTo>
                  <a:cubicBezTo>
                    <a:pt x="13007" y="6737"/>
                    <a:pt x="13463" y="6694"/>
                    <a:pt x="13920" y="6652"/>
                  </a:cubicBezTo>
                  <a:cubicBezTo>
                    <a:pt x="14056" y="6642"/>
                    <a:pt x="14193" y="6638"/>
                    <a:pt x="14332" y="6638"/>
                  </a:cubicBezTo>
                  <a:cubicBezTo>
                    <a:pt x="14639" y="6638"/>
                    <a:pt x="14949" y="6656"/>
                    <a:pt x="15252" y="6667"/>
                  </a:cubicBezTo>
                  <a:cubicBezTo>
                    <a:pt x="15550" y="6683"/>
                    <a:pt x="15691" y="6981"/>
                    <a:pt x="15534" y="7231"/>
                  </a:cubicBezTo>
                  <a:cubicBezTo>
                    <a:pt x="15503" y="7294"/>
                    <a:pt x="15471" y="7373"/>
                    <a:pt x="15424" y="7420"/>
                  </a:cubicBezTo>
                  <a:cubicBezTo>
                    <a:pt x="15346" y="7498"/>
                    <a:pt x="15221" y="7545"/>
                    <a:pt x="15174" y="7639"/>
                  </a:cubicBezTo>
                  <a:cubicBezTo>
                    <a:pt x="14672" y="8674"/>
                    <a:pt x="13732" y="8674"/>
                    <a:pt x="12791" y="8674"/>
                  </a:cubicBezTo>
                  <a:lnTo>
                    <a:pt x="12352" y="8674"/>
                  </a:lnTo>
                  <a:lnTo>
                    <a:pt x="12352" y="8658"/>
                  </a:lnTo>
                  <a:lnTo>
                    <a:pt x="11224" y="8658"/>
                  </a:lnTo>
                  <a:cubicBezTo>
                    <a:pt x="11217" y="8658"/>
                    <a:pt x="11211" y="8658"/>
                    <a:pt x="11204" y="8658"/>
                  </a:cubicBezTo>
                  <a:cubicBezTo>
                    <a:pt x="10415" y="8658"/>
                    <a:pt x="9831" y="7726"/>
                    <a:pt x="10111" y="6855"/>
                  </a:cubicBezTo>
                  <a:cubicBezTo>
                    <a:pt x="10186" y="6644"/>
                    <a:pt x="10450" y="6463"/>
                    <a:pt x="10693" y="6463"/>
                  </a:cubicBezTo>
                  <a:close/>
                  <a:moveTo>
                    <a:pt x="7611" y="8213"/>
                  </a:moveTo>
                  <a:cubicBezTo>
                    <a:pt x="7713" y="8213"/>
                    <a:pt x="7816" y="8222"/>
                    <a:pt x="7916" y="8235"/>
                  </a:cubicBezTo>
                  <a:cubicBezTo>
                    <a:pt x="8324" y="8297"/>
                    <a:pt x="8669" y="8658"/>
                    <a:pt x="8700" y="9081"/>
                  </a:cubicBezTo>
                  <a:cubicBezTo>
                    <a:pt x="8731" y="9598"/>
                    <a:pt x="8700" y="10131"/>
                    <a:pt x="8700" y="10648"/>
                  </a:cubicBezTo>
                  <a:lnTo>
                    <a:pt x="8684" y="10648"/>
                  </a:lnTo>
                  <a:cubicBezTo>
                    <a:pt x="8684" y="11181"/>
                    <a:pt x="8716" y="11699"/>
                    <a:pt x="8669" y="12216"/>
                  </a:cubicBezTo>
                  <a:cubicBezTo>
                    <a:pt x="8633" y="12715"/>
                    <a:pt x="8454" y="12943"/>
                    <a:pt x="8089" y="12943"/>
                  </a:cubicBezTo>
                  <a:cubicBezTo>
                    <a:pt x="7973" y="12943"/>
                    <a:pt x="7837" y="12920"/>
                    <a:pt x="7681" y="12874"/>
                  </a:cubicBezTo>
                  <a:cubicBezTo>
                    <a:pt x="6584" y="12561"/>
                    <a:pt x="5738" y="11981"/>
                    <a:pt x="5330" y="10852"/>
                  </a:cubicBezTo>
                  <a:cubicBezTo>
                    <a:pt x="5111" y="10241"/>
                    <a:pt x="5267" y="9739"/>
                    <a:pt x="5706" y="9332"/>
                  </a:cubicBezTo>
                  <a:cubicBezTo>
                    <a:pt x="6051" y="9003"/>
                    <a:pt x="6443" y="8721"/>
                    <a:pt x="6851" y="8438"/>
                  </a:cubicBezTo>
                  <a:cubicBezTo>
                    <a:pt x="7077" y="8269"/>
                    <a:pt x="7344" y="8213"/>
                    <a:pt x="7611" y="8213"/>
                  </a:cubicBezTo>
                  <a:close/>
                  <a:moveTo>
                    <a:pt x="7894" y="5762"/>
                  </a:moveTo>
                  <a:cubicBezTo>
                    <a:pt x="8162" y="5762"/>
                    <a:pt x="8275" y="5973"/>
                    <a:pt x="8449" y="6463"/>
                  </a:cubicBezTo>
                  <a:cubicBezTo>
                    <a:pt x="8449" y="6510"/>
                    <a:pt x="8465" y="6542"/>
                    <a:pt x="8481" y="6573"/>
                  </a:cubicBezTo>
                  <a:cubicBezTo>
                    <a:pt x="8747" y="7247"/>
                    <a:pt x="8637" y="7545"/>
                    <a:pt x="7869" y="7576"/>
                  </a:cubicBezTo>
                  <a:cubicBezTo>
                    <a:pt x="6725" y="7608"/>
                    <a:pt x="5816" y="8203"/>
                    <a:pt x="5079" y="9050"/>
                  </a:cubicBezTo>
                  <a:cubicBezTo>
                    <a:pt x="4217" y="10022"/>
                    <a:pt x="4217" y="11056"/>
                    <a:pt x="5299" y="12247"/>
                  </a:cubicBezTo>
                  <a:cubicBezTo>
                    <a:pt x="5988" y="13000"/>
                    <a:pt x="6866" y="13486"/>
                    <a:pt x="7916" y="13611"/>
                  </a:cubicBezTo>
                  <a:cubicBezTo>
                    <a:pt x="8543" y="13674"/>
                    <a:pt x="8575" y="13752"/>
                    <a:pt x="8653" y="14363"/>
                  </a:cubicBezTo>
                  <a:cubicBezTo>
                    <a:pt x="8669" y="14504"/>
                    <a:pt x="8684" y="14661"/>
                    <a:pt x="8669" y="14802"/>
                  </a:cubicBezTo>
                  <a:cubicBezTo>
                    <a:pt x="8637" y="15084"/>
                    <a:pt x="8434" y="15288"/>
                    <a:pt x="8151" y="15319"/>
                  </a:cubicBezTo>
                  <a:cubicBezTo>
                    <a:pt x="8052" y="15325"/>
                    <a:pt x="7953" y="15326"/>
                    <a:pt x="7856" y="15326"/>
                  </a:cubicBezTo>
                  <a:cubicBezTo>
                    <a:pt x="7662" y="15326"/>
                    <a:pt x="7477" y="15319"/>
                    <a:pt x="7321" y="15319"/>
                  </a:cubicBezTo>
                  <a:cubicBezTo>
                    <a:pt x="7158" y="15351"/>
                    <a:pt x="7002" y="15365"/>
                    <a:pt x="6851" y="15365"/>
                  </a:cubicBezTo>
                  <a:cubicBezTo>
                    <a:pt x="6249" y="15365"/>
                    <a:pt x="5738" y="15134"/>
                    <a:pt x="5236" y="14834"/>
                  </a:cubicBezTo>
                  <a:cubicBezTo>
                    <a:pt x="3966" y="14097"/>
                    <a:pt x="3982" y="14066"/>
                    <a:pt x="2885" y="12827"/>
                  </a:cubicBezTo>
                  <a:cubicBezTo>
                    <a:pt x="2305" y="12169"/>
                    <a:pt x="2195" y="11448"/>
                    <a:pt x="2321" y="10633"/>
                  </a:cubicBezTo>
                  <a:cubicBezTo>
                    <a:pt x="2399" y="10194"/>
                    <a:pt x="2540" y="9771"/>
                    <a:pt x="2807" y="9395"/>
                  </a:cubicBezTo>
                  <a:cubicBezTo>
                    <a:pt x="3386" y="8564"/>
                    <a:pt x="3904" y="7686"/>
                    <a:pt x="4813" y="7169"/>
                  </a:cubicBezTo>
                  <a:cubicBezTo>
                    <a:pt x="5612" y="6714"/>
                    <a:pt x="6443" y="6275"/>
                    <a:pt x="7305" y="5931"/>
                  </a:cubicBezTo>
                  <a:cubicBezTo>
                    <a:pt x="7566" y="5822"/>
                    <a:pt x="7752" y="5762"/>
                    <a:pt x="7894" y="5762"/>
                  </a:cubicBezTo>
                  <a:close/>
                  <a:moveTo>
                    <a:pt x="16381" y="6667"/>
                  </a:moveTo>
                  <a:cubicBezTo>
                    <a:pt x="16553" y="6667"/>
                    <a:pt x="16647" y="6793"/>
                    <a:pt x="16631" y="6965"/>
                  </a:cubicBezTo>
                  <a:cubicBezTo>
                    <a:pt x="16631" y="7263"/>
                    <a:pt x="16600" y="7561"/>
                    <a:pt x="16584" y="7858"/>
                  </a:cubicBezTo>
                  <a:cubicBezTo>
                    <a:pt x="16475" y="9128"/>
                    <a:pt x="16522" y="10398"/>
                    <a:pt x="16537" y="11667"/>
                  </a:cubicBezTo>
                  <a:cubicBezTo>
                    <a:pt x="16553" y="12529"/>
                    <a:pt x="16506" y="13392"/>
                    <a:pt x="16522" y="14238"/>
                  </a:cubicBezTo>
                  <a:cubicBezTo>
                    <a:pt x="16537" y="14787"/>
                    <a:pt x="16333" y="15100"/>
                    <a:pt x="15848" y="15398"/>
                  </a:cubicBezTo>
                  <a:cubicBezTo>
                    <a:pt x="14939" y="15921"/>
                    <a:pt x="13969" y="15997"/>
                    <a:pt x="12992" y="15997"/>
                  </a:cubicBezTo>
                  <a:cubicBezTo>
                    <a:pt x="12857" y="15997"/>
                    <a:pt x="12722" y="15995"/>
                    <a:pt x="12587" y="15993"/>
                  </a:cubicBezTo>
                  <a:cubicBezTo>
                    <a:pt x="12148" y="15978"/>
                    <a:pt x="11710" y="15852"/>
                    <a:pt x="11255" y="15821"/>
                  </a:cubicBezTo>
                  <a:cubicBezTo>
                    <a:pt x="10753" y="15774"/>
                    <a:pt x="10330" y="15555"/>
                    <a:pt x="9923" y="15288"/>
                  </a:cubicBezTo>
                  <a:cubicBezTo>
                    <a:pt x="9594" y="15069"/>
                    <a:pt x="9405" y="14755"/>
                    <a:pt x="9358" y="14348"/>
                  </a:cubicBezTo>
                  <a:cubicBezTo>
                    <a:pt x="9217" y="13203"/>
                    <a:pt x="9123" y="12044"/>
                    <a:pt x="9249" y="10884"/>
                  </a:cubicBezTo>
                  <a:cubicBezTo>
                    <a:pt x="9249" y="10178"/>
                    <a:pt x="9249" y="9473"/>
                    <a:pt x="9249" y="8768"/>
                  </a:cubicBezTo>
                  <a:cubicBezTo>
                    <a:pt x="9249" y="8705"/>
                    <a:pt x="9296" y="8627"/>
                    <a:pt x="9358" y="8579"/>
                  </a:cubicBezTo>
                  <a:cubicBezTo>
                    <a:pt x="9395" y="8542"/>
                    <a:pt x="9437" y="8527"/>
                    <a:pt x="9478" y="8527"/>
                  </a:cubicBezTo>
                  <a:cubicBezTo>
                    <a:pt x="9541" y="8527"/>
                    <a:pt x="9603" y="8563"/>
                    <a:pt x="9641" y="8611"/>
                  </a:cubicBezTo>
                  <a:cubicBezTo>
                    <a:pt x="10158" y="9206"/>
                    <a:pt x="10863" y="9285"/>
                    <a:pt x="11584" y="9316"/>
                  </a:cubicBezTo>
                  <a:cubicBezTo>
                    <a:pt x="11676" y="9320"/>
                    <a:pt x="11769" y="9321"/>
                    <a:pt x="11861" y="9321"/>
                  </a:cubicBezTo>
                  <a:cubicBezTo>
                    <a:pt x="12026" y="9321"/>
                    <a:pt x="12190" y="9317"/>
                    <a:pt x="12355" y="9317"/>
                  </a:cubicBezTo>
                  <a:cubicBezTo>
                    <a:pt x="12506" y="9317"/>
                    <a:pt x="12656" y="9320"/>
                    <a:pt x="12807" y="9332"/>
                  </a:cubicBezTo>
                  <a:cubicBezTo>
                    <a:pt x="12891" y="9338"/>
                    <a:pt x="12973" y="9341"/>
                    <a:pt x="13055" y="9341"/>
                  </a:cubicBezTo>
                  <a:cubicBezTo>
                    <a:pt x="14059" y="9341"/>
                    <a:pt x="14908" y="8907"/>
                    <a:pt x="15691" y="8313"/>
                  </a:cubicBezTo>
                  <a:cubicBezTo>
                    <a:pt x="15863" y="8188"/>
                    <a:pt x="15910" y="8015"/>
                    <a:pt x="15942" y="7827"/>
                  </a:cubicBezTo>
                  <a:cubicBezTo>
                    <a:pt x="15989" y="7498"/>
                    <a:pt x="16051" y="7169"/>
                    <a:pt x="16130" y="6840"/>
                  </a:cubicBezTo>
                  <a:cubicBezTo>
                    <a:pt x="16161" y="6761"/>
                    <a:pt x="16302" y="6667"/>
                    <a:pt x="16381" y="6667"/>
                  </a:cubicBezTo>
                  <a:close/>
                  <a:moveTo>
                    <a:pt x="16414" y="15859"/>
                  </a:moveTo>
                  <a:cubicBezTo>
                    <a:pt x="16573" y="15859"/>
                    <a:pt x="16711" y="15919"/>
                    <a:pt x="16788" y="16072"/>
                  </a:cubicBezTo>
                  <a:cubicBezTo>
                    <a:pt x="16929" y="16370"/>
                    <a:pt x="17086" y="16667"/>
                    <a:pt x="17196" y="16981"/>
                  </a:cubicBezTo>
                  <a:cubicBezTo>
                    <a:pt x="17384" y="17483"/>
                    <a:pt x="17540" y="17984"/>
                    <a:pt x="17713" y="18470"/>
                  </a:cubicBezTo>
                  <a:cubicBezTo>
                    <a:pt x="17760" y="18611"/>
                    <a:pt x="17791" y="18768"/>
                    <a:pt x="17885" y="18878"/>
                  </a:cubicBezTo>
                  <a:cubicBezTo>
                    <a:pt x="18575" y="19630"/>
                    <a:pt x="18904" y="20617"/>
                    <a:pt x="19547" y="21401"/>
                  </a:cubicBezTo>
                  <a:cubicBezTo>
                    <a:pt x="19703" y="21605"/>
                    <a:pt x="19813" y="21856"/>
                    <a:pt x="19939" y="22091"/>
                  </a:cubicBezTo>
                  <a:cubicBezTo>
                    <a:pt x="20424" y="23047"/>
                    <a:pt x="20863" y="24034"/>
                    <a:pt x="21443" y="24959"/>
                  </a:cubicBezTo>
                  <a:cubicBezTo>
                    <a:pt x="21678" y="25335"/>
                    <a:pt x="21961" y="25743"/>
                    <a:pt x="21992" y="26182"/>
                  </a:cubicBezTo>
                  <a:cubicBezTo>
                    <a:pt x="22086" y="27295"/>
                    <a:pt x="22666" y="28188"/>
                    <a:pt x="23262" y="29019"/>
                  </a:cubicBezTo>
                  <a:cubicBezTo>
                    <a:pt x="24061" y="30147"/>
                    <a:pt x="24500" y="31401"/>
                    <a:pt x="24829" y="32718"/>
                  </a:cubicBezTo>
                  <a:cubicBezTo>
                    <a:pt x="24923" y="33078"/>
                    <a:pt x="24954" y="33455"/>
                    <a:pt x="24923" y="33831"/>
                  </a:cubicBezTo>
                  <a:cubicBezTo>
                    <a:pt x="24892" y="34834"/>
                    <a:pt x="24845" y="35853"/>
                    <a:pt x="24672" y="36840"/>
                  </a:cubicBezTo>
                  <a:cubicBezTo>
                    <a:pt x="24594" y="37358"/>
                    <a:pt x="24453" y="37890"/>
                    <a:pt x="24453" y="38408"/>
                  </a:cubicBezTo>
                  <a:cubicBezTo>
                    <a:pt x="24453" y="39709"/>
                    <a:pt x="23889" y="40790"/>
                    <a:pt x="23183" y="41825"/>
                  </a:cubicBezTo>
                  <a:cubicBezTo>
                    <a:pt x="22650" y="42608"/>
                    <a:pt x="21929" y="43173"/>
                    <a:pt x="21020" y="43533"/>
                  </a:cubicBezTo>
                  <a:cubicBezTo>
                    <a:pt x="20315" y="43815"/>
                    <a:pt x="19609" y="43925"/>
                    <a:pt x="18857" y="43988"/>
                  </a:cubicBezTo>
                  <a:cubicBezTo>
                    <a:pt x="17820" y="44086"/>
                    <a:pt x="16796" y="44196"/>
                    <a:pt x="15516" y="44196"/>
                  </a:cubicBezTo>
                  <a:cubicBezTo>
                    <a:pt x="15364" y="44196"/>
                    <a:pt x="15208" y="44195"/>
                    <a:pt x="15048" y="44192"/>
                  </a:cubicBezTo>
                  <a:cubicBezTo>
                    <a:pt x="14453" y="44129"/>
                    <a:pt x="13512" y="44176"/>
                    <a:pt x="12587" y="44050"/>
                  </a:cubicBezTo>
                  <a:cubicBezTo>
                    <a:pt x="11910" y="43950"/>
                    <a:pt x="11213" y="43900"/>
                    <a:pt x="10520" y="43900"/>
                  </a:cubicBezTo>
                  <a:cubicBezTo>
                    <a:pt x="10347" y="43900"/>
                    <a:pt x="10173" y="43903"/>
                    <a:pt x="10001" y="43909"/>
                  </a:cubicBezTo>
                  <a:cubicBezTo>
                    <a:pt x="9946" y="43911"/>
                    <a:pt x="9891" y="43912"/>
                    <a:pt x="9837" y="43912"/>
                  </a:cubicBezTo>
                  <a:cubicBezTo>
                    <a:pt x="8833" y="43912"/>
                    <a:pt x="7895" y="43647"/>
                    <a:pt x="6929" y="43424"/>
                  </a:cubicBezTo>
                  <a:cubicBezTo>
                    <a:pt x="6271" y="43282"/>
                    <a:pt x="5612" y="43141"/>
                    <a:pt x="5017" y="42828"/>
                  </a:cubicBezTo>
                  <a:cubicBezTo>
                    <a:pt x="4374" y="42499"/>
                    <a:pt x="3778" y="42138"/>
                    <a:pt x="3324" y="41558"/>
                  </a:cubicBezTo>
                  <a:cubicBezTo>
                    <a:pt x="3073" y="41229"/>
                    <a:pt x="2807" y="40916"/>
                    <a:pt x="2540" y="40602"/>
                  </a:cubicBezTo>
                  <a:cubicBezTo>
                    <a:pt x="1270" y="39019"/>
                    <a:pt x="659" y="37216"/>
                    <a:pt x="706" y="35194"/>
                  </a:cubicBezTo>
                  <a:cubicBezTo>
                    <a:pt x="769" y="32765"/>
                    <a:pt x="1317" y="30445"/>
                    <a:pt x="2352" y="28251"/>
                  </a:cubicBezTo>
                  <a:cubicBezTo>
                    <a:pt x="2430" y="28078"/>
                    <a:pt x="2509" y="27906"/>
                    <a:pt x="2618" y="27765"/>
                  </a:cubicBezTo>
                  <a:cubicBezTo>
                    <a:pt x="3528" y="26574"/>
                    <a:pt x="4170" y="25210"/>
                    <a:pt x="5017" y="23972"/>
                  </a:cubicBezTo>
                  <a:cubicBezTo>
                    <a:pt x="5142" y="23784"/>
                    <a:pt x="5236" y="23580"/>
                    <a:pt x="5346" y="23392"/>
                  </a:cubicBezTo>
                  <a:cubicBezTo>
                    <a:pt x="5894" y="22436"/>
                    <a:pt x="6474" y="21526"/>
                    <a:pt x="7164" y="20680"/>
                  </a:cubicBezTo>
                  <a:cubicBezTo>
                    <a:pt x="7728" y="19990"/>
                    <a:pt x="8199" y="19222"/>
                    <a:pt x="8700" y="18470"/>
                  </a:cubicBezTo>
                  <a:cubicBezTo>
                    <a:pt x="8825" y="18266"/>
                    <a:pt x="8888" y="18000"/>
                    <a:pt x="8967" y="17749"/>
                  </a:cubicBezTo>
                  <a:cubicBezTo>
                    <a:pt x="9045" y="17420"/>
                    <a:pt x="9076" y="17075"/>
                    <a:pt x="9186" y="16761"/>
                  </a:cubicBezTo>
                  <a:cubicBezTo>
                    <a:pt x="9296" y="16495"/>
                    <a:pt x="9264" y="16119"/>
                    <a:pt x="9578" y="16009"/>
                  </a:cubicBezTo>
                  <a:cubicBezTo>
                    <a:pt x="9620" y="15992"/>
                    <a:pt x="9661" y="15984"/>
                    <a:pt x="9701" y="15984"/>
                  </a:cubicBezTo>
                  <a:cubicBezTo>
                    <a:pt x="9911" y="15984"/>
                    <a:pt x="10088" y="16192"/>
                    <a:pt x="10299" y="16244"/>
                  </a:cubicBezTo>
                  <a:cubicBezTo>
                    <a:pt x="11210" y="16503"/>
                    <a:pt x="12117" y="16661"/>
                    <a:pt x="13017" y="16661"/>
                  </a:cubicBezTo>
                  <a:cubicBezTo>
                    <a:pt x="14020" y="16661"/>
                    <a:pt x="15013" y="16465"/>
                    <a:pt x="15989" y="15993"/>
                  </a:cubicBezTo>
                  <a:cubicBezTo>
                    <a:pt x="16098" y="15946"/>
                    <a:pt x="16192" y="15899"/>
                    <a:pt x="16302" y="15868"/>
                  </a:cubicBezTo>
                  <a:cubicBezTo>
                    <a:pt x="16340" y="15862"/>
                    <a:pt x="16377" y="15859"/>
                    <a:pt x="16414" y="15859"/>
                  </a:cubicBezTo>
                  <a:close/>
                  <a:moveTo>
                    <a:pt x="7453" y="44339"/>
                  </a:moveTo>
                  <a:cubicBezTo>
                    <a:pt x="7524" y="44339"/>
                    <a:pt x="7596" y="44349"/>
                    <a:pt x="7666" y="44364"/>
                  </a:cubicBezTo>
                  <a:cubicBezTo>
                    <a:pt x="9923" y="44787"/>
                    <a:pt x="12211" y="44756"/>
                    <a:pt x="14484" y="44928"/>
                  </a:cubicBezTo>
                  <a:cubicBezTo>
                    <a:pt x="14990" y="44966"/>
                    <a:pt x="15497" y="44988"/>
                    <a:pt x="16004" y="44988"/>
                  </a:cubicBezTo>
                  <a:cubicBezTo>
                    <a:pt x="17178" y="44988"/>
                    <a:pt x="18350" y="44870"/>
                    <a:pt x="19500" y="44552"/>
                  </a:cubicBezTo>
                  <a:cubicBezTo>
                    <a:pt x="19548" y="44541"/>
                    <a:pt x="19601" y="44532"/>
                    <a:pt x="19651" y="44532"/>
                  </a:cubicBezTo>
                  <a:cubicBezTo>
                    <a:pt x="19747" y="44532"/>
                    <a:pt x="19835" y="44565"/>
                    <a:pt x="19876" y="44677"/>
                  </a:cubicBezTo>
                  <a:cubicBezTo>
                    <a:pt x="19907" y="44771"/>
                    <a:pt x="19907" y="44897"/>
                    <a:pt x="19860" y="44991"/>
                  </a:cubicBezTo>
                  <a:cubicBezTo>
                    <a:pt x="19562" y="45743"/>
                    <a:pt x="18904" y="46010"/>
                    <a:pt x="18199" y="46182"/>
                  </a:cubicBezTo>
                  <a:cubicBezTo>
                    <a:pt x="17211" y="46402"/>
                    <a:pt x="16192" y="46417"/>
                    <a:pt x="15189" y="46449"/>
                  </a:cubicBezTo>
                  <a:cubicBezTo>
                    <a:pt x="12979" y="46308"/>
                    <a:pt x="10769" y="46308"/>
                    <a:pt x="8590" y="45931"/>
                  </a:cubicBezTo>
                  <a:cubicBezTo>
                    <a:pt x="8340" y="45884"/>
                    <a:pt x="8073" y="45822"/>
                    <a:pt x="7822" y="45743"/>
                  </a:cubicBezTo>
                  <a:cubicBezTo>
                    <a:pt x="7525" y="45649"/>
                    <a:pt x="7289" y="45461"/>
                    <a:pt x="7164" y="45179"/>
                  </a:cubicBezTo>
                  <a:cubicBezTo>
                    <a:pt x="7054" y="44975"/>
                    <a:pt x="6945" y="44756"/>
                    <a:pt x="7070" y="44536"/>
                  </a:cubicBezTo>
                  <a:cubicBezTo>
                    <a:pt x="7156" y="44386"/>
                    <a:pt x="7300" y="44339"/>
                    <a:pt x="7453" y="44339"/>
                  </a:cubicBezTo>
                  <a:close/>
                  <a:moveTo>
                    <a:pt x="14209" y="1"/>
                  </a:moveTo>
                  <a:cubicBezTo>
                    <a:pt x="14155" y="1"/>
                    <a:pt x="14100" y="2"/>
                    <a:pt x="14045" y="6"/>
                  </a:cubicBezTo>
                  <a:cubicBezTo>
                    <a:pt x="12587" y="100"/>
                    <a:pt x="11114" y="21"/>
                    <a:pt x="9735" y="617"/>
                  </a:cubicBezTo>
                  <a:cubicBezTo>
                    <a:pt x="9123" y="883"/>
                    <a:pt x="9061" y="899"/>
                    <a:pt x="9029" y="1573"/>
                  </a:cubicBezTo>
                  <a:cubicBezTo>
                    <a:pt x="9029" y="2169"/>
                    <a:pt x="8982" y="2231"/>
                    <a:pt x="8465" y="2357"/>
                  </a:cubicBezTo>
                  <a:cubicBezTo>
                    <a:pt x="8293" y="2404"/>
                    <a:pt x="8089" y="2404"/>
                    <a:pt x="7916" y="2451"/>
                  </a:cubicBezTo>
                  <a:cubicBezTo>
                    <a:pt x="7603" y="2545"/>
                    <a:pt x="7509" y="2702"/>
                    <a:pt x="7525" y="3031"/>
                  </a:cubicBezTo>
                  <a:cubicBezTo>
                    <a:pt x="7572" y="3501"/>
                    <a:pt x="7838" y="3862"/>
                    <a:pt x="8026" y="4253"/>
                  </a:cubicBezTo>
                  <a:cubicBezTo>
                    <a:pt x="8261" y="4755"/>
                    <a:pt x="8151" y="5084"/>
                    <a:pt x="7650" y="5241"/>
                  </a:cubicBezTo>
                  <a:cubicBezTo>
                    <a:pt x="6678" y="5539"/>
                    <a:pt x="5832" y="6103"/>
                    <a:pt x="4876" y="6463"/>
                  </a:cubicBezTo>
                  <a:cubicBezTo>
                    <a:pt x="4390" y="6652"/>
                    <a:pt x="3998" y="6965"/>
                    <a:pt x="3622" y="7357"/>
                  </a:cubicBezTo>
                  <a:cubicBezTo>
                    <a:pt x="2932" y="8078"/>
                    <a:pt x="2462" y="8940"/>
                    <a:pt x="2054" y="9802"/>
                  </a:cubicBezTo>
                  <a:cubicBezTo>
                    <a:pt x="1521" y="10962"/>
                    <a:pt x="1521" y="12138"/>
                    <a:pt x="2477" y="13156"/>
                  </a:cubicBezTo>
                  <a:cubicBezTo>
                    <a:pt x="2697" y="13392"/>
                    <a:pt x="2901" y="13674"/>
                    <a:pt x="3057" y="13971"/>
                  </a:cubicBezTo>
                  <a:cubicBezTo>
                    <a:pt x="3292" y="14426"/>
                    <a:pt x="3653" y="14724"/>
                    <a:pt x="4108" y="14943"/>
                  </a:cubicBezTo>
                  <a:cubicBezTo>
                    <a:pt x="4311" y="15037"/>
                    <a:pt x="4515" y="15131"/>
                    <a:pt x="4703" y="15272"/>
                  </a:cubicBezTo>
                  <a:cubicBezTo>
                    <a:pt x="5311" y="15708"/>
                    <a:pt x="5974" y="15922"/>
                    <a:pt x="6712" y="15922"/>
                  </a:cubicBezTo>
                  <a:cubicBezTo>
                    <a:pt x="6849" y="15922"/>
                    <a:pt x="6990" y="15914"/>
                    <a:pt x="7133" y="15899"/>
                  </a:cubicBezTo>
                  <a:cubicBezTo>
                    <a:pt x="7231" y="15892"/>
                    <a:pt x="7329" y="15889"/>
                    <a:pt x="7427" y="15889"/>
                  </a:cubicBezTo>
                  <a:cubicBezTo>
                    <a:pt x="7736" y="15889"/>
                    <a:pt x="8046" y="15919"/>
                    <a:pt x="8355" y="15931"/>
                  </a:cubicBezTo>
                  <a:cubicBezTo>
                    <a:pt x="8528" y="15946"/>
                    <a:pt x="8653" y="16056"/>
                    <a:pt x="8669" y="16213"/>
                  </a:cubicBezTo>
                  <a:cubicBezTo>
                    <a:pt x="8747" y="16809"/>
                    <a:pt x="8778" y="17404"/>
                    <a:pt x="8387" y="17921"/>
                  </a:cubicBezTo>
                  <a:cubicBezTo>
                    <a:pt x="7901" y="18580"/>
                    <a:pt x="7368" y="19222"/>
                    <a:pt x="7039" y="19975"/>
                  </a:cubicBezTo>
                  <a:cubicBezTo>
                    <a:pt x="6960" y="20147"/>
                    <a:pt x="6819" y="20288"/>
                    <a:pt x="6694" y="20429"/>
                  </a:cubicBezTo>
                  <a:cubicBezTo>
                    <a:pt x="6067" y="21166"/>
                    <a:pt x="5518" y="21981"/>
                    <a:pt x="5017" y="22812"/>
                  </a:cubicBezTo>
                  <a:cubicBezTo>
                    <a:pt x="4233" y="24081"/>
                    <a:pt x="3481" y="25382"/>
                    <a:pt x="2665" y="26621"/>
                  </a:cubicBezTo>
                  <a:cubicBezTo>
                    <a:pt x="1270" y="28768"/>
                    <a:pt x="487" y="31135"/>
                    <a:pt x="142" y="33643"/>
                  </a:cubicBezTo>
                  <a:cubicBezTo>
                    <a:pt x="1" y="34630"/>
                    <a:pt x="32" y="35665"/>
                    <a:pt x="173" y="36652"/>
                  </a:cubicBezTo>
                  <a:cubicBezTo>
                    <a:pt x="314" y="37765"/>
                    <a:pt x="596" y="38862"/>
                    <a:pt x="1270" y="39818"/>
                  </a:cubicBezTo>
                  <a:cubicBezTo>
                    <a:pt x="1584" y="40273"/>
                    <a:pt x="1882" y="40759"/>
                    <a:pt x="2242" y="41182"/>
                  </a:cubicBezTo>
                  <a:cubicBezTo>
                    <a:pt x="3073" y="42201"/>
                    <a:pt x="3919" y="43220"/>
                    <a:pt x="5220" y="43643"/>
                  </a:cubicBezTo>
                  <a:cubicBezTo>
                    <a:pt x="5816" y="43831"/>
                    <a:pt x="6177" y="44176"/>
                    <a:pt x="6333" y="44771"/>
                  </a:cubicBezTo>
                  <a:cubicBezTo>
                    <a:pt x="6396" y="44991"/>
                    <a:pt x="6474" y="45195"/>
                    <a:pt x="6506" y="45414"/>
                  </a:cubicBezTo>
                  <a:cubicBezTo>
                    <a:pt x="6568" y="45931"/>
                    <a:pt x="6898" y="46214"/>
                    <a:pt x="7336" y="46370"/>
                  </a:cubicBezTo>
                  <a:cubicBezTo>
                    <a:pt x="7650" y="46496"/>
                    <a:pt x="7979" y="46574"/>
                    <a:pt x="8324" y="46621"/>
                  </a:cubicBezTo>
                  <a:cubicBezTo>
                    <a:pt x="9014" y="46715"/>
                    <a:pt x="9735" y="46778"/>
                    <a:pt x="10440" y="46888"/>
                  </a:cubicBezTo>
                  <a:cubicBezTo>
                    <a:pt x="11216" y="46997"/>
                    <a:pt x="11997" y="47016"/>
                    <a:pt x="12780" y="47016"/>
                  </a:cubicBezTo>
                  <a:cubicBezTo>
                    <a:pt x="13202" y="47016"/>
                    <a:pt x="13625" y="47011"/>
                    <a:pt x="14047" y="47011"/>
                  </a:cubicBezTo>
                  <a:cubicBezTo>
                    <a:pt x="14188" y="47011"/>
                    <a:pt x="14328" y="47011"/>
                    <a:pt x="14468" y="47013"/>
                  </a:cubicBezTo>
                  <a:cubicBezTo>
                    <a:pt x="14991" y="47013"/>
                    <a:pt x="15513" y="46992"/>
                    <a:pt x="16036" y="46992"/>
                  </a:cubicBezTo>
                  <a:cubicBezTo>
                    <a:pt x="16297" y="46992"/>
                    <a:pt x="16558" y="46997"/>
                    <a:pt x="16819" y="47013"/>
                  </a:cubicBezTo>
                  <a:cubicBezTo>
                    <a:pt x="16904" y="47018"/>
                    <a:pt x="16988" y="47021"/>
                    <a:pt x="17071" y="47021"/>
                  </a:cubicBezTo>
                  <a:cubicBezTo>
                    <a:pt x="17944" y="47021"/>
                    <a:pt x="18745" y="46734"/>
                    <a:pt x="19547" y="46433"/>
                  </a:cubicBezTo>
                  <a:cubicBezTo>
                    <a:pt x="20033" y="46245"/>
                    <a:pt x="20330" y="45900"/>
                    <a:pt x="20377" y="45336"/>
                  </a:cubicBezTo>
                  <a:cubicBezTo>
                    <a:pt x="20393" y="45116"/>
                    <a:pt x="20409" y="44897"/>
                    <a:pt x="20472" y="44677"/>
                  </a:cubicBezTo>
                  <a:cubicBezTo>
                    <a:pt x="20578" y="44295"/>
                    <a:pt x="20805" y="44003"/>
                    <a:pt x="21222" y="44003"/>
                  </a:cubicBezTo>
                  <a:cubicBezTo>
                    <a:pt x="21233" y="44003"/>
                    <a:pt x="21244" y="44003"/>
                    <a:pt x="21255" y="44003"/>
                  </a:cubicBezTo>
                  <a:cubicBezTo>
                    <a:pt x="21269" y="44004"/>
                    <a:pt x="21283" y="44004"/>
                    <a:pt x="21297" y="44004"/>
                  </a:cubicBezTo>
                  <a:cubicBezTo>
                    <a:pt x="21808" y="44004"/>
                    <a:pt x="22175" y="43729"/>
                    <a:pt x="22556" y="43424"/>
                  </a:cubicBezTo>
                  <a:cubicBezTo>
                    <a:pt x="23810" y="42389"/>
                    <a:pt x="24515" y="40994"/>
                    <a:pt x="25001" y="39489"/>
                  </a:cubicBezTo>
                  <a:cubicBezTo>
                    <a:pt x="25033" y="39380"/>
                    <a:pt x="25064" y="39270"/>
                    <a:pt x="25064" y="39160"/>
                  </a:cubicBezTo>
                  <a:cubicBezTo>
                    <a:pt x="25142" y="37436"/>
                    <a:pt x="25362" y="35727"/>
                    <a:pt x="25534" y="34019"/>
                  </a:cubicBezTo>
                  <a:cubicBezTo>
                    <a:pt x="25581" y="33580"/>
                    <a:pt x="25534" y="33110"/>
                    <a:pt x="25456" y="32671"/>
                  </a:cubicBezTo>
                  <a:cubicBezTo>
                    <a:pt x="25252" y="31276"/>
                    <a:pt x="24657" y="30038"/>
                    <a:pt x="23904" y="28862"/>
                  </a:cubicBezTo>
                  <a:cubicBezTo>
                    <a:pt x="23434" y="28141"/>
                    <a:pt x="22917" y="27451"/>
                    <a:pt x="22697" y="26589"/>
                  </a:cubicBezTo>
                  <a:cubicBezTo>
                    <a:pt x="22446" y="25649"/>
                    <a:pt x="22055" y="24771"/>
                    <a:pt x="21584" y="23909"/>
                  </a:cubicBezTo>
                  <a:cubicBezTo>
                    <a:pt x="20644" y="22122"/>
                    <a:pt x="19703" y="20335"/>
                    <a:pt x="18669" y="18611"/>
                  </a:cubicBezTo>
                  <a:cubicBezTo>
                    <a:pt x="18559" y="18454"/>
                    <a:pt x="18481" y="18251"/>
                    <a:pt x="18340" y="18172"/>
                  </a:cubicBezTo>
                  <a:cubicBezTo>
                    <a:pt x="17979" y="18000"/>
                    <a:pt x="17932" y="17655"/>
                    <a:pt x="17823" y="17341"/>
                  </a:cubicBezTo>
                  <a:cubicBezTo>
                    <a:pt x="17713" y="17028"/>
                    <a:pt x="17634" y="16699"/>
                    <a:pt x="17509" y="16385"/>
                  </a:cubicBezTo>
                  <a:cubicBezTo>
                    <a:pt x="17149" y="15351"/>
                    <a:pt x="17007" y="14285"/>
                    <a:pt x="17070" y="13188"/>
                  </a:cubicBezTo>
                  <a:cubicBezTo>
                    <a:pt x="17102" y="12623"/>
                    <a:pt x="17102" y="12059"/>
                    <a:pt x="17086" y="11495"/>
                  </a:cubicBezTo>
                  <a:cubicBezTo>
                    <a:pt x="17054" y="10382"/>
                    <a:pt x="16992" y="9253"/>
                    <a:pt x="17164" y="8141"/>
                  </a:cubicBezTo>
                  <a:cubicBezTo>
                    <a:pt x="17243" y="7623"/>
                    <a:pt x="17384" y="7090"/>
                    <a:pt x="17368" y="6589"/>
                  </a:cubicBezTo>
                  <a:cubicBezTo>
                    <a:pt x="17352" y="6009"/>
                    <a:pt x="17603" y="5680"/>
                    <a:pt x="18011" y="5382"/>
                  </a:cubicBezTo>
                  <a:cubicBezTo>
                    <a:pt x="18747" y="4865"/>
                    <a:pt x="19312" y="4144"/>
                    <a:pt x="20095" y="3689"/>
                  </a:cubicBezTo>
                  <a:cubicBezTo>
                    <a:pt x="20158" y="3642"/>
                    <a:pt x="20205" y="3579"/>
                    <a:pt x="20252" y="3532"/>
                  </a:cubicBezTo>
                  <a:cubicBezTo>
                    <a:pt x="20487" y="3250"/>
                    <a:pt x="20330" y="2733"/>
                    <a:pt x="19986" y="2733"/>
                  </a:cubicBezTo>
                  <a:cubicBezTo>
                    <a:pt x="19108" y="2717"/>
                    <a:pt x="18340" y="2278"/>
                    <a:pt x="17493" y="2153"/>
                  </a:cubicBezTo>
                  <a:cubicBezTo>
                    <a:pt x="17102" y="2106"/>
                    <a:pt x="16866" y="1965"/>
                    <a:pt x="16866" y="1526"/>
                  </a:cubicBezTo>
                  <a:cubicBezTo>
                    <a:pt x="16866" y="1119"/>
                    <a:pt x="16647" y="821"/>
                    <a:pt x="16286" y="633"/>
                  </a:cubicBezTo>
                  <a:cubicBezTo>
                    <a:pt x="15631" y="283"/>
                    <a:pt x="14934" y="1"/>
                    <a:pt x="142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73;p18">
              <a:extLst>
                <a:ext uri="{FF2B5EF4-FFF2-40B4-BE49-F238E27FC236}">
                  <a16:creationId xmlns:a16="http://schemas.microsoft.com/office/drawing/2014/main" id="{EAB0E02E-BE90-4C8B-A52C-5D09236670DD}"/>
                </a:ext>
              </a:extLst>
            </p:cNvPr>
            <p:cNvSpPr/>
            <p:nvPr/>
          </p:nvSpPr>
          <p:spPr>
            <a:xfrm>
              <a:off x="10436125" y="1567225"/>
              <a:ext cx="457325" cy="57275"/>
            </a:xfrm>
            <a:custGeom>
              <a:avLst/>
              <a:gdLst/>
              <a:ahLst/>
              <a:cxnLst/>
              <a:rect l="l" t="t" r="r" b="b"/>
              <a:pathLst>
                <a:path w="18293" h="2291" extrusionOk="0">
                  <a:moveTo>
                    <a:pt x="11805" y="1"/>
                  </a:moveTo>
                  <a:cubicBezTo>
                    <a:pt x="11102" y="1"/>
                    <a:pt x="10401" y="21"/>
                    <a:pt x="9703" y="72"/>
                  </a:cubicBezTo>
                  <a:cubicBezTo>
                    <a:pt x="7978" y="213"/>
                    <a:pt x="6270" y="401"/>
                    <a:pt x="4546" y="417"/>
                  </a:cubicBezTo>
                  <a:cubicBezTo>
                    <a:pt x="4295" y="417"/>
                    <a:pt x="4028" y="432"/>
                    <a:pt x="3762" y="448"/>
                  </a:cubicBezTo>
                  <a:cubicBezTo>
                    <a:pt x="3668" y="464"/>
                    <a:pt x="3527" y="479"/>
                    <a:pt x="3558" y="652"/>
                  </a:cubicBezTo>
                  <a:cubicBezTo>
                    <a:pt x="3590" y="761"/>
                    <a:pt x="3699" y="808"/>
                    <a:pt x="3809" y="808"/>
                  </a:cubicBezTo>
                  <a:cubicBezTo>
                    <a:pt x="4185" y="840"/>
                    <a:pt x="4561" y="887"/>
                    <a:pt x="4938" y="887"/>
                  </a:cubicBezTo>
                  <a:cubicBezTo>
                    <a:pt x="6097" y="871"/>
                    <a:pt x="7257" y="840"/>
                    <a:pt x="8417" y="808"/>
                  </a:cubicBezTo>
                  <a:cubicBezTo>
                    <a:pt x="8558" y="808"/>
                    <a:pt x="8715" y="793"/>
                    <a:pt x="8856" y="761"/>
                  </a:cubicBezTo>
                  <a:cubicBezTo>
                    <a:pt x="10036" y="539"/>
                    <a:pt x="11219" y="456"/>
                    <a:pt x="12405" y="456"/>
                  </a:cubicBezTo>
                  <a:cubicBezTo>
                    <a:pt x="13645" y="456"/>
                    <a:pt x="14887" y="547"/>
                    <a:pt x="16129" y="667"/>
                  </a:cubicBezTo>
                  <a:cubicBezTo>
                    <a:pt x="16239" y="667"/>
                    <a:pt x="16348" y="699"/>
                    <a:pt x="16443" y="746"/>
                  </a:cubicBezTo>
                  <a:cubicBezTo>
                    <a:pt x="16505" y="777"/>
                    <a:pt x="16552" y="856"/>
                    <a:pt x="16568" y="918"/>
                  </a:cubicBezTo>
                  <a:cubicBezTo>
                    <a:pt x="16568" y="965"/>
                    <a:pt x="16521" y="1075"/>
                    <a:pt x="16474" y="1091"/>
                  </a:cubicBezTo>
                  <a:cubicBezTo>
                    <a:pt x="16035" y="1185"/>
                    <a:pt x="15596" y="1279"/>
                    <a:pt x="15157" y="1341"/>
                  </a:cubicBezTo>
                  <a:cubicBezTo>
                    <a:pt x="13010" y="1671"/>
                    <a:pt x="10847" y="1796"/>
                    <a:pt x="8245" y="1812"/>
                  </a:cubicBezTo>
                  <a:cubicBezTo>
                    <a:pt x="7910" y="1857"/>
                    <a:pt x="7562" y="1876"/>
                    <a:pt x="7204" y="1876"/>
                  </a:cubicBezTo>
                  <a:cubicBezTo>
                    <a:pt x="5655" y="1876"/>
                    <a:pt x="3912" y="1528"/>
                    <a:pt x="2142" y="1528"/>
                  </a:cubicBezTo>
                  <a:cubicBezTo>
                    <a:pt x="2081" y="1528"/>
                    <a:pt x="2020" y="1529"/>
                    <a:pt x="1959" y="1530"/>
                  </a:cubicBezTo>
                  <a:cubicBezTo>
                    <a:pt x="1881" y="1530"/>
                    <a:pt x="1803" y="1498"/>
                    <a:pt x="1740" y="1482"/>
                  </a:cubicBezTo>
                  <a:cubicBezTo>
                    <a:pt x="1474" y="1435"/>
                    <a:pt x="1427" y="1341"/>
                    <a:pt x="1521" y="1028"/>
                  </a:cubicBezTo>
                  <a:cubicBezTo>
                    <a:pt x="1605" y="690"/>
                    <a:pt x="1500" y="504"/>
                    <a:pt x="1204" y="504"/>
                  </a:cubicBezTo>
                  <a:cubicBezTo>
                    <a:pt x="1171" y="504"/>
                    <a:pt x="1135" y="506"/>
                    <a:pt x="1097" y="511"/>
                  </a:cubicBezTo>
                  <a:cubicBezTo>
                    <a:pt x="800" y="542"/>
                    <a:pt x="517" y="652"/>
                    <a:pt x="267" y="824"/>
                  </a:cubicBezTo>
                  <a:cubicBezTo>
                    <a:pt x="110" y="934"/>
                    <a:pt x="0" y="1075"/>
                    <a:pt x="16" y="1294"/>
                  </a:cubicBezTo>
                  <a:cubicBezTo>
                    <a:pt x="32" y="1545"/>
                    <a:pt x="188" y="1702"/>
                    <a:pt x="423" y="1765"/>
                  </a:cubicBezTo>
                  <a:cubicBezTo>
                    <a:pt x="911" y="1883"/>
                    <a:pt x="1385" y="2001"/>
                    <a:pt x="1884" y="2001"/>
                  </a:cubicBezTo>
                  <a:cubicBezTo>
                    <a:pt x="1914" y="2001"/>
                    <a:pt x="1945" y="2001"/>
                    <a:pt x="1975" y="2000"/>
                  </a:cubicBezTo>
                  <a:cubicBezTo>
                    <a:pt x="2246" y="1995"/>
                    <a:pt x="2518" y="1990"/>
                    <a:pt x="2789" y="1990"/>
                  </a:cubicBezTo>
                  <a:cubicBezTo>
                    <a:pt x="3488" y="1990"/>
                    <a:pt x="4186" y="2027"/>
                    <a:pt x="4875" y="2219"/>
                  </a:cubicBezTo>
                  <a:cubicBezTo>
                    <a:pt x="5048" y="2273"/>
                    <a:pt x="5229" y="2290"/>
                    <a:pt x="5412" y="2290"/>
                  </a:cubicBezTo>
                  <a:cubicBezTo>
                    <a:pt x="5494" y="2290"/>
                    <a:pt x="5576" y="2287"/>
                    <a:pt x="5659" y="2282"/>
                  </a:cubicBezTo>
                  <a:cubicBezTo>
                    <a:pt x="6009" y="2260"/>
                    <a:pt x="6359" y="2253"/>
                    <a:pt x="6709" y="2253"/>
                  </a:cubicBezTo>
                  <a:cubicBezTo>
                    <a:pt x="7245" y="2253"/>
                    <a:pt x="7782" y="2269"/>
                    <a:pt x="8323" y="2269"/>
                  </a:cubicBezTo>
                  <a:cubicBezTo>
                    <a:pt x="8443" y="2269"/>
                    <a:pt x="8563" y="2268"/>
                    <a:pt x="8684" y="2266"/>
                  </a:cubicBezTo>
                  <a:cubicBezTo>
                    <a:pt x="11725" y="2219"/>
                    <a:pt x="14734" y="1937"/>
                    <a:pt x="17712" y="1357"/>
                  </a:cubicBezTo>
                  <a:cubicBezTo>
                    <a:pt x="17853" y="1341"/>
                    <a:pt x="18010" y="1294"/>
                    <a:pt x="18135" y="1216"/>
                  </a:cubicBezTo>
                  <a:cubicBezTo>
                    <a:pt x="18214" y="1169"/>
                    <a:pt x="18292" y="1044"/>
                    <a:pt x="18292" y="950"/>
                  </a:cubicBezTo>
                  <a:cubicBezTo>
                    <a:pt x="18292" y="871"/>
                    <a:pt x="18214" y="714"/>
                    <a:pt x="18135" y="683"/>
                  </a:cubicBezTo>
                  <a:cubicBezTo>
                    <a:pt x="17446" y="484"/>
                    <a:pt x="16786" y="150"/>
                    <a:pt x="16024" y="150"/>
                  </a:cubicBezTo>
                  <a:cubicBezTo>
                    <a:pt x="16007" y="150"/>
                    <a:pt x="15990" y="150"/>
                    <a:pt x="15972" y="150"/>
                  </a:cubicBezTo>
                  <a:cubicBezTo>
                    <a:pt x="15913" y="152"/>
                    <a:pt x="15853" y="153"/>
                    <a:pt x="15794" y="153"/>
                  </a:cubicBezTo>
                  <a:cubicBezTo>
                    <a:pt x="15302" y="153"/>
                    <a:pt x="14798" y="100"/>
                    <a:pt x="14295" y="72"/>
                  </a:cubicBezTo>
                  <a:cubicBezTo>
                    <a:pt x="13464" y="29"/>
                    <a:pt x="12634" y="1"/>
                    <a:pt x="118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74;p18">
              <a:extLst>
                <a:ext uri="{FF2B5EF4-FFF2-40B4-BE49-F238E27FC236}">
                  <a16:creationId xmlns:a16="http://schemas.microsoft.com/office/drawing/2014/main" id="{66AEC4CF-0806-4576-A52F-EC66C3D27F61}"/>
                </a:ext>
              </a:extLst>
            </p:cNvPr>
            <p:cNvSpPr/>
            <p:nvPr/>
          </p:nvSpPr>
          <p:spPr>
            <a:xfrm>
              <a:off x="10400075" y="1687600"/>
              <a:ext cx="48625" cy="229825"/>
            </a:xfrm>
            <a:custGeom>
              <a:avLst/>
              <a:gdLst/>
              <a:ahLst/>
              <a:cxnLst/>
              <a:rect l="l" t="t" r="r" b="b"/>
              <a:pathLst>
                <a:path w="1945" h="9193" extrusionOk="0">
                  <a:moveTo>
                    <a:pt x="1260" y="0"/>
                  </a:moveTo>
                  <a:cubicBezTo>
                    <a:pt x="1209" y="0"/>
                    <a:pt x="1154" y="27"/>
                    <a:pt x="1129" y="84"/>
                  </a:cubicBezTo>
                  <a:cubicBezTo>
                    <a:pt x="0" y="2922"/>
                    <a:pt x="94" y="6495"/>
                    <a:pt x="1724" y="9144"/>
                  </a:cubicBezTo>
                  <a:cubicBezTo>
                    <a:pt x="1749" y="9178"/>
                    <a:pt x="1780" y="9193"/>
                    <a:pt x="1811" y="9193"/>
                  </a:cubicBezTo>
                  <a:cubicBezTo>
                    <a:pt x="1880" y="9193"/>
                    <a:pt x="1945" y="9121"/>
                    <a:pt x="1912" y="9035"/>
                  </a:cubicBezTo>
                  <a:cubicBezTo>
                    <a:pt x="658" y="6135"/>
                    <a:pt x="345" y="3172"/>
                    <a:pt x="1364" y="147"/>
                  </a:cubicBezTo>
                  <a:cubicBezTo>
                    <a:pt x="1401" y="55"/>
                    <a:pt x="1334" y="0"/>
                    <a:pt x="12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75;p18">
              <a:extLst>
                <a:ext uri="{FF2B5EF4-FFF2-40B4-BE49-F238E27FC236}">
                  <a16:creationId xmlns:a16="http://schemas.microsoft.com/office/drawing/2014/main" id="{A5811B77-548E-4B18-8027-6ECE242F83C6}"/>
                </a:ext>
              </a:extLst>
            </p:cNvPr>
            <p:cNvSpPr/>
            <p:nvPr/>
          </p:nvSpPr>
          <p:spPr>
            <a:xfrm>
              <a:off x="10497700" y="1436825"/>
              <a:ext cx="52350" cy="88650"/>
            </a:xfrm>
            <a:custGeom>
              <a:avLst/>
              <a:gdLst/>
              <a:ahLst/>
              <a:cxnLst/>
              <a:rect l="l" t="t" r="r" b="b"/>
              <a:pathLst>
                <a:path w="2094" h="3546" extrusionOk="0">
                  <a:moveTo>
                    <a:pt x="1929" y="1"/>
                  </a:moveTo>
                  <a:cubicBezTo>
                    <a:pt x="1890" y="1"/>
                    <a:pt x="1852" y="17"/>
                    <a:pt x="1832" y="53"/>
                  </a:cubicBezTo>
                  <a:cubicBezTo>
                    <a:pt x="1111" y="1071"/>
                    <a:pt x="594" y="2278"/>
                    <a:pt x="45" y="3376"/>
                  </a:cubicBezTo>
                  <a:cubicBezTo>
                    <a:pt x="0" y="3465"/>
                    <a:pt x="83" y="3546"/>
                    <a:pt x="157" y="3546"/>
                  </a:cubicBezTo>
                  <a:cubicBezTo>
                    <a:pt x="186" y="3546"/>
                    <a:pt x="215" y="3533"/>
                    <a:pt x="233" y="3501"/>
                  </a:cubicBezTo>
                  <a:cubicBezTo>
                    <a:pt x="876" y="2419"/>
                    <a:pt x="1597" y="1322"/>
                    <a:pt x="2051" y="162"/>
                  </a:cubicBezTo>
                  <a:cubicBezTo>
                    <a:pt x="2094" y="67"/>
                    <a:pt x="2008" y="1"/>
                    <a:pt x="19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76;p18">
              <a:extLst>
                <a:ext uri="{FF2B5EF4-FFF2-40B4-BE49-F238E27FC236}">
                  <a16:creationId xmlns:a16="http://schemas.microsoft.com/office/drawing/2014/main" id="{5C0EA291-B002-4FD7-9F14-724545784979}"/>
                </a:ext>
              </a:extLst>
            </p:cNvPr>
            <p:cNvSpPr/>
            <p:nvPr/>
          </p:nvSpPr>
          <p:spPr>
            <a:xfrm>
              <a:off x="10722175" y="1182525"/>
              <a:ext cx="9825" cy="57750"/>
            </a:xfrm>
            <a:custGeom>
              <a:avLst/>
              <a:gdLst/>
              <a:ahLst/>
              <a:cxnLst/>
              <a:rect l="l" t="t" r="r" b="b"/>
              <a:pathLst>
                <a:path w="393" h="2310" extrusionOk="0">
                  <a:moveTo>
                    <a:pt x="159" y="1"/>
                  </a:moveTo>
                  <a:cubicBezTo>
                    <a:pt x="118" y="1"/>
                    <a:pt x="79" y="28"/>
                    <a:pt x="79" y="83"/>
                  </a:cubicBezTo>
                  <a:cubicBezTo>
                    <a:pt x="63" y="804"/>
                    <a:pt x="0" y="1557"/>
                    <a:pt x="141" y="2262"/>
                  </a:cubicBezTo>
                  <a:cubicBezTo>
                    <a:pt x="149" y="2293"/>
                    <a:pt x="181" y="2309"/>
                    <a:pt x="212" y="2309"/>
                  </a:cubicBezTo>
                  <a:cubicBezTo>
                    <a:pt x="243" y="2309"/>
                    <a:pt x="275" y="2293"/>
                    <a:pt x="283" y="2262"/>
                  </a:cubicBezTo>
                  <a:cubicBezTo>
                    <a:pt x="392" y="1541"/>
                    <a:pt x="283" y="804"/>
                    <a:pt x="251" y="83"/>
                  </a:cubicBezTo>
                  <a:cubicBezTo>
                    <a:pt x="243" y="28"/>
                    <a:pt x="200" y="1"/>
                    <a:pt x="1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77;p18">
              <a:extLst>
                <a:ext uri="{FF2B5EF4-FFF2-40B4-BE49-F238E27FC236}">
                  <a16:creationId xmlns:a16="http://schemas.microsoft.com/office/drawing/2014/main" id="{C9AE9FD8-30AD-4DF4-8EB6-30C12DB9C8F7}"/>
                </a:ext>
              </a:extLst>
            </p:cNvPr>
            <p:cNvSpPr/>
            <p:nvPr/>
          </p:nvSpPr>
          <p:spPr>
            <a:xfrm>
              <a:off x="10442200" y="1087325"/>
              <a:ext cx="54675" cy="44550"/>
            </a:xfrm>
            <a:custGeom>
              <a:avLst/>
              <a:gdLst/>
              <a:ahLst/>
              <a:cxnLst/>
              <a:rect l="l" t="t" r="r" b="b"/>
              <a:pathLst>
                <a:path w="2187" h="1782" extrusionOk="0">
                  <a:moveTo>
                    <a:pt x="1994" y="0"/>
                  </a:moveTo>
                  <a:cubicBezTo>
                    <a:pt x="1964" y="0"/>
                    <a:pt x="1933" y="11"/>
                    <a:pt x="1905" y="35"/>
                  </a:cubicBezTo>
                  <a:cubicBezTo>
                    <a:pt x="1278" y="521"/>
                    <a:pt x="541" y="992"/>
                    <a:pt x="55" y="1619"/>
                  </a:cubicBezTo>
                  <a:cubicBezTo>
                    <a:pt x="1" y="1700"/>
                    <a:pt x="87" y="1781"/>
                    <a:pt x="173" y="1781"/>
                  </a:cubicBezTo>
                  <a:cubicBezTo>
                    <a:pt x="186" y="1781"/>
                    <a:pt x="199" y="1779"/>
                    <a:pt x="212" y="1775"/>
                  </a:cubicBezTo>
                  <a:cubicBezTo>
                    <a:pt x="901" y="1415"/>
                    <a:pt x="1497" y="741"/>
                    <a:pt x="2077" y="223"/>
                  </a:cubicBezTo>
                  <a:cubicBezTo>
                    <a:pt x="2186" y="126"/>
                    <a:pt x="2098" y="0"/>
                    <a:pt x="19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78;p18">
              <a:extLst>
                <a:ext uri="{FF2B5EF4-FFF2-40B4-BE49-F238E27FC236}">
                  <a16:creationId xmlns:a16="http://schemas.microsoft.com/office/drawing/2014/main" id="{DC1B4A74-0EB7-4ECB-BDEE-F8657CA72B28}"/>
                </a:ext>
              </a:extLst>
            </p:cNvPr>
            <p:cNvSpPr/>
            <p:nvPr/>
          </p:nvSpPr>
          <p:spPr>
            <a:xfrm>
              <a:off x="10711600" y="1024125"/>
              <a:ext cx="79175" cy="7800"/>
            </a:xfrm>
            <a:custGeom>
              <a:avLst/>
              <a:gdLst/>
              <a:ahLst/>
              <a:cxnLst/>
              <a:rect l="l" t="t" r="r" b="b"/>
              <a:pathLst>
                <a:path w="3167" h="312" extrusionOk="0">
                  <a:moveTo>
                    <a:pt x="2124" y="0"/>
                  </a:moveTo>
                  <a:cubicBezTo>
                    <a:pt x="1440" y="0"/>
                    <a:pt x="744" y="59"/>
                    <a:pt x="79" y="103"/>
                  </a:cubicBezTo>
                  <a:cubicBezTo>
                    <a:pt x="0" y="103"/>
                    <a:pt x="0" y="212"/>
                    <a:pt x="79" y="212"/>
                  </a:cubicBezTo>
                  <a:cubicBezTo>
                    <a:pt x="764" y="246"/>
                    <a:pt x="1481" y="312"/>
                    <a:pt x="2185" y="312"/>
                  </a:cubicBezTo>
                  <a:cubicBezTo>
                    <a:pt x="2463" y="312"/>
                    <a:pt x="2739" y="302"/>
                    <a:pt x="3010" y="275"/>
                  </a:cubicBezTo>
                  <a:cubicBezTo>
                    <a:pt x="3166" y="259"/>
                    <a:pt x="3166" y="56"/>
                    <a:pt x="3010" y="40"/>
                  </a:cubicBezTo>
                  <a:cubicBezTo>
                    <a:pt x="2719" y="11"/>
                    <a:pt x="2423" y="0"/>
                    <a:pt x="21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79;p18">
              <a:extLst>
                <a:ext uri="{FF2B5EF4-FFF2-40B4-BE49-F238E27FC236}">
                  <a16:creationId xmlns:a16="http://schemas.microsoft.com/office/drawing/2014/main" id="{15572A43-DEF2-4765-8599-B7F0B5FA9DEB}"/>
                </a:ext>
              </a:extLst>
            </p:cNvPr>
            <p:cNvSpPr/>
            <p:nvPr/>
          </p:nvSpPr>
          <p:spPr>
            <a:xfrm>
              <a:off x="10434150" y="1807850"/>
              <a:ext cx="105800" cy="161225"/>
            </a:xfrm>
            <a:custGeom>
              <a:avLst/>
              <a:gdLst/>
              <a:ahLst/>
              <a:cxnLst/>
              <a:rect l="l" t="t" r="r" b="b"/>
              <a:pathLst>
                <a:path w="4232" h="6449" extrusionOk="0">
                  <a:moveTo>
                    <a:pt x="424" y="0"/>
                  </a:moveTo>
                  <a:cubicBezTo>
                    <a:pt x="381" y="0"/>
                    <a:pt x="338" y="24"/>
                    <a:pt x="330" y="71"/>
                  </a:cubicBezTo>
                  <a:cubicBezTo>
                    <a:pt x="1" y="2469"/>
                    <a:pt x="1866" y="5463"/>
                    <a:pt x="4029" y="6435"/>
                  </a:cubicBezTo>
                  <a:cubicBezTo>
                    <a:pt x="4052" y="6445"/>
                    <a:pt x="4072" y="6449"/>
                    <a:pt x="4091" y="6449"/>
                  </a:cubicBezTo>
                  <a:cubicBezTo>
                    <a:pt x="4190" y="6449"/>
                    <a:pt x="4231" y="6326"/>
                    <a:pt x="4139" y="6247"/>
                  </a:cubicBezTo>
                  <a:cubicBezTo>
                    <a:pt x="3104" y="5463"/>
                    <a:pt x="2180" y="4663"/>
                    <a:pt x="1537" y="3519"/>
                  </a:cubicBezTo>
                  <a:cubicBezTo>
                    <a:pt x="894" y="2422"/>
                    <a:pt x="737" y="1293"/>
                    <a:pt x="518" y="71"/>
                  </a:cubicBezTo>
                  <a:cubicBezTo>
                    <a:pt x="510" y="24"/>
                    <a:pt x="467" y="0"/>
                    <a:pt x="4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" name="Google Shape;580;p21">
            <a:extLst>
              <a:ext uri="{FF2B5EF4-FFF2-40B4-BE49-F238E27FC236}">
                <a16:creationId xmlns:a16="http://schemas.microsoft.com/office/drawing/2014/main" id="{BFA12C78-1A04-4A51-B12A-7E766234159E}"/>
              </a:ext>
            </a:extLst>
          </p:cNvPr>
          <p:cNvSpPr/>
          <p:nvPr/>
        </p:nvSpPr>
        <p:spPr>
          <a:xfrm rot="-5400000" flipH="1">
            <a:off x="7129053" y="-961772"/>
            <a:ext cx="721583" cy="2645140"/>
          </a:xfrm>
          <a:custGeom>
            <a:avLst/>
            <a:gdLst/>
            <a:ahLst/>
            <a:cxnLst/>
            <a:rect l="l" t="t" r="r" b="b"/>
            <a:pathLst>
              <a:path w="6027" h="22093" extrusionOk="0">
                <a:moveTo>
                  <a:pt x="0" y="1"/>
                </a:moveTo>
                <a:lnTo>
                  <a:pt x="0" y="709"/>
                </a:lnTo>
                <a:cubicBezTo>
                  <a:pt x="932" y="1244"/>
                  <a:pt x="1864" y="1753"/>
                  <a:pt x="2635" y="2511"/>
                </a:cubicBezTo>
                <a:cubicBezTo>
                  <a:pt x="4039" y="3902"/>
                  <a:pt x="3442" y="5816"/>
                  <a:pt x="2958" y="7468"/>
                </a:cubicBezTo>
                <a:cubicBezTo>
                  <a:pt x="2597" y="8649"/>
                  <a:pt x="2374" y="9630"/>
                  <a:pt x="2560" y="10861"/>
                </a:cubicBezTo>
                <a:cubicBezTo>
                  <a:pt x="2734" y="12091"/>
                  <a:pt x="3206" y="13283"/>
                  <a:pt x="3579" y="14476"/>
                </a:cubicBezTo>
                <a:cubicBezTo>
                  <a:pt x="4250" y="16626"/>
                  <a:pt x="4797" y="19633"/>
                  <a:pt x="1877" y="20179"/>
                </a:cubicBezTo>
                <a:cubicBezTo>
                  <a:pt x="1268" y="20291"/>
                  <a:pt x="622" y="20378"/>
                  <a:pt x="0" y="20515"/>
                </a:cubicBezTo>
                <a:lnTo>
                  <a:pt x="0" y="22093"/>
                </a:lnTo>
                <a:cubicBezTo>
                  <a:pt x="373" y="21969"/>
                  <a:pt x="783" y="21919"/>
                  <a:pt x="1156" y="21857"/>
                </a:cubicBezTo>
                <a:cubicBezTo>
                  <a:pt x="2274" y="21683"/>
                  <a:pt x="3119" y="21534"/>
                  <a:pt x="4014" y="20788"/>
                </a:cubicBezTo>
                <a:cubicBezTo>
                  <a:pt x="6027" y="19074"/>
                  <a:pt x="5231" y="16092"/>
                  <a:pt x="4536" y="13954"/>
                </a:cubicBezTo>
                <a:cubicBezTo>
                  <a:pt x="4113" y="12699"/>
                  <a:pt x="3604" y="11432"/>
                  <a:pt x="3492" y="10103"/>
                </a:cubicBezTo>
                <a:cubicBezTo>
                  <a:pt x="3355" y="8649"/>
                  <a:pt x="4163" y="7170"/>
                  <a:pt x="4399" y="5741"/>
                </a:cubicBezTo>
                <a:cubicBezTo>
                  <a:pt x="4647" y="4275"/>
                  <a:pt x="4275" y="2983"/>
                  <a:pt x="3268" y="1877"/>
                </a:cubicBezTo>
                <a:cubicBezTo>
                  <a:pt x="2386" y="908"/>
                  <a:pt x="1168" y="49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581;p21">
            <a:extLst>
              <a:ext uri="{FF2B5EF4-FFF2-40B4-BE49-F238E27FC236}">
                <a16:creationId xmlns:a16="http://schemas.microsoft.com/office/drawing/2014/main" id="{4DB7AA34-C637-48A9-9EF4-01EF5DA2D39C}"/>
              </a:ext>
            </a:extLst>
          </p:cNvPr>
          <p:cNvSpPr/>
          <p:nvPr/>
        </p:nvSpPr>
        <p:spPr>
          <a:xfrm rot="-5400000" flipH="1">
            <a:off x="7348512" y="-779543"/>
            <a:ext cx="297636" cy="1856734"/>
          </a:xfrm>
          <a:custGeom>
            <a:avLst/>
            <a:gdLst/>
            <a:ahLst/>
            <a:cxnLst/>
            <a:rect l="l" t="t" r="r" b="b"/>
            <a:pathLst>
              <a:path w="2486" h="15508" extrusionOk="0">
                <a:moveTo>
                  <a:pt x="0" y="1"/>
                </a:moveTo>
                <a:lnTo>
                  <a:pt x="0" y="734"/>
                </a:lnTo>
                <a:cubicBezTo>
                  <a:pt x="510" y="970"/>
                  <a:pt x="982" y="1281"/>
                  <a:pt x="1255" y="1715"/>
                </a:cubicBezTo>
                <a:cubicBezTo>
                  <a:pt x="1641" y="2312"/>
                  <a:pt x="1442" y="3157"/>
                  <a:pt x="1305" y="3790"/>
                </a:cubicBezTo>
                <a:cubicBezTo>
                  <a:pt x="932" y="5555"/>
                  <a:pt x="522" y="7183"/>
                  <a:pt x="671" y="8997"/>
                </a:cubicBezTo>
                <a:cubicBezTo>
                  <a:pt x="796" y="10413"/>
                  <a:pt x="1318" y="11916"/>
                  <a:pt x="1106" y="13345"/>
                </a:cubicBezTo>
                <a:cubicBezTo>
                  <a:pt x="1007" y="14054"/>
                  <a:pt x="572" y="14414"/>
                  <a:pt x="0" y="14600"/>
                </a:cubicBezTo>
                <a:lnTo>
                  <a:pt x="0" y="15507"/>
                </a:lnTo>
                <a:cubicBezTo>
                  <a:pt x="758" y="15296"/>
                  <a:pt x="1417" y="14899"/>
                  <a:pt x="1740" y="14178"/>
                </a:cubicBezTo>
                <a:cubicBezTo>
                  <a:pt x="2374" y="12774"/>
                  <a:pt x="1703" y="10860"/>
                  <a:pt x="1541" y="9419"/>
                </a:cubicBezTo>
                <a:cubicBezTo>
                  <a:pt x="1405" y="8301"/>
                  <a:pt x="1429" y="7207"/>
                  <a:pt x="1653" y="6102"/>
                </a:cubicBezTo>
                <a:cubicBezTo>
                  <a:pt x="1827" y="5120"/>
                  <a:pt x="2187" y="4176"/>
                  <a:pt x="2287" y="3194"/>
                </a:cubicBezTo>
                <a:cubicBezTo>
                  <a:pt x="2486" y="1417"/>
                  <a:pt x="1454" y="44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582;p21">
            <a:extLst>
              <a:ext uri="{FF2B5EF4-FFF2-40B4-BE49-F238E27FC236}">
                <a16:creationId xmlns:a16="http://schemas.microsoft.com/office/drawing/2014/main" id="{749FDC14-1F37-4B62-986F-B7FEB2787163}"/>
              </a:ext>
            </a:extLst>
          </p:cNvPr>
          <p:cNvSpPr/>
          <p:nvPr/>
        </p:nvSpPr>
        <p:spPr>
          <a:xfrm rot="-5400000" flipH="1">
            <a:off x="4257210" y="3639138"/>
            <a:ext cx="683126" cy="2367446"/>
          </a:xfrm>
          <a:custGeom>
            <a:avLst/>
            <a:gdLst/>
            <a:ahLst/>
            <a:cxnLst/>
            <a:rect l="l" t="t" r="r" b="b"/>
            <a:pathLst>
              <a:path w="4636" h="16066" extrusionOk="0">
                <a:moveTo>
                  <a:pt x="4635" y="0"/>
                </a:moveTo>
                <a:cubicBezTo>
                  <a:pt x="3355" y="286"/>
                  <a:pt x="2125" y="957"/>
                  <a:pt x="1355" y="1963"/>
                </a:cubicBezTo>
                <a:cubicBezTo>
                  <a:pt x="1" y="3728"/>
                  <a:pt x="995" y="5405"/>
                  <a:pt x="1802" y="7132"/>
                </a:cubicBezTo>
                <a:cubicBezTo>
                  <a:pt x="2821" y="9307"/>
                  <a:pt x="1106" y="11220"/>
                  <a:pt x="1504" y="13432"/>
                </a:cubicBezTo>
                <a:cubicBezTo>
                  <a:pt x="1765" y="14848"/>
                  <a:pt x="3219" y="16041"/>
                  <a:pt x="4635" y="16066"/>
                </a:cubicBezTo>
                <a:lnTo>
                  <a:pt x="4635" y="14935"/>
                </a:lnTo>
                <a:cubicBezTo>
                  <a:pt x="4039" y="14885"/>
                  <a:pt x="3467" y="14637"/>
                  <a:pt x="2983" y="14215"/>
                </a:cubicBezTo>
                <a:cubicBezTo>
                  <a:pt x="2237" y="13544"/>
                  <a:pt x="2287" y="12438"/>
                  <a:pt x="2473" y="11556"/>
                </a:cubicBezTo>
                <a:cubicBezTo>
                  <a:pt x="2771" y="10214"/>
                  <a:pt x="3318" y="9008"/>
                  <a:pt x="2871" y="7617"/>
                </a:cubicBezTo>
                <a:cubicBezTo>
                  <a:pt x="2386" y="6064"/>
                  <a:pt x="1044" y="4945"/>
                  <a:pt x="1355" y="3181"/>
                </a:cubicBezTo>
                <a:cubicBezTo>
                  <a:pt x="1616" y="1702"/>
                  <a:pt x="3144" y="783"/>
                  <a:pt x="4635" y="547"/>
                </a:cubicBezTo>
                <a:lnTo>
                  <a:pt x="463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83;p21">
            <a:extLst>
              <a:ext uri="{FF2B5EF4-FFF2-40B4-BE49-F238E27FC236}">
                <a16:creationId xmlns:a16="http://schemas.microsoft.com/office/drawing/2014/main" id="{9E88468E-9499-4B25-B966-9348C3E53FBD}"/>
              </a:ext>
            </a:extLst>
          </p:cNvPr>
          <p:cNvSpPr/>
          <p:nvPr/>
        </p:nvSpPr>
        <p:spPr>
          <a:xfrm rot="-5400000" flipH="1">
            <a:off x="3969930" y="4728631"/>
            <a:ext cx="188759" cy="759775"/>
          </a:xfrm>
          <a:custGeom>
            <a:avLst/>
            <a:gdLst/>
            <a:ahLst/>
            <a:cxnLst/>
            <a:rect l="l" t="t" r="r" b="b"/>
            <a:pathLst>
              <a:path w="1281" h="5156" extrusionOk="0">
                <a:moveTo>
                  <a:pt x="937" y="0"/>
                </a:moveTo>
                <a:cubicBezTo>
                  <a:pt x="863" y="0"/>
                  <a:pt x="791" y="29"/>
                  <a:pt x="746" y="110"/>
                </a:cubicBezTo>
                <a:cubicBezTo>
                  <a:pt x="62" y="1154"/>
                  <a:pt x="0" y="2409"/>
                  <a:pt x="236" y="3602"/>
                </a:cubicBezTo>
                <a:cubicBezTo>
                  <a:pt x="336" y="4087"/>
                  <a:pt x="621" y="4708"/>
                  <a:pt x="1019" y="5155"/>
                </a:cubicBezTo>
                <a:lnTo>
                  <a:pt x="1019" y="4335"/>
                </a:lnTo>
                <a:cubicBezTo>
                  <a:pt x="820" y="4012"/>
                  <a:pt x="684" y="3627"/>
                  <a:pt x="609" y="3266"/>
                </a:cubicBezTo>
                <a:cubicBezTo>
                  <a:pt x="398" y="2397"/>
                  <a:pt x="572" y="1378"/>
                  <a:pt x="1019" y="595"/>
                </a:cubicBezTo>
                <a:cubicBezTo>
                  <a:pt x="1069" y="521"/>
                  <a:pt x="1119" y="434"/>
                  <a:pt x="1168" y="359"/>
                </a:cubicBezTo>
                <a:cubicBezTo>
                  <a:pt x="1280" y="197"/>
                  <a:pt x="1168" y="48"/>
                  <a:pt x="1019" y="11"/>
                </a:cubicBezTo>
                <a:cubicBezTo>
                  <a:pt x="992" y="4"/>
                  <a:pt x="964" y="0"/>
                  <a:pt x="93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" name="Google Shape;589;p21">
            <a:extLst>
              <a:ext uri="{FF2B5EF4-FFF2-40B4-BE49-F238E27FC236}">
                <a16:creationId xmlns:a16="http://schemas.microsoft.com/office/drawing/2014/main" id="{BD3CD59A-D67B-446F-B754-C1AB2A68EAD6}"/>
              </a:ext>
            </a:extLst>
          </p:cNvPr>
          <p:cNvGrpSpPr/>
          <p:nvPr/>
        </p:nvGrpSpPr>
        <p:grpSpPr>
          <a:xfrm>
            <a:off x="268804" y="1754431"/>
            <a:ext cx="149419" cy="220334"/>
            <a:chOff x="5738779" y="2391033"/>
            <a:chExt cx="85397" cy="125927"/>
          </a:xfrm>
        </p:grpSpPr>
        <p:sp>
          <p:nvSpPr>
            <p:cNvPr id="57" name="Google Shape;590;p21">
              <a:extLst>
                <a:ext uri="{FF2B5EF4-FFF2-40B4-BE49-F238E27FC236}">
                  <a16:creationId xmlns:a16="http://schemas.microsoft.com/office/drawing/2014/main" id="{802B040A-86A4-4AD8-AB8B-56916D1B640E}"/>
                </a:ext>
              </a:extLst>
            </p:cNvPr>
            <p:cNvSpPr/>
            <p:nvPr/>
          </p:nvSpPr>
          <p:spPr>
            <a:xfrm>
              <a:off x="5738779" y="2448117"/>
              <a:ext cx="85397" cy="17165"/>
            </a:xfrm>
            <a:custGeom>
              <a:avLst/>
              <a:gdLst/>
              <a:ahLst/>
              <a:cxnLst/>
              <a:rect l="l" t="t" r="r" b="b"/>
              <a:pathLst>
                <a:path w="2796" h="562" extrusionOk="0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91;p21">
              <a:extLst>
                <a:ext uri="{FF2B5EF4-FFF2-40B4-BE49-F238E27FC236}">
                  <a16:creationId xmlns:a16="http://schemas.microsoft.com/office/drawing/2014/main" id="{CCED3ED5-3CAC-4233-AFF5-25CB8A6EDAD5}"/>
                </a:ext>
              </a:extLst>
            </p:cNvPr>
            <p:cNvSpPr/>
            <p:nvPr/>
          </p:nvSpPr>
          <p:spPr>
            <a:xfrm>
              <a:off x="5768375" y="2391033"/>
              <a:ext cx="27336" cy="125927"/>
            </a:xfrm>
            <a:custGeom>
              <a:avLst/>
              <a:gdLst/>
              <a:ahLst/>
              <a:cxnLst/>
              <a:rect l="l" t="t" r="r" b="b"/>
              <a:pathLst>
                <a:path w="895" h="4123" extrusionOk="0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" name="Google Shape;592;p21">
            <a:extLst>
              <a:ext uri="{FF2B5EF4-FFF2-40B4-BE49-F238E27FC236}">
                <a16:creationId xmlns:a16="http://schemas.microsoft.com/office/drawing/2014/main" id="{ABEFE0EB-2C15-48C6-8990-AF630DB1183D}"/>
              </a:ext>
            </a:extLst>
          </p:cNvPr>
          <p:cNvSpPr/>
          <p:nvPr/>
        </p:nvSpPr>
        <p:spPr>
          <a:xfrm>
            <a:off x="139677" y="256554"/>
            <a:ext cx="65785" cy="50554"/>
          </a:xfrm>
          <a:custGeom>
            <a:avLst/>
            <a:gdLst/>
            <a:ahLst/>
            <a:cxnLst/>
            <a:rect l="l" t="t" r="r" b="b"/>
            <a:pathLst>
              <a:path w="1231" h="946" extrusionOk="0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4" name="Google Shape;597;p21">
            <a:extLst>
              <a:ext uri="{FF2B5EF4-FFF2-40B4-BE49-F238E27FC236}">
                <a16:creationId xmlns:a16="http://schemas.microsoft.com/office/drawing/2014/main" id="{520923E9-3BDF-44DB-848A-227B850B2C5C}"/>
              </a:ext>
            </a:extLst>
          </p:cNvPr>
          <p:cNvGrpSpPr/>
          <p:nvPr/>
        </p:nvGrpSpPr>
        <p:grpSpPr>
          <a:xfrm>
            <a:off x="1261521" y="4630534"/>
            <a:ext cx="259602" cy="383607"/>
            <a:chOff x="5446181" y="2529085"/>
            <a:chExt cx="138174" cy="204177"/>
          </a:xfrm>
        </p:grpSpPr>
        <p:sp>
          <p:nvSpPr>
            <p:cNvPr id="65" name="Google Shape;598;p21">
              <a:extLst>
                <a:ext uri="{FF2B5EF4-FFF2-40B4-BE49-F238E27FC236}">
                  <a16:creationId xmlns:a16="http://schemas.microsoft.com/office/drawing/2014/main" id="{90E25B12-1C15-4FE2-9105-D7A6E6EE57F9}"/>
                </a:ext>
              </a:extLst>
            </p:cNvPr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599;p21">
              <a:extLst>
                <a:ext uri="{FF2B5EF4-FFF2-40B4-BE49-F238E27FC236}">
                  <a16:creationId xmlns:a16="http://schemas.microsoft.com/office/drawing/2014/main" id="{C9CD64D8-6B8D-4995-8DCF-DACA5D4F6E74}"/>
                </a:ext>
              </a:extLst>
            </p:cNvPr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7" name="Google Shape;600;p21">
            <a:extLst>
              <a:ext uri="{FF2B5EF4-FFF2-40B4-BE49-F238E27FC236}">
                <a16:creationId xmlns:a16="http://schemas.microsoft.com/office/drawing/2014/main" id="{0EC5E052-92DF-435C-BFA7-6F6BA2047584}"/>
              </a:ext>
            </a:extLst>
          </p:cNvPr>
          <p:cNvSpPr/>
          <p:nvPr/>
        </p:nvSpPr>
        <p:spPr>
          <a:xfrm>
            <a:off x="2388346" y="4761803"/>
            <a:ext cx="109146" cy="84930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6C99240-097F-4B5E-8475-AEFE7D6A06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569" y="1119101"/>
            <a:ext cx="4228487" cy="1481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E753BD36-E6F3-4FFC-8D4E-7AF6AC37AE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2946" y="1110135"/>
            <a:ext cx="4228485" cy="1508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2D56C41A-5C35-4E6C-A98C-144E00D1E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7132" y="3262489"/>
            <a:ext cx="4363282" cy="1606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8EEBF16-8F86-4340-9C1E-40F0CC8BCEE6}"/>
              </a:ext>
            </a:extLst>
          </p:cNvPr>
          <p:cNvSpPr txBox="1"/>
          <p:nvPr/>
        </p:nvSpPr>
        <p:spPr>
          <a:xfrm>
            <a:off x="1521123" y="731539"/>
            <a:ext cx="23445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Age classifier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CB0D82-60CB-40ED-B1BE-EA6147005CBB}"/>
              </a:ext>
            </a:extLst>
          </p:cNvPr>
          <p:cNvSpPr txBox="1"/>
          <p:nvPr/>
        </p:nvSpPr>
        <p:spPr>
          <a:xfrm>
            <a:off x="6002165" y="694998"/>
            <a:ext cx="24235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Gender classifier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0FE191-0B0E-479A-A7E9-CCDA48594C4B}"/>
              </a:ext>
            </a:extLst>
          </p:cNvPr>
          <p:cNvSpPr txBox="1"/>
          <p:nvPr/>
        </p:nvSpPr>
        <p:spPr>
          <a:xfrm>
            <a:off x="3126812" y="2840206"/>
            <a:ext cx="29439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Acne severity classifier</a:t>
            </a:r>
          </a:p>
        </p:txBody>
      </p:sp>
    </p:spTree>
    <p:extLst>
      <p:ext uri="{BB962C8B-B14F-4D97-AF65-F5344CB8AC3E}">
        <p14:creationId xmlns:p14="http://schemas.microsoft.com/office/powerpoint/2010/main" val="3889520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7">
          <a:extLst>
            <a:ext uri="{FF2B5EF4-FFF2-40B4-BE49-F238E27FC236}">
              <a16:creationId xmlns:a16="http://schemas.microsoft.com/office/drawing/2014/main" id="{0FB4CEFC-E3AA-9100-2BEF-A1EEC2347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40">
            <a:extLst>
              <a:ext uri="{FF2B5EF4-FFF2-40B4-BE49-F238E27FC236}">
                <a16:creationId xmlns:a16="http://schemas.microsoft.com/office/drawing/2014/main" id="{5DC5609D-AE92-EC06-3C23-DDC658D343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Ethics</a:t>
            </a:r>
            <a:endParaRPr sz="3600" dirty="0"/>
          </a:p>
        </p:txBody>
      </p:sp>
      <p:grpSp>
        <p:nvGrpSpPr>
          <p:cNvPr id="1210" name="Google Shape;1210;p40">
            <a:extLst>
              <a:ext uri="{FF2B5EF4-FFF2-40B4-BE49-F238E27FC236}">
                <a16:creationId xmlns:a16="http://schemas.microsoft.com/office/drawing/2014/main" id="{49FB37B3-0FF0-C3CE-4312-19B6E6A4DC33}"/>
              </a:ext>
            </a:extLst>
          </p:cNvPr>
          <p:cNvGrpSpPr/>
          <p:nvPr/>
        </p:nvGrpSpPr>
        <p:grpSpPr>
          <a:xfrm rot="-700979">
            <a:off x="636058" y="853352"/>
            <a:ext cx="735163" cy="424157"/>
            <a:chOff x="9589700" y="3420525"/>
            <a:chExt cx="735150" cy="424150"/>
          </a:xfrm>
        </p:grpSpPr>
        <p:sp>
          <p:nvSpPr>
            <p:cNvPr id="1211" name="Google Shape;1211;p40">
              <a:extLst>
                <a:ext uri="{FF2B5EF4-FFF2-40B4-BE49-F238E27FC236}">
                  <a16:creationId xmlns:a16="http://schemas.microsoft.com/office/drawing/2014/main" id="{C1B5E2E9-4F7B-375F-B8AA-4EE4E5D106B5}"/>
                </a:ext>
              </a:extLst>
            </p:cNvPr>
            <p:cNvSpPr/>
            <p:nvPr/>
          </p:nvSpPr>
          <p:spPr>
            <a:xfrm>
              <a:off x="9589700" y="3420525"/>
              <a:ext cx="735150" cy="424150"/>
            </a:xfrm>
            <a:custGeom>
              <a:avLst/>
              <a:gdLst/>
              <a:ahLst/>
              <a:cxnLst/>
              <a:rect l="l" t="t" r="r" b="b"/>
              <a:pathLst>
                <a:path w="29406" h="16966" extrusionOk="0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40">
              <a:extLst>
                <a:ext uri="{FF2B5EF4-FFF2-40B4-BE49-F238E27FC236}">
                  <a16:creationId xmlns:a16="http://schemas.microsoft.com/office/drawing/2014/main" id="{F5222CF9-FD90-554D-65D8-8939CC1FEA1B}"/>
                </a:ext>
              </a:extLst>
            </p:cNvPr>
            <p:cNvSpPr/>
            <p:nvPr/>
          </p:nvSpPr>
          <p:spPr>
            <a:xfrm>
              <a:off x="10025050" y="3507475"/>
              <a:ext cx="107000" cy="155300"/>
            </a:xfrm>
            <a:custGeom>
              <a:avLst/>
              <a:gdLst/>
              <a:ahLst/>
              <a:cxnLst/>
              <a:rect l="l" t="t" r="r" b="b"/>
              <a:pathLst>
                <a:path w="4280" h="6212" extrusionOk="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40">
              <a:extLst>
                <a:ext uri="{FF2B5EF4-FFF2-40B4-BE49-F238E27FC236}">
                  <a16:creationId xmlns:a16="http://schemas.microsoft.com/office/drawing/2014/main" id="{681121E5-812E-53DC-DB89-9AD4391403D0}"/>
                </a:ext>
              </a:extLst>
            </p:cNvPr>
            <p:cNvSpPr/>
            <p:nvPr/>
          </p:nvSpPr>
          <p:spPr>
            <a:xfrm>
              <a:off x="9764075" y="3530325"/>
              <a:ext cx="119150" cy="158800"/>
            </a:xfrm>
            <a:custGeom>
              <a:avLst/>
              <a:gdLst/>
              <a:ahLst/>
              <a:cxnLst/>
              <a:rect l="l" t="t" r="r" b="b"/>
              <a:pathLst>
                <a:path w="4766" h="6352" extrusionOk="0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40">
              <a:extLst>
                <a:ext uri="{FF2B5EF4-FFF2-40B4-BE49-F238E27FC236}">
                  <a16:creationId xmlns:a16="http://schemas.microsoft.com/office/drawing/2014/main" id="{083E19E3-5C22-0209-B025-6E2EEB9C2F97}"/>
                </a:ext>
              </a:extLst>
            </p:cNvPr>
            <p:cNvSpPr/>
            <p:nvPr/>
          </p:nvSpPr>
          <p:spPr>
            <a:xfrm>
              <a:off x="9932575" y="3520100"/>
              <a:ext cx="77225" cy="135250"/>
            </a:xfrm>
            <a:custGeom>
              <a:avLst/>
              <a:gdLst/>
              <a:ahLst/>
              <a:cxnLst/>
              <a:rect l="l" t="t" r="r" b="b"/>
              <a:pathLst>
                <a:path w="3089" h="5410" extrusionOk="0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40">
              <a:extLst>
                <a:ext uri="{FF2B5EF4-FFF2-40B4-BE49-F238E27FC236}">
                  <a16:creationId xmlns:a16="http://schemas.microsoft.com/office/drawing/2014/main" id="{F3E964A0-A58A-B076-B502-AAA5D5CFB9F7}"/>
                </a:ext>
              </a:extLst>
            </p:cNvPr>
            <p:cNvSpPr/>
            <p:nvPr/>
          </p:nvSpPr>
          <p:spPr>
            <a:xfrm>
              <a:off x="9641425" y="3803025"/>
              <a:ext cx="196350" cy="7875"/>
            </a:xfrm>
            <a:custGeom>
              <a:avLst/>
              <a:gdLst/>
              <a:ahLst/>
              <a:cxnLst/>
              <a:rect l="l" t="t" r="r" b="b"/>
              <a:pathLst>
                <a:path w="7854" h="315" extrusionOk="0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40">
              <a:extLst>
                <a:ext uri="{FF2B5EF4-FFF2-40B4-BE49-F238E27FC236}">
                  <a16:creationId xmlns:a16="http://schemas.microsoft.com/office/drawing/2014/main" id="{85991B53-B83D-49F2-8DDF-81C6ABF87EBD}"/>
                </a:ext>
              </a:extLst>
            </p:cNvPr>
            <p:cNvSpPr/>
            <p:nvPr/>
          </p:nvSpPr>
          <p:spPr>
            <a:xfrm>
              <a:off x="9702950" y="3780250"/>
              <a:ext cx="183425" cy="13300"/>
            </a:xfrm>
            <a:custGeom>
              <a:avLst/>
              <a:gdLst/>
              <a:ahLst/>
              <a:cxnLst/>
              <a:rect l="l" t="t" r="r" b="b"/>
              <a:pathLst>
                <a:path w="7337" h="532" extrusionOk="0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40">
              <a:extLst>
                <a:ext uri="{FF2B5EF4-FFF2-40B4-BE49-F238E27FC236}">
                  <a16:creationId xmlns:a16="http://schemas.microsoft.com/office/drawing/2014/main" id="{79DC9BA1-8AB7-8914-0E97-873AAED5EE7B}"/>
                </a:ext>
              </a:extLst>
            </p:cNvPr>
            <p:cNvSpPr/>
            <p:nvPr/>
          </p:nvSpPr>
          <p:spPr>
            <a:xfrm>
              <a:off x="10197075" y="3481625"/>
              <a:ext cx="51650" cy="87900"/>
            </a:xfrm>
            <a:custGeom>
              <a:avLst/>
              <a:gdLst/>
              <a:ahLst/>
              <a:cxnLst/>
              <a:rect l="l" t="t" r="r" b="b"/>
              <a:pathLst>
                <a:path w="2066" h="3516" extrusionOk="0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126;p38">
            <a:extLst>
              <a:ext uri="{FF2B5EF4-FFF2-40B4-BE49-F238E27FC236}">
                <a16:creationId xmlns:a16="http://schemas.microsoft.com/office/drawing/2014/main" id="{6EE46FD1-B962-3D7B-B820-10F3A1596A85}"/>
              </a:ext>
            </a:extLst>
          </p:cNvPr>
          <p:cNvSpPr/>
          <p:nvPr/>
        </p:nvSpPr>
        <p:spPr>
          <a:xfrm rot="-5400000">
            <a:off x="-3965942" y="-574519"/>
            <a:ext cx="999306" cy="1900928"/>
          </a:xfrm>
          <a:custGeom>
            <a:avLst/>
            <a:gdLst/>
            <a:ahLst/>
            <a:cxnLst/>
            <a:rect l="l" t="t" r="r" b="b"/>
            <a:pathLst>
              <a:path w="8276" h="15743" extrusionOk="0">
                <a:moveTo>
                  <a:pt x="8151" y="0"/>
                </a:moveTo>
                <a:cubicBezTo>
                  <a:pt x="7741" y="149"/>
                  <a:pt x="7344" y="336"/>
                  <a:pt x="6971" y="584"/>
                </a:cubicBezTo>
                <a:cubicBezTo>
                  <a:pt x="4486" y="2187"/>
                  <a:pt x="5082" y="4610"/>
                  <a:pt x="5530" y="7082"/>
                </a:cubicBezTo>
                <a:cubicBezTo>
                  <a:pt x="5642" y="7679"/>
                  <a:pt x="5666" y="8300"/>
                  <a:pt x="5368" y="8834"/>
                </a:cubicBezTo>
                <a:cubicBezTo>
                  <a:pt x="5115" y="9270"/>
                  <a:pt x="4607" y="9344"/>
                  <a:pt x="4082" y="9344"/>
                </a:cubicBezTo>
                <a:cubicBezTo>
                  <a:pt x="3812" y="9344"/>
                  <a:pt x="3537" y="9325"/>
                  <a:pt x="3290" y="9325"/>
                </a:cubicBezTo>
                <a:cubicBezTo>
                  <a:pt x="3167" y="9325"/>
                  <a:pt x="3051" y="9330"/>
                  <a:pt x="2945" y="9344"/>
                </a:cubicBezTo>
                <a:cubicBezTo>
                  <a:pt x="1753" y="9518"/>
                  <a:pt x="957" y="10798"/>
                  <a:pt x="585" y="11816"/>
                </a:cubicBezTo>
                <a:cubicBezTo>
                  <a:pt x="162" y="12984"/>
                  <a:pt x="1" y="14289"/>
                  <a:pt x="162" y="15544"/>
                </a:cubicBezTo>
                <a:lnTo>
                  <a:pt x="945" y="15743"/>
                </a:lnTo>
                <a:cubicBezTo>
                  <a:pt x="796" y="14364"/>
                  <a:pt x="1082" y="12885"/>
                  <a:pt x="1628" y="11680"/>
                </a:cubicBezTo>
                <a:cubicBezTo>
                  <a:pt x="1939" y="10984"/>
                  <a:pt x="2573" y="10363"/>
                  <a:pt x="3355" y="10263"/>
                </a:cubicBezTo>
                <a:cubicBezTo>
                  <a:pt x="3429" y="10254"/>
                  <a:pt x="3502" y="10250"/>
                  <a:pt x="3576" y="10250"/>
                </a:cubicBezTo>
                <a:cubicBezTo>
                  <a:pt x="3902" y="10250"/>
                  <a:pt x="4229" y="10324"/>
                  <a:pt x="4555" y="10324"/>
                </a:cubicBezTo>
                <a:cubicBezTo>
                  <a:pt x="4652" y="10324"/>
                  <a:pt x="4749" y="10318"/>
                  <a:pt x="4846" y="10301"/>
                </a:cubicBezTo>
                <a:cubicBezTo>
                  <a:pt x="5753" y="10164"/>
                  <a:pt x="6325" y="9505"/>
                  <a:pt x="6611" y="8673"/>
                </a:cubicBezTo>
                <a:cubicBezTo>
                  <a:pt x="7257" y="6747"/>
                  <a:pt x="5555" y="4622"/>
                  <a:pt x="6487" y="2746"/>
                </a:cubicBezTo>
                <a:cubicBezTo>
                  <a:pt x="6834" y="2063"/>
                  <a:pt x="7530" y="1541"/>
                  <a:pt x="8276" y="1230"/>
                </a:cubicBezTo>
                <a:cubicBezTo>
                  <a:pt x="8226" y="820"/>
                  <a:pt x="8189" y="410"/>
                  <a:pt x="81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1127;p38">
            <a:extLst>
              <a:ext uri="{FF2B5EF4-FFF2-40B4-BE49-F238E27FC236}">
                <a16:creationId xmlns:a16="http://schemas.microsoft.com/office/drawing/2014/main" id="{C45EB07C-4B26-6984-EE70-B0B30B20FC5A}"/>
              </a:ext>
            </a:extLst>
          </p:cNvPr>
          <p:cNvSpPr/>
          <p:nvPr/>
        </p:nvSpPr>
        <p:spPr>
          <a:xfrm rot="-5400000">
            <a:off x="-4994122" y="-245115"/>
            <a:ext cx="897154" cy="2043168"/>
          </a:xfrm>
          <a:custGeom>
            <a:avLst/>
            <a:gdLst/>
            <a:ahLst/>
            <a:cxnLst/>
            <a:rect l="l" t="t" r="r" b="b"/>
            <a:pathLst>
              <a:path w="7430" h="16921" extrusionOk="0">
                <a:moveTo>
                  <a:pt x="234" y="1"/>
                </a:moveTo>
                <a:cubicBezTo>
                  <a:pt x="95" y="1"/>
                  <a:pt x="1" y="213"/>
                  <a:pt x="149" y="308"/>
                </a:cubicBezTo>
                <a:cubicBezTo>
                  <a:pt x="1341" y="1053"/>
                  <a:pt x="2683" y="1389"/>
                  <a:pt x="3963" y="1948"/>
                </a:cubicBezTo>
                <a:cubicBezTo>
                  <a:pt x="5877" y="2793"/>
                  <a:pt x="6784" y="4731"/>
                  <a:pt x="7020" y="6732"/>
                </a:cubicBezTo>
                <a:cubicBezTo>
                  <a:pt x="7231" y="8546"/>
                  <a:pt x="6809" y="10471"/>
                  <a:pt x="6262" y="12186"/>
                </a:cubicBezTo>
                <a:cubicBezTo>
                  <a:pt x="6013" y="12981"/>
                  <a:pt x="5504" y="13789"/>
                  <a:pt x="4994" y="14435"/>
                </a:cubicBezTo>
                <a:cubicBezTo>
                  <a:pt x="4497" y="15069"/>
                  <a:pt x="3715" y="15379"/>
                  <a:pt x="3131" y="15901"/>
                </a:cubicBezTo>
                <a:cubicBezTo>
                  <a:pt x="2757" y="16231"/>
                  <a:pt x="3064" y="16920"/>
                  <a:pt x="3518" y="16920"/>
                </a:cubicBezTo>
                <a:cubicBezTo>
                  <a:pt x="3577" y="16920"/>
                  <a:pt x="3639" y="16909"/>
                  <a:pt x="3702" y="16883"/>
                </a:cubicBezTo>
                <a:cubicBezTo>
                  <a:pt x="5156" y="16299"/>
                  <a:pt x="6125" y="14597"/>
                  <a:pt x="6498" y="13130"/>
                </a:cubicBezTo>
                <a:cubicBezTo>
                  <a:pt x="7020" y="11118"/>
                  <a:pt x="7430" y="9192"/>
                  <a:pt x="7330" y="7079"/>
                </a:cubicBezTo>
                <a:cubicBezTo>
                  <a:pt x="7256" y="5327"/>
                  <a:pt x="6796" y="3339"/>
                  <a:pt x="5280" y="2246"/>
                </a:cubicBezTo>
                <a:cubicBezTo>
                  <a:pt x="3789" y="1177"/>
                  <a:pt x="1876" y="966"/>
                  <a:pt x="310" y="22"/>
                </a:cubicBezTo>
                <a:cubicBezTo>
                  <a:pt x="284" y="7"/>
                  <a:pt x="259" y="1"/>
                  <a:pt x="234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1128;p38">
            <a:extLst>
              <a:ext uri="{FF2B5EF4-FFF2-40B4-BE49-F238E27FC236}">
                <a16:creationId xmlns:a16="http://schemas.microsoft.com/office/drawing/2014/main" id="{1356E167-F7B4-88B0-B1E6-B76DC5E644A5}"/>
              </a:ext>
            </a:extLst>
          </p:cNvPr>
          <p:cNvGrpSpPr/>
          <p:nvPr/>
        </p:nvGrpSpPr>
        <p:grpSpPr>
          <a:xfrm>
            <a:off x="-4573640" y="783697"/>
            <a:ext cx="715575" cy="662550"/>
            <a:chOff x="6865500" y="2954725"/>
            <a:chExt cx="715575" cy="662550"/>
          </a:xfrm>
        </p:grpSpPr>
        <p:sp>
          <p:nvSpPr>
            <p:cNvPr id="26" name="Google Shape;1129;p38">
              <a:extLst>
                <a:ext uri="{FF2B5EF4-FFF2-40B4-BE49-F238E27FC236}">
                  <a16:creationId xmlns:a16="http://schemas.microsoft.com/office/drawing/2014/main" id="{86385A15-47EC-D5C3-FBFE-7C4B553AE22A}"/>
                </a:ext>
              </a:extLst>
            </p:cNvPr>
            <p:cNvSpPr/>
            <p:nvPr/>
          </p:nvSpPr>
          <p:spPr>
            <a:xfrm>
              <a:off x="6865500" y="2954725"/>
              <a:ext cx="715575" cy="662550"/>
            </a:xfrm>
            <a:custGeom>
              <a:avLst/>
              <a:gdLst/>
              <a:ahLst/>
              <a:cxnLst/>
              <a:rect l="l" t="t" r="r" b="b"/>
              <a:pathLst>
                <a:path w="28623" h="26502" extrusionOk="0">
                  <a:moveTo>
                    <a:pt x="6317" y="3570"/>
                  </a:moveTo>
                  <a:cubicBezTo>
                    <a:pt x="6349" y="3570"/>
                    <a:pt x="6380" y="3586"/>
                    <a:pt x="6412" y="3601"/>
                  </a:cubicBezTo>
                  <a:cubicBezTo>
                    <a:pt x="6412" y="3633"/>
                    <a:pt x="6412" y="3664"/>
                    <a:pt x="6396" y="3680"/>
                  </a:cubicBezTo>
                  <a:cubicBezTo>
                    <a:pt x="6385" y="3691"/>
                    <a:pt x="6358" y="3702"/>
                    <a:pt x="6332" y="3702"/>
                  </a:cubicBezTo>
                  <a:cubicBezTo>
                    <a:pt x="6322" y="3702"/>
                    <a:pt x="6311" y="3700"/>
                    <a:pt x="6302" y="3695"/>
                  </a:cubicBezTo>
                  <a:cubicBezTo>
                    <a:pt x="6208" y="3648"/>
                    <a:pt x="6208" y="3601"/>
                    <a:pt x="6317" y="3570"/>
                  </a:cubicBezTo>
                  <a:close/>
                  <a:moveTo>
                    <a:pt x="14967" y="603"/>
                  </a:moveTo>
                  <a:cubicBezTo>
                    <a:pt x="15221" y="603"/>
                    <a:pt x="15474" y="643"/>
                    <a:pt x="15722" y="717"/>
                  </a:cubicBezTo>
                  <a:cubicBezTo>
                    <a:pt x="16741" y="999"/>
                    <a:pt x="16741" y="1015"/>
                    <a:pt x="16835" y="1955"/>
                  </a:cubicBezTo>
                  <a:cubicBezTo>
                    <a:pt x="17007" y="3711"/>
                    <a:pt x="16992" y="3398"/>
                    <a:pt x="15456" y="3554"/>
                  </a:cubicBezTo>
                  <a:cubicBezTo>
                    <a:pt x="15382" y="3554"/>
                    <a:pt x="15302" y="3575"/>
                    <a:pt x="15229" y="3575"/>
                  </a:cubicBezTo>
                  <a:cubicBezTo>
                    <a:pt x="15193" y="3575"/>
                    <a:pt x="15158" y="3570"/>
                    <a:pt x="15126" y="3554"/>
                  </a:cubicBezTo>
                  <a:cubicBezTo>
                    <a:pt x="14820" y="3411"/>
                    <a:pt x="14513" y="3365"/>
                    <a:pt x="14207" y="3365"/>
                  </a:cubicBezTo>
                  <a:cubicBezTo>
                    <a:pt x="13776" y="3365"/>
                    <a:pt x="13346" y="3455"/>
                    <a:pt x="12916" y="3492"/>
                  </a:cubicBezTo>
                  <a:cubicBezTo>
                    <a:pt x="12872" y="3503"/>
                    <a:pt x="12820" y="3514"/>
                    <a:pt x="12765" y="3514"/>
                  </a:cubicBezTo>
                  <a:cubicBezTo>
                    <a:pt x="12743" y="3514"/>
                    <a:pt x="12720" y="3512"/>
                    <a:pt x="12697" y="3507"/>
                  </a:cubicBezTo>
                  <a:cubicBezTo>
                    <a:pt x="12363" y="3458"/>
                    <a:pt x="12030" y="3439"/>
                    <a:pt x="11699" y="3439"/>
                  </a:cubicBezTo>
                  <a:cubicBezTo>
                    <a:pt x="10878" y="3439"/>
                    <a:pt x="10063" y="3552"/>
                    <a:pt x="9249" y="3586"/>
                  </a:cubicBezTo>
                  <a:cubicBezTo>
                    <a:pt x="9167" y="3592"/>
                    <a:pt x="9086" y="3595"/>
                    <a:pt x="9008" y="3595"/>
                  </a:cubicBezTo>
                  <a:cubicBezTo>
                    <a:pt x="8680" y="3595"/>
                    <a:pt x="8379" y="3531"/>
                    <a:pt x="8089" y="3303"/>
                  </a:cubicBezTo>
                  <a:cubicBezTo>
                    <a:pt x="7867" y="3121"/>
                    <a:pt x="6798" y="2971"/>
                    <a:pt x="6274" y="2971"/>
                  </a:cubicBezTo>
                  <a:cubicBezTo>
                    <a:pt x="6169" y="2971"/>
                    <a:pt x="6085" y="2977"/>
                    <a:pt x="6035" y="2990"/>
                  </a:cubicBezTo>
                  <a:cubicBezTo>
                    <a:pt x="5706" y="3068"/>
                    <a:pt x="5377" y="3131"/>
                    <a:pt x="5267" y="3539"/>
                  </a:cubicBezTo>
                  <a:cubicBezTo>
                    <a:pt x="5220" y="3742"/>
                    <a:pt x="5017" y="3789"/>
                    <a:pt x="4828" y="3805"/>
                  </a:cubicBezTo>
                  <a:cubicBezTo>
                    <a:pt x="4672" y="3805"/>
                    <a:pt x="4499" y="3758"/>
                    <a:pt x="4468" y="3601"/>
                  </a:cubicBezTo>
                  <a:cubicBezTo>
                    <a:pt x="4390" y="3084"/>
                    <a:pt x="4327" y="2567"/>
                    <a:pt x="4280" y="2050"/>
                  </a:cubicBezTo>
                  <a:cubicBezTo>
                    <a:pt x="4248" y="1673"/>
                    <a:pt x="4437" y="1407"/>
                    <a:pt x="4813" y="1297"/>
                  </a:cubicBezTo>
                  <a:cubicBezTo>
                    <a:pt x="5032" y="1250"/>
                    <a:pt x="5267" y="1219"/>
                    <a:pt x="5487" y="1219"/>
                  </a:cubicBezTo>
                  <a:cubicBezTo>
                    <a:pt x="5816" y="1219"/>
                    <a:pt x="6145" y="1250"/>
                    <a:pt x="6490" y="1281"/>
                  </a:cubicBezTo>
                  <a:cubicBezTo>
                    <a:pt x="6589" y="1284"/>
                    <a:pt x="6689" y="1285"/>
                    <a:pt x="6789" y="1285"/>
                  </a:cubicBezTo>
                  <a:cubicBezTo>
                    <a:pt x="7320" y="1285"/>
                    <a:pt x="7859" y="1248"/>
                    <a:pt x="8387" y="1156"/>
                  </a:cubicBezTo>
                  <a:cubicBezTo>
                    <a:pt x="8956" y="1047"/>
                    <a:pt x="9525" y="1021"/>
                    <a:pt x="10100" y="1021"/>
                  </a:cubicBezTo>
                  <a:cubicBezTo>
                    <a:pt x="10348" y="1021"/>
                    <a:pt x="10597" y="1026"/>
                    <a:pt x="10847" y="1031"/>
                  </a:cubicBezTo>
                  <a:cubicBezTo>
                    <a:pt x="10972" y="1032"/>
                    <a:pt x="11097" y="1033"/>
                    <a:pt x="11221" y="1033"/>
                  </a:cubicBezTo>
                  <a:cubicBezTo>
                    <a:pt x="12253" y="1033"/>
                    <a:pt x="13273" y="967"/>
                    <a:pt x="14280" y="702"/>
                  </a:cubicBezTo>
                  <a:cubicBezTo>
                    <a:pt x="14510" y="635"/>
                    <a:pt x="14739" y="603"/>
                    <a:pt x="14967" y="603"/>
                  </a:cubicBezTo>
                  <a:close/>
                  <a:moveTo>
                    <a:pt x="12275" y="3999"/>
                  </a:moveTo>
                  <a:cubicBezTo>
                    <a:pt x="12405" y="3999"/>
                    <a:pt x="12535" y="4002"/>
                    <a:pt x="12666" y="4009"/>
                  </a:cubicBezTo>
                  <a:cubicBezTo>
                    <a:pt x="12995" y="4025"/>
                    <a:pt x="13340" y="4025"/>
                    <a:pt x="13653" y="4072"/>
                  </a:cubicBezTo>
                  <a:cubicBezTo>
                    <a:pt x="13974" y="4134"/>
                    <a:pt x="14292" y="4166"/>
                    <a:pt x="14607" y="4166"/>
                  </a:cubicBezTo>
                  <a:cubicBezTo>
                    <a:pt x="14923" y="4166"/>
                    <a:pt x="15236" y="4134"/>
                    <a:pt x="15550" y="4072"/>
                  </a:cubicBezTo>
                  <a:cubicBezTo>
                    <a:pt x="15779" y="4022"/>
                    <a:pt x="16013" y="3999"/>
                    <a:pt x="16246" y="3999"/>
                  </a:cubicBezTo>
                  <a:cubicBezTo>
                    <a:pt x="16460" y="3999"/>
                    <a:pt x="16673" y="4018"/>
                    <a:pt x="16882" y="4056"/>
                  </a:cubicBezTo>
                  <a:cubicBezTo>
                    <a:pt x="17007" y="4087"/>
                    <a:pt x="17164" y="4244"/>
                    <a:pt x="17180" y="4354"/>
                  </a:cubicBezTo>
                  <a:cubicBezTo>
                    <a:pt x="17209" y="4499"/>
                    <a:pt x="17063" y="4590"/>
                    <a:pt x="16916" y="4590"/>
                  </a:cubicBezTo>
                  <a:cubicBezTo>
                    <a:pt x="16905" y="4590"/>
                    <a:pt x="16893" y="4590"/>
                    <a:pt x="16882" y="4589"/>
                  </a:cubicBezTo>
                  <a:cubicBezTo>
                    <a:pt x="16786" y="4586"/>
                    <a:pt x="16691" y="4584"/>
                    <a:pt x="16595" y="4584"/>
                  </a:cubicBezTo>
                  <a:cubicBezTo>
                    <a:pt x="15192" y="4584"/>
                    <a:pt x="13825" y="4889"/>
                    <a:pt x="12430" y="4918"/>
                  </a:cubicBezTo>
                  <a:cubicBezTo>
                    <a:pt x="12133" y="4926"/>
                    <a:pt x="11831" y="4930"/>
                    <a:pt x="11529" y="4930"/>
                  </a:cubicBezTo>
                  <a:cubicBezTo>
                    <a:pt x="11227" y="4930"/>
                    <a:pt x="10926" y="4926"/>
                    <a:pt x="10628" y="4918"/>
                  </a:cubicBezTo>
                  <a:cubicBezTo>
                    <a:pt x="10399" y="4909"/>
                    <a:pt x="10170" y="4904"/>
                    <a:pt x="9941" y="4904"/>
                  </a:cubicBezTo>
                  <a:cubicBezTo>
                    <a:pt x="9355" y="4904"/>
                    <a:pt x="8769" y="4937"/>
                    <a:pt x="8183" y="5028"/>
                  </a:cubicBezTo>
                  <a:cubicBezTo>
                    <a:pt x="8009" y="5061"/>
                    <a:pt x="7836" y="5072"/>
                    <a:pt x="7662" y="5072"/>
                  </a:cubicBezTo>
                  <a:cubicBezTo>
                    <a:pt x="7428" y="5072"/>
                    <a:pt x="7194" y="5052"/>
                    <a:pt x="6960" y="5043"/>
                  </a:cubicBezTo>
                  <a:cubicBezTo>
                    <a:pt x="5910" y="4981"/>
                    <a:pt x="4875" y="4918"/>
                    <a:pt x="3794" y="4855"/>
                  </a:cubicBezTo>
                  <a:cubicBezTo>
                    <a:pt x="4029" y="4495"/>
                    <a:pt x="4343" y="4542"/>
                    <a:pt x="4625" y="4510"/>
                  </a:cubicBezTo>
                  <a:cubicBezTo>
                    <a:pt x="6145" y="4354"/>
                    <a:pt x="7665" y="4213"/>
                    <a:pt x="9202" y="4197"/>
                  </a:cubicBezTo>
                  <a:cubicBezTo>
                    <a:pt x="10219" y="4197"/>
                    <a:pt x="11236" y="3999"/>
                    <a:pt x="12275" y="3999"/>
                  </a:cubicBezTo>
                  <a:close/>
                  <a:moveTo>
                    <a:pt x="21862" y="4166"/>
                  </a:moveTo>
                  <a:cubicBezTo>
                    <a:pt x="21936" y="4166"/>
                    <a:pt x="22013" y="4186"/>
                    <a:pt x="22055" y="4228"/>
                  </a:cubicBezTo>
                  <a:cubicBezTo>
                    <a:pt x="22149" y="4307"/>
                    <a:pt x="22102" y="4432"/>
                    <a:pt x="22023" y="4510"/>
                  </a:cubicBezTo>
                  <a:cubicBezTo>
                    <a:pt x="21271" y="5216"/>
                    <a:pt x="20409" y="5686"/>
                    <a:pt x="19406" y="5937"/>
                  </a:cubicBezTo>
                  <a:lnTo>
                    <a:pt x="19312" y="5937"/>
                  </a:lnTo>
                  <a:cubicBezTo>
                    <a:pt x="19264" y="5905"/>
                    <a:pt x="19217" y="5905"/>
                    <a:pt x="19217" y="5874"/>
                  </a:cubicBezTo>
                  <a:cubicBezTo>
                    <a:pt x="19186" y="5811"/>
                    <a:pt x="19170" y="5733"/>
                    <a:pt x="19186" y="5686"/>
                  </a:cubicBezTo>
                  <a:cubicBezTo>
                    <a:pt x="19217" y="5608"/>
                    <a:pt x="19264" y="5545"/>
                    <a:pt x="19327" y="5498"/>
                  </a:cubicBezTo>
                  <a:cubicBezTo>
                    <a:pt x="20080" y="4965"/>
                    <a:pt x="20863" y="4463"/>
                    <a:pt x="21757" y="4181"/>
                  </a:cubicBezTo>
                  <a:cubicBezTo>
                    <a:pt x="21788" y="4171"/>
                    <a:pt x="21825" y="4166"/>
                    <a:pt x="21862" y="4166"/>
                  </a:cubicBezTo>
                  <a:close/>
                  <a:moveTo>
                    <a:pt x="16071" y="5133"/>
                  </a:moveTo>
                  <a:cubicBezTo>
                    <a:pt x="16272" y="5133"/>
                    <a:pt x="16473" y="5149"/>
                    <a:pt x="16678" y="5184"/>
                  </a:cubicBezTo>
                  <a:cubicBezTo>
                    <a:pt x="16788" y="5200"/>
                    <a:pt x="16898" y="5231"/>
                    <a:pt x="16992" y="5278"/>
                  </a:cubicBezTo>
                  <a:cubicBezTo>
                    <a:pt x="17227" y="5372"/>
                    <a:pt x="17290" y="5608"/>
                    <a:pt x="17305" y="5827"/>
                  </a:cubicBezTo>
                  <a:cubicBezTo>
                    <a:pt x="17321" y="6062"/>
                    <a:pt x="17133" y="6172"/>
                    <a:pt x="16960" y="6203"/>
                  </a:cubicBezTo>
                  <a:cubicBezTo>
                    <a:pt x="16067" y="6329"/>
                    <a:pt x="15205" y="6626"/>
                    <a:pt x="14311" y="6642"/>
                  </a:cubicBezTo>
                  <a:cubicBezTo>
                    <a:pt x="14050" y="6647"/>
                    <a:pt x="13787" y="6649"/>
                    <a:pt x="13524" y="6649"/>
                  </a:cubicBezTo>
                  <a:cubicBezTo>
                    <a:pt x="12997" y="6649"/>
                    <a:pt x="12467" y="6642"/>
                    <a:pt x="11945" y="6642"/>
                  </a:cubicBezTo>
                  <a:lnTo>
                    <a:pt x="11945" y="6673"/>
                  </a:lnTo>
                  <a:cubicBezTo>
                    <a:pt x="11443" y="6673"/>
                    <a:pt x="10935" y="6650"/>
                    <a:pt x="10429" y="6650"/>
                  </a:cubicBezTo>
                  <a:cubicBezTo>
                    <a:pt x="10113" y="6650"/>
                    <a:pt x="9797" y="6659"/>
                    <a:pt x="9484" y="6689"/>
                  </a:cubicBezTo>
                  <a:cubicBezTo>
                    <a:pt x="9075" y="6731"/>
                    <a:pt x="8667" y="6745"/>
                    <a:pt x="8257" y="6745"/>
                  </a:cubicBezTo>
                  <a:cubicBezTo>
                    <a:pt x="7739" y="6745"/>
                    <a:pt x="7219" y="6722"/>
                    <a:pt x="6694" y="6705"/>
                  </a:cubicBezTo>
                  <a:cubicBezTo>
                    <a:pt x="6570" y="6702"/>
                    <a:pt x="6446" y="6701"/>
                    <a:pt x="6323" y="6701"/>
                  </a:cubicBezTo>
                  <a:cubicBezTo>
                    <a:pt x="5773" y="6701"/>
                    <a:pt x="5225" y="6726"/>
                    <a:pt x="4687" y="6752"/>
                  </a:cubicBezTo>
                  <a:cubicBezTo>
                    <a:pt x="4644" y="6754"/>
                    <a:pt x="4601" y="6755"/>
                    <a:pt x="4558" y="6755"/>
                  </a:cubicBezTo>
                  <a:cubicBezTo>
                    <a:pt x="4216" y="6755"/>
                    <a:pt x="3900" y="6693"/>
                    <a:pt x="3622" y="6470"/>
                  </a:cubicBezTo>
                  <a:cubicBezTo>
                    <a:pt x="3496" y="6376"/>
                    <a:pt x="3355" y="6282"/>
                    <a:pt x="3418" y="6125"/>
                  </a:cubicBezTo>
                  <a:cubicBezTo>
                    <a:pt x="3465" y="6015"/>
                    <a:pt x="3606" y="5905"/>
                    <a:pt x="3731" y="5858"/>
                  </a:cubicBezTo>
                  <a:cubicBezTo>
                    <a:pt x="3904" y="5780"/>
                    <a:pt x="4092" y="5749"/>
                    <a:pt x="4280" y="5749"/>
                  </a:cubicBezTo>
                  <a:cubicBezTo>
                    <a:pt x="4593" y="5743"/>
                    <a:pt x="4905" y="5742"/>
                    <a:pt x="5216" y="5742"/>
                  </a:cubicBezTo>
                  <a:cubicBezTo>
                    <a:pt x="5839" y="5742"/>
                    <a:pt x="6459" y="5749"/>
                    <a:pt x="7086" y="5749"/>
                  </a:cubicBezTo>
                  <a:cubicBezTo>
                    <a:pt x="7336" y="5749"/>
                    <a:pt x="7593" y="5772"/>
                    <a:pt x="7845" y="5772"/>
                  </a:cubicBezTo>
                  <a:cubicBezTo>
                    <a:pt x="8002" y="5772"/>
                    <a:pt x="8157" y="5763"/>
                    <a:pt x="8308" y="5733"/>
                  </a:cubicBezTo>
                  <a:cubicBezTo>
                    <a:pt x="9020" y="5584"/>
                    <a:pt x="9724" y="5552"/>
                    <a:pt x="10431" y="5552"/>
                  </a:cubicBezTo>
                  <a:cubicBezTo>
                    <a:pt x="10690" y="5552"/>
                    <a:pt x="10948" y="5556"/>
                    <a:pt x="11208" y="5561"/>
                  </a:cubicBezTo>
                  <a:cubicBezTo>
                    <a:pt x="12603" y="5561"/>
                    <a:pt x="13967" y="5404"/>
                    <a:pt x="15330" y="5200"/>
                  </a:cubicBezTo>
                  <a:cubicBezTo>
                    <a:pt x="15580" y="5157"/>
                    <a:pt x="15825" y="5133"/>
                    <a:pt x="16071" y="5133"/>
                  </a:cubicBezTo>
                  <a:close/>
                  <a:moveTo>
                    <a:pt x="17255" y="6653"/>
                  </a:moveTo>
                  <a:cubicBezTo>
                    <a:pt x="17368" y="6653"/>
                    <a:pt x="17461" y="6708"/>
                    <a:pt x="17509" y="6877"/>
                  </a:cubicBezTo>
                  <a:cubicBezTo>
                    <a:pt x="17603" y="7206"/>
                    <a:pt x="17086" y="7222"/>
                    <a:pt x="16835" y="7269"/>
                  </a:cubicBezTo>
                  <a:cubicBezTo>
                    <a:pt x="15221" y="7614"/>
                    <a:pt x="13606" y="7912"/>
                    <a:pt x="11960" y="8037"/>
                  </a:cubicBezTo>
                  <a:cubicBezTo>
                    <a:pt x="10877" y="8114"/>
                    <a:pt x="9794" y="8211"/>
                    <a:pt x="8703" y="8211"/>
                  </a:cubicBezTo>
                  <a:cubicBezTo>
                    <a:pt x="8451" y="8211"/>
                    <a:pt x="8200" y="8206"/>
                    <a:pt x="7948" y="8194"/>
                  </a:cubicBezTo>
                  <a:cubicBezTo>
                    <a:pt x="7455" y="8205"/>
                    <a:pt x="6963" y="8217"/>
                    <a:pt x="6472" y="8217"/>
                  </a:cubicBezTo>
                  <a:cubicBezTo>
                    <a:pt x="5617" y="8217"/>
                    <a:pt x="4765" y="8182"/>
                    <a:pt x="3919" y="8053"/>
                  </a:cubicBezTo>
                  <a:cubicBezTo>
                    <a:pt x="3778" y="8037"/>
                    <a:pt x="3622" y="8021"/>
                    <a:pt x="3480" y="7959"/>
                  </a:cubicBezTo>
                  <a:cubicBezTo>
                    <a:pt x="3324" y="7896"/>
                    <a:pt x="3308" y="7739"/>
                    <a:pt x="3308" y="7583"/>
                  </a:cubicBezTo>
                  <a:cubicBezTo>
                    <a:pt x="3324" y="7426"/>
                    <a:pt x="3418" y="7300"/>
                    <a:pt x="3590" y="7300"/>
                  </a:cubicBezTo>
                  <a:cubicBezTo>
                    <a:pt x="4907" y="7316"/>
                    <a:pt x="6208" y="7316"/>
                    <a:pt x="7524" y="7347"/>
                  </a:cubicBezTo>
                  <a:cubicBezTo>
                    <a:pt x="8120" y="7347"/>
                    <a:pt x="8716" y="7316"/>
                    <a:pt x="9311" y="7253"/>
                  </a:cubicBezTo>
                  <a:cubicBezTo>
                    <a:pt x="10020" y="7168"/>
                    <a:pt x="10733" y="7129"/>
                    <a:pt x="11445" y="7129"/>
                  </a:cubicBezTo>
                  <a:cubicBezTo>
                    <a:pt x="12041" y="7129"/>
                    <a:pt x="12637" y="7156"/>
                    <a:pt x="13230" y="7206"/>
                  </a:cubicBezTo>
                  <a:cubicBezTo>
                    <a:pt x="13412" y="7221"/>
                    <a:pt x="13593" y="7228"/>
                    <a:pt x="13773" y="7228"/>
                  </a:cubicBezTo>
                  <a:cubicBezTo>
                    <a:pt x="14755" y="7228"/>
                    <a:pt x="15709" y="7029"/>
                    <a:pt x="16663" y="6830"/>
                  </a:cubicBezTo>
                  <a:cubicBezTo>
                    <a:pt x="16845" y="6792"/>
                    <a:pt x="17075" y="6653"/>
                    <a:pt x="17255" y="6653"/>
                  </a:cubicBezTo>
                  <a:close/>
                  <a:moveTo>
                    <a:pt x="23186" y="6225"/>
                  </a:moveTo>
                  <a:cubicBezTo>
                    <a:pt x="23385" y="6225"/>
                    <a:pt x="23619" y="6293"/>
                    <a:pt x="23685" y="6391"/>
                  </a:cubicBezTo>
                  <a:cubicBezTo>
                    <a:pt x="23747" y="6485"/>
                    <a:pt x="23794" y="6595"/>
                    <a:pt x="23826" y="6705"/>
                  </a:cubicBezTo>
                  <a:cubicBezTo>
                    <a:pt x="24061" y="7598"/>
                    <a:pt x="24766" y="7896"/>
                    <a:pt x="25566" y="8053"/>
                  </a:cubicBezTo>
                  <a:cubicBezTo>
                    <a:pt x="25957" y="8131"/>
                    <a:pt x="26381" y="8053"/>
                    <a:pt x="26882" y="8366"/>
                  </a:cubicBezTo>
                  <a:cubicBezTo>
                    <a:pt x="26389" y="8492"/>
                    <a:pt x="25945" y="8541"/>
                    <a:pt x="25529" y="8541"/>
                  </a:cubicBezTo>
                  <a:cubicBezTo>
                    <a:pt x="25164" y="8541"/>
                    <a:pt x="24821" y="8503"/>
                    <a:pt x="24484" y="8445"/>
                  </a:cubicBezTo>
                  <a:cubicBezTo>
                    <a:pt x="23591" y="8304"/>
                    <a:pt x="22807" y="7739"/>
                    <a:pt x="22823" y="6658"/>
                  </a:cubicBezTo>
                  <a:cubicBezTo>
                    <a:pt x="22823" y="6501"/>
                    <a:pt x="22807" y="6360"/>
                    <a:pt x="22964" y="6266"/>
                  </a:cubicBezTo>
                  <a:cubicBezTo>
                    <a:pt x="23020" y="6238"/>
                    <a:pt x="23100" y="6225"/>
                    <a:pt x="23186" y="6225"/>
                  </a:cubicBezTo>
                  <a:close/>
                  <a:moveTo>
                    <a:pt x="17870" y="7583"/>
                  </a:moveTo>
                  <a:cubicBezTo>
                    <a:pt x="18139" y="7583"/>
                    <a:pt x="18388" y="7676"/>
                    <a:pt x="18606" y="7943"/>
                  </a:cubicBezTo>
                  <a:cubicBezTo>
                    <a:pt x="18826" y="8210"/>
                    <a:pt x="19108" y="8398"/>
                    <a:pt x="19421" y="8523"/>
                  </a:cubicBezTo>
                  <a:cubicBezTo>
                    <a:pt x="19735" y="8648"/>
                    <a:pt x="19986" y="8899"/>
                    <a:pt x="20189" y="9166"/>
                  </a:cubicBezTo>
                  <a:cubicBezTo>
                    <a:pt x="20299" y="9307"/>
                    <a:pt x="20236" y="9463"/>
                    <a:pt x="20080" y="9526"/>
                  </a:cubicBezTo>
                  <a:cubicBezTo>
                    <a:pt x="19719" y="9636"/>
                    <a:pt x="19374" y="9761"/>
                    <a:pt x="18998" y="9808"/>
                  </a:cubicBezTo>
                  <a:cubicBezTo>
                    <a:pt x="17258" y="10043"/>
                    <a:pt x="15518" y="10263"/>
                    <a:pt x="13763" y="10467"/>
                  </a:cubicBezTo>
                  <a:cubicBezTo>
                    <a:pt x="12807" y="10576"/>
                    <a:pt x="11835" y="10639"/>
                    <a:pt x="10832" y="10717"/>
                  </a:cubicBezTo>
                  <a:cubicBezTo>
                    <a:pt x="10189" y="10655"/>
                    <a:pt x="9515" y="10592"/>
                    <a:pt x="8841" y="10514"/>
                  </a:cubicBezTo>
                  <a:cubicBezTo>
                    <a:pt x="8547" y="10476"/>
                    <a:pt x="8258" y="10455"/>
                    <a:pt x="7965" y="10455"/>
                  </a:cubicBezTo>
                  <a:cubicBezTo>
                    <a:pt x="7774" y="10455"/>
                    <a:pt x="7581" y="10464"/>
                    <a:pt x="7383" y="10482"/>
                  </a:cubicBezTo>
                  <a:cubicBezTo>
                    <a:pt x="6784" y="10557"/>
                    <a:pt x="6183" y="10582"/>
                    <a:pt x="5581" y="10582"/>
                  </a:cubicBezTo>
                  <a:cubicBezTo>
                    <a:pt x="4280" y="10582"/>
                    <a:pt x="2975" y="10462"/>
                    <a:pt x="1678" y="10451"/>
                  </a:cubicBezTo>
                  <a:cubicBezTo>
                    <a:pt x="1600" y="10451"/>
                    <a:pt x="1521" y="10451"/>
                    <a:pt x="1458" y="10404"/>
                  </a:cubicBezTo>
                  <a:cubicBezTo>
                    <a:pt x="1396" y="10388"/>
                    <a:pt x="1333" y="10326"/>
                    <a:pt x="1317" y="10263"/>
                  </a:cubicBezTo>
                  <a:cubicBezTo>
                    <a:pt x="1302" y="10200"/>
                    <a:pt x="1333" y="10106"/>
                    <a:pt x="1380" y="10059"/>
                  </a:cubicBezTo>
                  <a:cubicBezTo>
                    <a:pt x="2334" y="9395"/>
                    <a:pt x="3220" y="8663"/>
                    <a:pt x="4483" y="8663"/>
                  </a:cubicBezTo>
                  <a:cubicBezTo>
                    <a:pt x="4590" y="8663"/>
                    <a:pt x="4700" y="8669"/>
                    <a:pt x="4813" y="8680"/>
                  </a:cubicBezTo>
                  <a:cubicBezTo>
                    <a:pt x="5639" y="8762"/>
                    <a:pt x="6468" y="8787"/>
                    <a:pt x="7298" y="8787"/>
                  </a:cubicBezTo>
                  <a:cubicBezTo>
                    <a:pt x="8373" y="8787"/>
                    <a:pt x="9448" y="8744"/>
                    <a:pt x="10518" y="8727"/>
                  </a:cubicBezTo>
                  <a:cubicBezTo>
                    <a:pt x="12713" y="8711"/>
                    <a:pt x="14829" y="8210"/>
                    <a:pt x="16945" y="7771"/>
                  </a:cubicBezTo>
                  <a:cubicBezTo>
                    <a:pt x="17101" y="7739"/>
                    <a:pt x="17242" y="7708"/>
                    <a:pt x="17384" y="7661"/>
                  </a:cubicBezTo>
                  <a:cubicBezTo>
                    <a:pt x="17551" y="7615"/>
                    <a:pt x="17714" y="7583"/>
                    <a:pt x="17870" y="7583"/>
                  </a:cubicBezTo>
                  <a:close/>
                  <a:moveTo>
                    <a:pt x="20412" y="10143"/>
                  </a:moveTo>
                  <a:cubicBezTo>
                    <a:pt x="20633" y="10143"/>
                    <a:pt x="20841" y="10209"/>
                    <a:pt x="21020" y="10388"/>
                  </a:cubicBezTo>
                  <a:cubicBezTo>
                    <a:pt x="21663" y="11000"/>
                    <a:pt x="21475" y="11297"/>
                    <a:pt x="20848" y="11533"/>
                  </a:cubicBezTo>
                  <a:cubicBezTo>
                    <a:pt x="20360" y="11712"/>
                    <a:pt x="19862" y="11871"/>
                    <a:pt x="19345" y="11871"/>
                  </a:cubicBezTo>
                  <a:cubicBezTo>
                    <a:pt x="19230" y="11871"/>
                    <a:pt x="19115" y="11863"/>
                    <a:pt x="18998" y="11846"/>
                  </a:cubicBezTo>
                  <a:cubicBezTo>
                    <a:pt x="18885" y="11829"/>
                    <a:pt x="18776" y="11820"/>
                    <a:pt x="18670" y="11820"/>
                  </a:cubicBezTo>
                  <a:cubicBezTo>
                    <a:pt x="18290" y="11820"/>
                    <a:pt x="17953" y="11934"/>
                    <a:pt x="17634" y="12191"/>
                  </a:cubicBezTo>
                  <a:cubicBezTo>
                    <a:pt x="17305" y="12457"/>
                    <a:pt x="16913" y="12536"/>
                    <a:pt x="16490" y="12598"/>
                  </a:cubicBezTo>
                  <a:cubicBezTo>
                    <a:pt x="15687" y="12711"/>
                    <a:pt x="14884" y="12773"/>
                    <a:pt x="14081" y="12773"/>
                  </a:cubicBezTo>
                  <a:cubicBezTo>
                    <a:pt x="13990" y="12773"/>
                    <a:pt x="13900" y="12772"/>
                    <a:pt x="13810" y="12771"/>
                  </a:cubicBezTo>
                  <a:cubicBezTo>
                    <a:pt x="13599" y="12763"/>
                    <a:pt x="13381" y="12741"/>
                    <a:pt x="13165" y="12741"/>
                  </a:cubicBezTo>
                  <a:cubicBezTo>
                    <a:pt x="12930" y="12741"/>
                    <a:pt x="12698" y="12767"/>
                    <a:pt x="12478" y="12865"/>
                  </a:cubicBezTo>
                  <a:cubicBezTo>
                    <a:pt x="12426" y="12890"/>
                    <a:pt x="12354" y="12916"/>
                    <a:pt x="12295" y="12916"/>
                  </a:cubicBezTo>
                  <a:cubicBezTo>
                    <a:pt x="12282" y="12916"/>
                    <a:pt x="12270" y="12915"/>
                    <a:pt x="12258" y="12912"/>
                  </a:cubicBezTo>
                  <a:cubicBezTo>
                    <a:pt x="11940" y="12834"/>
                    <a:pt x="11630" y="12795"/>
                    <a:pt x="11322" y="12795"/>
                  </a:cubicBezTo>
                  <a:cubicBezTo>
                    <a:pt x="10826" y="12795"/>
                    <a:pt x="10338" y="12897"/>
                    <a:pt x="9844" y="13100"/>
                  </a:cubicBezTo>
                  <a:cubicBezTo>
                    <a:pt x="9804" y="13117"/>
                    <a:pt x="9753" y="13124"/>
                    <a:pt x="9698" y="13124"/>
                  </a:cubicBezTo>
                  <a:cubicBezTo>
                    <a:pt x="9603" y="13124"/>
                    <a:pt x="9495" y="13104"/>
                    <a:pt x="9405" y="13084"/>
                  </a:cubicBezTo>
                  <a:cubicBezTo>
                    <a:pt x="9147" y="13022"/>
                    <a:pt x="8896" y="12975"/>
                    <a:pt x="8645" y="12975"/>
                  </a:cubicBezTo>
                  <a:cubicBezTo>
                    <a:pt x="8394" y="12975"/>
                    <a:pt x="8144" y="13022"/>
                    <a:pt x="7885" y="13147"/>
                  </a:cubicBezTo>
                  <a:cubicBezTo>
                    <a:pt x="7802" y="13189"/>
                    <a:pt x="7720" y="13207"/>
                    <a:pt x="7640" y="13207"/>
                  </a:cubicBezTo>
                  <a:cubicBezTo>
                    <a:pt x="7391" y="13207"/>
                    <a:pt x="7162" y="13031"/>
                    <a:pt x="6960" y="12865"/>
                  </a:cubicBezTo>
                  <a:cubicBezTo>
                    <a:pt x="6781" y="12720"/>
                    <a:pt x="6617" y="12668"/>
                    <a:pt x="6438" y="12668"/>
                  </a:cubicBezTo>
                  <a:cubicBezTo>
                    <a:pt x="6288" y="12668"/>
                    <a:pt x="6128" y="12705"/>
                    <a:pt x="5941" y="12755"/>
                  </a:cubicBezTo>
                  <a:cubicBezTo>
                    <a:pt x="5111" y="12943"/>
                    <a:pt x="4248" y="13006"/>
                    <a:pt x="3402" y="13116"/>
                  </a:cubicBezTo>
                  <a:cubicBezTo>
                    <a:pt x="2618" y="12677"/>
                    <a:pt x="1756" y="12771"/>
                    <a:pt x="910" y="12708"/>
                  </a:cubicBezTo>
                  <a:cubicBezTo>
                    <a:pt x="737" y="12708"/>
                    <a:pt x="643" y="12567"/>
                    <a:pt x="643" y="12410"/>
                  </a:cubicBezTo>
                  <a:cubicBezTo>
                    <a:pt x="643" y="12050"/>
                    <a:pt x="800" y="11752"/>
                    <a:pt x="988" y="11470"/>
                  </a:cubicBezTo>
                  <a:cubicBezTo>
                    <a:pt x="1145" y="11235"/>
                    <a:pt x="1427" y="11172"/>
                    <a:pt x="1694" y="11172"/>
                  </a:cubicBezTo>
                  <a:cubicBezTo>
                    <a:pt x="1903" y="11167"/>
                    <a:pt x="2113" y="11165"/>
                    <a:pt x="2325" y="11165"/>
                  </a:cubicBezTo>
                  <a:cubicBezTo>
                    <a:pt x="2747" y="11165"/>
                    <a:pt x="3172" y="11172"/>
                    <a:pt x="3590" y="11172"/>
                  </a:cubicBezTo>
                  <a:cubicBezTo>
                    <a:pt x="3590" y="11156"/>
                    <a:pt x="3590" y="11156"/>
                    <a:pt x="3590" y="11141"/>
                  </a:cubicBezTo>
                  <a:cubicBezTo>
                    <a:pt x="4311" y="11188"/>
                    <a:pt x="5017" y="11250"/>
                    <a:pt x="5722" y="11282"/>
                  </a:cubicBezTo>
                  <a:cubicBezTo>
                    <a:pt x="5847" y="11287"/>
                    <a:pt x="5973" y="11290"/>
                    <a:pt x="6097" y="11290"/>
                  </a:cubicBezTo>
                  <a:cubicBezTo>
                    <a:pt x="6347" y="11290"/>
                    <a:pt x="6594" y="11276"/>
                    <a:pt x="6835" y="11235"/>
                  </a:cubicBezTo>
                  <a:cubicBezTo>
                    <a:pt x="7209" y="11170"/>
                    <a:pt x="7580" y="11143"/>
                    <a:pt x="7949" y="11143"/>
                  </a:cubicBezTo>
                  <a:cubicBezTo>
                    <a:pt x="8477" y="11143"/>
                    <a:pt x="8999" y="11199"/>
                    <a:pt x="9515" y="11282"/>
                  </a:cubicBezTo>
                  <a:cubicBezTo>
                    <a:pt x="9892" y="11337"/>
                    <a:pt x="10263" y="11360"/>
                    <a:pt x="10635" y="11360"/>
                  </a:cubicBezTo>
                  <a:cubicBezTo>
                    <a:pt x="10898" y="11360"/>
                    <a:pt x="11161" y="11348"/>
                    <a:pt x="11427" y="11329"/>
                  </a:cubicBezTo>
                  <a:cubicBezTo>
                    <a:pt x="13512" y="11125"/>
                    <a:pt x="15581" y="10874"/>
                    <a:pt x="17650" y="10561"/>
                  </a:cubicBezTo>
                  <a:cubicBezTo>
                    <a:pt x="18465" y="10435"/>
                    <a:pt x="19280" y="10388"/>
                    <a:pt x="20080" y="10185"/>
                  </a:cubicBezTo>
                  <a:cubicBezTo>
                    <a:pt x="20192" y="10159"/>
                    <a:pt x="20304" y="10143"/>
                    <a:pt x="20412" y="10143"/>
                  </a:cubicBezTo>
                  <a:close/>
                  <a:moveTo>
                    <a:pt x="20802" y="12196"/>
                  </a:moveTo>
                  <a:cubicBezTo>
                    <a:pt x="20870" y="12196"/>
                    <a:pt x="20940" y="12204"/>
                    <a:pt x="21004" y="12222"/>
                  </a:cubicBezTo>
                  <a:cubicBezTo>
                    <a:pt x="21271" y="12269"/>
                    <a:pt x="21490" y="12395"/>
                    <a:pt x="21537" y="12692"/>
                  </a:cubicBezTo>
                  <a:cubicBezTo>
                    <a:pt x="21553" y="12739"/>
                    <a:pt x="21553" y="12771"/>
                    <a:pt x="21569" y="12802"/>
                  </a:cubicBezTo>
                  <a:cubicBezTo>
                    <a:pt x="21788" y="14808"/>
                    <a:pt x="22086" y="16815"/>
                    <a:pt x="22007" y="18837"/>
                  </a:cubicBezTo>
                  <a:cubicBezTo>
                    <a:pt x="21960" y="19652"/>
                    <a:pt x="21992" y="20483"/>
                    <a:pt x="21851" y="21298"/>
                  </a:cubicBezTo>
                  <a:cubicBezTo>
                    <a:pt x="21772" y="21846"/>
                    <a:pt x="21851" y="22410"/>
                    <a:pt x="21851" y="22975"/>
                  </a:cubicBezTo>
                  <a:cubicBezTo>
                    <a:pt x="21851" y="23116"/>
                    <a:pt x="21882" y="23273"/>
                    <a:pt x="21835" y="23414"/>
                  </a:cubicBezTo>
                  <a:cubicBezTo>
                    <a:pt x="21600" y="24417"/>
                    <a:pt x="21835" y="24432"/>
                    <a:pt x="20707" y="24636"/>
                  </a:cubicBezTo>
                  <a:cubicBezTo>
                    <a:pt x="19719" y="24809"/>
                    <a:pt x="18732" y="24997"/>
                    <a:pt x="17744" y="25169"/>
                  </a:cubicBezTo>
                  <a:cubicBezTo>
                    <a:pt x="16976" y="25310"/>
                    <a:pt x="16208" y="25514"/>
                    <a:pt x="15440" y="25624"/>
                  </a:cubicBezTo>
                  <a:cubicBezTo>
                    <a:pt x="15023" y="25682"/>
                    <a:pt x="14607" y="25722"/>
                    <a:pt x="14190" y="25722"/>
                  </a:cubicBezTo>
                  <a:cubicBezTo>
                    <a:pt x="13933" y="25722"/>
                    <a:pt x="13675" y="25707"/>
                    <a:pt x="13418" y="25671"/>
                  </a:cubicBezTo>
                  <a:cubicBezTo>
                    <a:pt x="13248" y="25640"/>
                    <a:pt x="13075" y="25629"/>
                    <a:pt x="12902" y="25629"/>
                  </a:cubicBezTo>
                  <a:cubicBezTo>
                    <a:pt x="12629" y="25629"/>
                    <a:pt x="12354" y="25658"/>
                    <a:pt x="12086" y="25686"/>
                  </a:cubicBezTo>
                  <a:cubicBezTo>
                    <a:pt x="11291" y="25795"/>
                    <a:pt x="10497" y="25821"/>
                    <a:pt x="9704" y="25821"/>
                  </a:cubicBezTo>
                  <a:cubicBezTo>
                    <a:pt x="8960" y="25821"/>
                    <a:pt x="8217" y="25798"/>
                    <a:pt x="7475" y="25798"/>
                  </a:cubicBezTo>
                  <a:cubicBezTo>
                    <a:pt x="7183" y="25798"/>
                    <a:pt x="6891" y="25802"/>
                    <a:pt x="6600" y="25812"/>
                  </a:cubicBezTo>
                  <a:cubicBezTo>
                    <a:pt x="5502" y="25561"/>
                    <a:pt x="4405" y="25310"/>
                    <a:pt x="3324" y="25044"/>
                  </a:cubicBezTo>
                  <a:cubicBezTo>
                    <a:pt x="2916" y="24950"/>
                    <a:pt x="2540" y="24793"/>
                    <a:pt x="2148" y="24668"/>
                  </a:cubicBezTo>
                  <a:cubicBezTo>
                    <a:pt x="1600" y="24479"/>
                    <a:pt x="1270" y="24150"/>
                    <a:pt x="1270" y="23523"/>
                  </a:cubicBezTo>
                  <a:cubicBezTo>
                    <a:pt x="1270" y="23006"/>
                    <a:pt x="1270" y="22489"/>
                    <a:pt x="863" y="22066"/>
                  </a:cubicBezTo>
                  <a:cubicBezTo>
                    <a:pt x="628" y="21815"/>
                    <a:pt x="659" y="21439"/>
                    <a:pt x="643" y="21094"/>
                  </a:cubicBezTo>
                  <a:cubicBezTo>
                    <a:pt x="596" y="20012"/>
                    <a:pt x="549" y="18931"/>
                    <a:pt x="502" y="17849"/>
                  </a:cubicBezTo>
                  <a:lnTo>
                    <a:pt x="455" y="17849"/>
                  </a:lnTo>
                  <a:cubicBezTo>
                    <a:pt x="455" y="17097"/>
                    <a:pt x="455" y="16345"/>
                    <a:pt x="455" y="15608"/>
                  </a:cubicBezTo>
                  <a:cubicBezTo>
                    <a:pt x="455" y="15263"/>
                    <a:pt x="455" y="14934"/>
                    <a:pt x="487" y="14589"/>
                  </a:cubicBezTo>
                  <a:cubicBezTo>
                    <a:pt x="534" y="14276"/>
                    <a:pt x="424" y="13868"/>
                    <a:pt x="769" y="13680"/>
                  </a:cubicBezTo>
                  <a:cubicBezTo>
                    <a:pt x="1100" y="13503"/>
                    <a:pt x="1471" y="13318"/>
                    <a:pt x="1831" y="13318"/>
                  </a:cubicBezTo>
                  <a:cubicBezTo>
                    <a:pt x="1982" y="13318"/>
                    <a:pt x="2130" y="13351"/>
                    <a:pt x="2274" y="13429"/>
                  </a:cubicBezTo>
                  <a:cubicBezTo>
                    <a:pt x="2704" y="13673"/>
                    <a:pt x="3135" y="13746"/>
                    <a:pt x="3567" y="13746"/>
                  </a:cubicBezTo>
                  <a:cubicBezTo>
                    <a:pt x="4079" y="13746"/>
                    <a:pt x="4592" y="13644"/>
                    <a:pt x="5111" y="13602"/>
                  </a:cubicBezTo>
                  <a:cubicBezTo>
                    <a:pt x="5267" y="13602"/>
                    <a:pt x="5408" y="13570"/>
                    <a:pt x="5549" y="13539"/>
                  </a:cubicBezTo>
                  <a:cubicBezTo>
                    <a:pt x="5770" y="13480"/>
                    <a:pt x="5988" y="13446"/>
                    <a:pt x="6203" y="13446"/>
                  </a:cubicBezTo>
                  <a:cubicBezTo>
                    <a:pt x="6506" y="13446"/>
                    <a:pt x="6801" y="13515"/>
                    <a:pt x="7086" y="13680"/>
                  </a:cubicBezTo>
                  <a:cubicBezTo>
                    <a:pt x="7251" y="13775"/>
                    <a:pt x="7444" y="13869"/>
                    <a:pt x="7637" y="13869"/>
                  </a:cubicBezTo>
                  <a:cubicBezTo>
                    <a:pt x="7699" y="13869"/>
                    <a:pt x="7761" y="13860"/>
                    <a:pt x="7822" y="13837"/>
                  </a:cubicBezTo>
                  <a:cubicBezTo>
                    <a:pt x="8155" y="13714"/>
                    <a:pt x="8483" y="13675"/>
                    <a:pt x="8811" y="13675"/>
                  </a:cubicBezTo>
                  <a:cubicBezTo>
                    <a:pt x="9071" y="13675"/>
                    <a:pt x="9331" y="13699"/>
                    <a:pt x="9593" y="13727"/>
                  </a:cubicBezTo>
                  <a:cubicBezTo>
                    <a:pt x="9614" y="13730"/>
                    <a:pt x="9634" y="13731"/>
                    <a:pt x="9655" y="13731"/>
                  </a:cubicBezTo>
                  <a:cubicBezTo>
                    <a:pt x="9749" y="13731"/>
                    <a:pt x="9849" y="13705"/>
                    <a:pt x="9938" y="13680"/>
                  </a:cubicBezTo>
                  <a:cubicBezTo>
                    <a:pt x="10367" y="13554"/>
                    <a:pt x="10795" y="13429"/>
                    <a:pt x="11233" y="13429"/>
                  </a:cubicBezTo>
                  <a:cubicBezTo>
                    <a:pt x="11452" y="13429"/>
                    <a:pt x="11673" y="13460"/>
                    <a:pt x="11898" y="13539"/>
                  </a:cubicBezTo>
                  <a:cubicBezTo>
                    <a:pt x="12791" y="13335"/>
                    <a:pt x="13700" y="13445"/>
                    <a:pt x="14594" y="13366"/>
                  </a:cubicBezTo>
                  <a:cubicBezTo>
                    <a:pt x="15221" y="13319"/>
                    <a:pt x="15847" y="13257"/>
                    <a:pt x="16490" y="13210"/>
                  </a:cubicBezTo>
                  <a:cubicBezTo>
                    <a:pt x="17086" y="13163"/>
                    <a:pt x="17666" y="13100"/>
                    <a:pt x="18167" y="12677"/>
                  </a:cubicBezTo>
                  <a:cubicBezTo>
                    <a:pt x="18253" y="12591"/>
                    <a:pt x="18405" y="12518"/>
                    <a:pt x="18526" y="12518"/>
                  </a:cubicBezTo>
                  <a:cubicBezTo>
                    <a:pt x="18537" y="12518"/>
                    <a:pt x="18548" y="12519"/>
                    <a:pt x="18559" y="12520"/>
                  </a:cubicBezTo>
                  <a:cubicBezTo>
                    <a:pt x="18584" y="12521"/>
                    <a:pt x="18608" y="12521"/>
                    <a:pt x="18633" y="12521"/>
                  </a:cubicBezTo>
                  <a:cubicBezTo>
                    <a:pt x="19327" y="12521"/>
                    <a:pt x="19993" y="12312"/>
                    <a:pt x="20660" y="12206"/>
                  </a:cubicBezTo>
                  <a:cubicBezTo>
                    <a:pt x="20705" y="12200"/>
                    <a:pt x="20753" y="12196"/>
                    <a:pt x="20802" y="12196"/>
                  </a:cubicBezTo>
                  <a:close/>
                  <a:moveTo>
                    <a:pt x="14878" y="0"/>
                  </a:moveTo>
                  <a:cubicBezTo>
                    <a:pt x="14573" y="0"/>
                    <a:pt x="14269" y="32"/>
                    <a:pt x="13967" y="122"/>
                  </a:cubicBezTo>
                  <a:cubicBezTo>
                    <a:pt x="13141" y="342"/>
                    <a:pt x="12316" y="408"/>
                    <a:pt x="11484" y="408"/>
                  </a:cubicBezTo>
                  <a:cubicBezTo>
                    <a:pt x="11194" y="408"/>
                    <a:pt x="10904" y="400"/>
                    <a:pt x="10612" y="388"/>
                  </a:cubicBezTo>
                  <a:cubicBezTo>
                    <a:pt x="10499" y="385"/>
                    <a:pt x="10387" y="383"/>
                    <a:pt x="10275" y="383"/>
                  </a:cubicBezTo>
                  <a:cubicBezTo>
                    <a:pt x="9828" y="383"/>
                    <a:pt x="9387" y="413"/>
                    <a:pt x="8935" y="513"/>
                  </a:cubicBezTo>
                  <a:cubicBezTo>
                    <a:pt x="8430" y="633"/>
                    <a:pt x="7920" y="683"/>
                    <a:pt x="7411" y="683"/>
                  </a:cubicBezTo>
                  <a:cubicBezTo>
                    <a:pt x="6988" y="683"/>
                    <a:pt x="6565" y="649"/>
                    <a:pt x="6145" y="592"/>
                  </a:cubicBezTo>
                  <a:cubicBezTo>
                    <a:pt x="5938" y="560"/>
                    <a:pt x="5739" y="538"/>
                    <a:pt x="5544" y="538"/>
                  </a:cubicBezTo>
                  <a:cubicBezTo>
                    <a:pt x="5266" y="538"/>
                    <a:pt x="4995" y="582"/>
                    <a:pt x="4719" y="702"/>
                  </a:cubicBezTo>
                  <a:cubicBezTo>
                    <a:pt x="4619" y="745"/>
                    <a:pt x="4520" y="761"/>
                    <a:pt x="4420" y="761"/>
                  </a:cubicBezTo>
                  <a:cubicBezTo>
                    <a:pt x="4269" y="761"/>
                    <a:pt x="4118" y="724"/>
                    <a:pt x="3966" y="686"/>
                  </a:cubicBezTo>
                  <a:cubicBezTo>
                    <a:pt x="3898" y="665"/>
                    <a:pt x="3836" y="655"/>
                    <a:pt x="3780" y="655"/>
                  </a:cubicBezTo>
                  <a:cubicBezTo>
                    <a:pt x="3580" y="655"/>
                    <a:pt x="3456" y="783"/>
                    <a:pt x="3371" y="1015"/>
                  </a:cubicBezTo>
                  <a:cubicBezTo>
                    <a:pt x="3261" y="1297"/>
                    <a:pt x="3324" y="1517"/>
                    <a:pt x="3496" y="1752"/>
                  </a:cubicBezTo>
                  <a:cubicBezTo>
                    <a:pt x="3825" y="2238"/>
                    <a:pt x="3872" y="2802"/>
                    <a:pt x="3904" y="3366"/>
                  </a:cubicBezTo>
                  <a:cubicBezTo>
                    <a:pt x="3919" y="3648"/>
                    <a:pt x="3794" y="3868"/>
                    <a:pt x="3496" y="3946"/>
                  </a:cubicBezTo>
                  <a:cubicBezTo>
                    <a:pt x="3167" y="4040"/>
                    <a:pt x="2838" y="4134"/>
                    <a:pt x="2524" y="4244"/>
                  </a:cubicBezTo>
                  <a:cubicBezTo>
                    <a:pt x="2132" y="4385"/>
                    <a:pt x="2054" y="4777"/>
                    <a:pt x="2430" y="4996"/>
                  </a:cubicBezTo>
                  <a:cubicBezTo>
                    <a:pt x="2822" y="5231"/>
                    <a:pt x="2916" y="5514"/>
                    <a:pt x="2838" y="5921"/>
                  </a:cubicBezTo>
                  <a:cubicBezTo>
                    <a:pt x="2775" y="6329"/>
                    <a:pt x="2697" y="6752"/>
                    <a:pt x="2728" y="7144"/>
                  </a:cubicBezTo>
                  <a:cubicBezTo>
                    <a:pt x="2791" y="7739"/>
                    <a:pt x="2556" y="8163"/>
                    <a:pt x="2179" y="8554"/>
                  </a:cubicBezTo>
                  <a:cubicBezTo>
                    <a:pt x="1647" y="9087"/>
                    <a:pt x="1192" y="9683"/>
                    <a:pt x="518" y="10059"/>
                  </a:cubicBezTo>
                  <a:cubicBezTo>
                    <a:pt x="157" y="10263"/>
                    <a:pt x="63" y="10576"/>
                    <a:pt x="79" y="11000"/>
                  </a:cubicBezTo>
                  <a:cubicBezTo>
                    <a:pt x="110" y="11893"/>
                    <a:pt x="79" y="12786"/>
                    <a:pt x="63" y="13696"/>
                  </a:cubicBezTo>
                  <a:cubicBezTo>
                    <a:pt x="63" y="14323"/>
                    <a:pt x="1" y="14965"/>
                    <a:pt x="1" y="15592"/>
                  </a:cubicBezTo>
                  <a:cubicBezTo>
                    <a:pt x="48" y="17316"/>
                    <a:pt x="110" y="19041"/>
                    <a:pt x="173" y="20765"/>
                  </a:cubicBezTo>
                  <a:cubicBezTo>
                    <a:pt x="220" y="21831"/>
                    <a:pt x="299" y="22912"/>
                    <a:pt x="534" y="23978"/>
                  </a:cubicBezTo>
                  <a:cubicBezTo>
                    <a:pt x="675" y="24605"/>
                    <a:pt x="973" y="25075"/>
                    <a:pt x="1631" y="25248"/>
                  </a:cubicBezTo>
                  <a:cubicBezTo>
                    <a:pt x="1850" y="25310"/>
                    <a:pt x="2054" y="25420"/>
                    <a:pt x="2274" y="25483"/>
                  </a:cubicBezTo>
                  <a:cubicBezTo>
                    <a:pt x="3245" y="25749"/>
                    <a:pt x="4217" y="26000"/>
                    <a:pt x="5189" y="26266"/>
                  </a:cubicBezTo>
                  <a:cubicBezTo>
                    <a:pt x="5816" y="26423"/>
                    <a:pt x="6443" y="26501"/>
                    <a:pt x="7086" y="26501"/>
                  </a:cubicBezTo>
                  <a:cubicBezTo>
                    <a:pt x="7509" y="26496"/>
                    <a:pt x="7932" y="26495"/>
                    <a:pt x="8355" y="26495"/>
                  </a:cubicBezTo>
                  <a:cubicBezTo>
                    <a:pt x="9202" y="26495"/>
                    <a:pt x="10048" y="26501"/>
                    <a:pt x="10894" y="26501"/>
                  </a:cubicBezTo>
                  <a:cubicBezTo>
                    <a:pt x="10894" y="26454"/>
                    <a:pt x="10894" y="26423"/>
                    <a:pt x="10894" y="26376"/>
                  </a:cubicBezTo>
                  <a:cubicBezTo>
                    <a:pt x="11344" y="26376"/>
                    <a:pt x="11793" y="26383"/>
                    <a:pt x="12242" y="26383"/>
                  </a:cubicBezTo>
                  <a:cubicBezTo>
                    <a:pt x="12467" y="26383"/>
                    <a:pt x="12692" y="26381"/>
                    <a:pt x="12916" y="26376"/>
                  </a:cubicBezTo>
                  <a:cubicBezTo>
                    <a:pt x="14155" y="26360"/>
                    <a:pt x="15409" y="26376"/>
                    <a:pt x="16616" y="26094"/>
                  </a:cubicBezTo>
                  <a:cubicBezTo>
                    <a:pt x="18183" y="25749"/>
                    <a:pt x="19766" y="25530"/>
                    <a:pt x="21349" y="25248"/>
                  </a:cubicBezTo>
                  <a:cubicBezTo>
                    <a:pt x="21584" y="25201"/>
                    <a:pt x="21819" y="25185"/>
                    <a:pt x="21960" y="25012"/>
                  </a:cubicBezTo>
                  <a:cubicBezTo>
                    <a:pt x="22368" y="24558"/>
                    <a:pt x="22729" y="24088"/>
                    <a:pt x="22525" y="23398"/>
                  </a:cubicBezTo>
                  <a:cubicBezTo>
                    <a:pt x="22352" y="22865"/>
                    <a:pt x="22321" y="22285"/>
                    <a:pt x="22415" y="21736"/>
                  </a:cubicBezTo>
                  <a:cubicBezTo>
                    <a:pt x="22587" y="20702"/>
                    <a:pt x="22650" y="19652"/>
                    <a:pt x="22587" y="18617"/>
                  </a:cubicBezTo>
                  <a:cubicBezTo>
                    <a:pt x="22525" y="17379"/>
                    <a:pt x="22525" y="16141"/>
                    <a:pt x="22352" y="14918"/>
                  </a:cubicBezTo>
                  <a:cubicBezTo>
                    <a:pt x="22211" y="13915"/>
                    <a:pt x="22086" y="12912"/>
                    <a:pt x="22227" y="11909"/>
                  </a:cubicBezTo>
                  <a:cubicBezTo>
                    <a:pt x="22290" y="11423"/>
                    <a:pt x="22196" y="11015"/>
                    <a:pt x="22023" y="10608"/>
                  </a:cubicBezTo>
                  <a:cubicBezTo>
                    <a:pt x="21882" y="10279"/>
                    <a:pt x="21600" y="9981"/>
                    <a:pt x="21898" y="9573"/>
                  </a:cubicBezTo>
                  <a:cubicBezTo>
                    <a:pt x="21976" y="9463"/>
                    <a:pt x="21835" y="9291"/>
                    <a:pt x="21710" y="9213"/>
                  </a:cubicBezTo>
                  <a:cubicBezTo>
                    <a:pt x="21553" y="9103"/>
                    <a:pt x="21381" y="9009"/>
                    <a:pt x="21208" y="8946"/>
                  </a:cubicBezTo>
                  <a:cubicBezTo>
                    <a:pt x="20315" y="8601"/>
                    <a:pt x="19750" y="7786"/>
                    <a:pt x="18967" y="7285"/>
                  </a:cubicBezTo>
                  <a:cubicBezTo>
                    <a:pt x="18810" y="7191"/>
                    <a:pt x="18888" y="6893"/>
                    <a:pt x="19076" y="6846"/>
                  </a:cubicBezTo>
                  <a:cubicBezTo>
                    <a:pt x="19578" y="6705"/>
                    <a:pt x="20095" y="6579"/>
                    <a:pt x="20597" y="6501"/>
                  </a:cubicBezTo>
                  <a:cubicBezTo>
                    <a:pt x="20799" y="6469"/>
                    <a:pt x="20974" y="6451"/>
                    <a:pt x="21129" y="6451"/>
                  </a:cubicBezTo>
                  <a:cubicBezTo>
                    <a:pt x="21725" y="6451"/>
                    <a:pt x="22010" y="6716"/>
                    <a:pt x="22384" y="7426"/>
                  </a:cubicBezTo>
                  <a:cubicBezTo>
                    <a:pt x="22901" y="8429"/>
                    <a:pt x="23716" y="8915"/>
                    <a:pt x="24829" y="8915"/>
                  </a:cubicBezTo>
                  <a:cubicBezTo>
                    <a:pt x="25472" y="8915"/>
                    <a:pt x="26098" y="8899"/>
                    <a:pt x="26725" y="8774"/>
                  </a:cubicBezTo>
                  <a:cubicBezTo>
                    <a:pt x="26889" y="8741"/>
                    <a:pt x="27004" y="8720"/>
                    <a:pt x="27092" y="8720"/>
                  </a:cubicBezTo>
                  <a:cubicBezTo>
                    <a:pt x="27299" y="8720"/>
                    <a:pt x="27358" y="8839"/>
                    <a:pt x="27556" y="9213"/>
                  </a:cubicBezTo>
                  <a:cubicBezTo>
                    <a:pt x="27603" y="9307"/>
                    <a:pt x="27650" y="9416"/>
                    <a:pt x="27729" y="9495"/>
                  </a:cubicBezTo>
                  <a:cubicBezTo>
                    <a:pt x="27797" y="9556"/>
                    <a:pt x="27924" y="9585"/>
                    <a:pt x="28056" y="9585"/>
                  </a:cubicBezTo>
                  <a:cubicBezTo>
                    <a:pt x="28226" y="9585"/>
                    <a:pt x="28403" y="9536"/>
                    <a:pt x="28465" y="9448"/>
                  </a:cubicBezTo>
                  <a:cubicBezTo>
                    <a:pt x="28622" y="9244"/>
                    <a:pt x="28622" y="8695"/>
                    <a:pt x="28434" y="8507"/>
                  </a:cubicBezTo>
                  <a:cubicBezTo>
                    <a:pt x="28277" y="8351"/>
                    <a:pt x="28042" y="8257"/>
                    <a:pt x="27917" y="8084"/>
                  </a:cubicBezTo>
                  <a:cubicBezTo>
                    <a:pt x="27647" y="7734"/>
                    <a:pt x="27332" y="7604"/>
                    <a:pt x="26930" y="7604"/>
                  </a:cubicBezTo>
                  <a:cubicBezTo>
                    <a:pt x="26864" y="7604"/>
                    <a:pt x="26796" y="7607"/>
                    <a:pt x="26725" y="7614"/>
                  </a:cubicBezTo>
                  <a:cubicBezTo>
                    <a:pt x="26633" y="7624"/>
                    <a:pt x="26542" y="7629"/>
                    <a:pt x="26451" y="7629"/>
                  </a:cubicBezTo>
                  <a:cubicBezTo>
                    <a:pt x="25983" y="7629"/>
                    <a:pt x="25526" y="7502"/>
                    <a:pt x="25080" y="7332"/>
                  </a:cubicBezTo>
                  <a:cubicBezTo>
                    <a:pt x="24782" y="7222"/>
                    <a:pt x="24562" y="7050"/>
                    <a:pt x="24468" y="6736"/>
                  </a:cubicBezTo>
                  <a:cubicBezTo>
                    <a:pt x="24437" y="6595"/>
                    <a:pt x="24406" y="6438"/>
                    <a:pt x="24359" y="6297"/>
                  </a:cubicBezTo>
                  <a:cubicBezTo>
                    <a:pt x="24233" y="5921"/>
                    <a:pt x="24139" y="5827"/>
                    <a:pt x="23716" y="5827"/>
                  </a:cubicBezTo>
                  <a:cubicBezTo>
                    <a:pt x="23120" y="5827"/>
                    <a:pt x="22525" y="5874"/>
                    <a:pt x="21913" y="5890"/>
                  </a:cubicBezTo>
                  <a:cubicBezTo>
                    <a:pt x="21819" y="5890"/>
                    <a:pt x="21710" y="5811"/>
                    <a:pt x="21647" y="5733"/>
                  </a:cubicBezTo>
                  <a:cubicBezTo>
                    <a:pt x="21569" y="5623"/>
                    <a:pt x="21663" y="5529"/>
                    <a:pt x="21757" y="5467"/>
                  </a:cubicBezTo>
                  <a:cubicBezTo>
                    <a:pt x="22117" y="5216"/>
                    <a:pt x="22493" y="4949"/>
                    <a:pt x="22744" y="4573"/>
                  </a:cubicBezTo>
                  <a:cubicBezTo>
                    <a:pt x="22885" y="4338"/>
                    <a:pt x="22979" y="4087"/>
                    <a:pt x="22807" y="3836"/>
                  </a:cubicBezTo>
                  <a:cubicBezTo>
                    <a:pt x="22689" y="3647"/>
                    <a:pt x="22499" y="3583"/>
                    <a:pt x="22299" y="3583"/>
                  </a:cubicBezTo>
                  <a:cubicBezTo>
                    <a:pt x="22233" y="3583"/>
                    <a:pt x="22167" y="3590"/>
                    <a:pt x="22102" y="3601"/>
                  </a:cubicBezTo>
                  <a:cubicBezTo>
                    <a:pt x="21882" y="3633"/>
                    <a:pt x="21678" y="3742"/>
                    <a:pt x="21475" y="3836"/>
                  </a:cubicBezTo>
                  <a:cubicBezTo>
                    <a:pt x="20503" y="4228"/>
                    <a:pt x="19609" y="4777"/>
                    <a:pt x="18747" y="5372"/>
                  </a:cubicBezTo>
                  <a:cubicBezTo>
                    <a:pt x="18636" y="5445"/>
                    <a:pt x="18534" y="5480"/>
                    <a:pt x="18450" y="5480"/>
                  </a:cubicBezTo>
                  <a:cubicBezTo>
                    <a:pt x="18296" y="5480"/>
                    <a:pt x="18199" y="5365"/>
                    <a:pt x="18199" y="5153"/>
                  </a:cubicBezTo>
                  <a:cubicBezTo>
                    <a:pt x="18183" y="4934"/>
                    <a:pt x="18167" y="4698"/>
                    <a:pt x="18214" y="4495"/>
                  </a:cubicBezTo>
                  <a:cubicBezTo>
                    <a:pt x="18308" y="4072"/>
                    <a:pt x="18167" y="3758"/>
                    <a:pt x="17838" y="3507"/>
                  </a:cubicBezTo>
                  <a:cubicBezTo>
                    <a:pt x="17556" y="3319"/>
                    <a:pt x="17509" y="3053"/>
                    <a:pt x="17509" y="2724"/>
                  </a:cubicBezTo>
                  <a:cubicBezTo>
                    <a:pt x="17509" y="2206"/>
                    <a:pt x="17462" y="1673"/>
                    <a:pt x="17399" y="1156"/>
                  </a:cubicBezTo>
                  <a:cubicBezTo>
                    <a:pt x="17352" y="576"/>
                    <a:pt x="17070" y="216"/>
                    <a:pt x="16521" y="153"/>
                  </a:cubicBezTo>
                  <a:cubicBezTo>
                    <a:pt x="15977" y="103"/>
                    <a:pt x="15427" y="0"/>
                    <a:pt x="1487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130;p38">
              <a:extLst>
                <a:ext uri="{FF2B5EF4-FFF2-40B4-BE49-F238E27FC236}">
                  <a16:creationId xmlns:a16="http://schemas.microsoft.com/office/drawing/2014/main" id="{1E22ECA1-5DF4-78ED-793C-4799CD6F4195}"/>
                </a:ext>
              </a:extLst>
            </p:cNvPr>
            <p:cNvSpPr/>
            <p:nvPr/>
          </p:nvSpPr>
          <p:spPr>
            <a:xfrm>
              <a:off x="6936825" y="3457675"/>
              <a:ext cx="56825" cy="50275"/>
            </a:xfrm>
            <a:custGeom>
              <a:avLst/>
              <a:gdLst/>
              <a:ahLst/>
              <a:cxnLst/>
              <a:rect l="l" t="t" r="r" b="b"/>
              <a:pathLst>
                <a:path w="2273" h="2011" extrusionOk="0">
                  <a:moveTo>
                    <a:pt x="1477" y="425"/>
                  </a:moveTo>
                  <a:cubicBezTo>
                    <a:pt x="1623" y="425"/>
                    <a:pt x="1729" y="490"/>
                    <a:pt x="1772" y="631"/>
                  </a:cubicBezTo>
                  <a:cubicBezTo>
                    <a:pt x="1864" y="1032"/>
                    <a:pt x="1517" y="1478"/>
                    <a:pt x="1103" y="1478"/>
                  </a:cubicBezTo>
                  <a:cubicBezTo>
                    <a:pt x="1096" y="1478"/>
                    <a:pt x="1089" y="1478"/>
                    <a:pt x="1082" y="1477"/>
                  </a:cubicBezTo>
                  <a:cubicBezTo>
                    <a:pt x="1019" y="1430"/>
                    <a:pt x="910" y="1368"/>
                    <a:pt x="878" y="1289"/>
                  </a:cubicBezTo>
                  <a:cubicBezTo>
                    <a:pt x="800" y="1117"/>
                    <a:pt x="737" y="929"/>
                    <a:pt x="878" y="772"/>
                  </a:cubicBezTo>
                  <a:cubicBezTo>
                    <a:pt x="1019" y="600"/>
                    <a:pt x="1207" y="459"/>
                    <a:pt x="1427" y="427"/>
                  </a:cubicBezTo>
                  <a:cubicBezTo>
                    <a:pt x="1444" y="426"/>
                    <a:pt x="1461" y="425"/>
                    <a:pt x="1477" y="425"/>
                  </a:cubicBezTo>
                  <a:close/>
                  <a:moveTo>
                    <a:pt x="1387" y="1"/>
                  </a:moveTo>
                  <a:cubicBezTo>
                    <a:pt x="656" y="1"/>
                    <a:pt x="173" y="396"/>
                    <a:pt x="47" y="1383"/>
                  </a:cubicBezTo>
                  <a:cubicBezTo>
                    <a:pt x="0" y="1634"/>
                    <a:pt x="142" y="1807"/>
                    <a:pt x="377" y="1901"/>
                  </a:cubicBezTo>
                  <a:cubicBezTo>
                    <a:pt x="502" y="1948"/>
                    <a:pt x="659" y="1979"/>
                    <a:pt x="737" y="2010"/>
                  </a:cubicBezTo>
                  <a:cubicBezTo>
                    <a:pt x="747" y="2011"/>
                    <a:pt x="756" y="2011"/>
                    <a:pt x="766" y="2011"/>
                  </a:cubicBezTo>
                  <a:cubicBezTo>
                    <a:pt x="1599" y="2011"/>
                    <a:pt x="2273" y="1344"/>
                    <a:pt x="2211" y="631"/>
                  </a:cubicBezTo>
                  <a:cubicBezTo>
                    <a:pt x="2195" y="302"/>
                    <a:pt x="1991" y="67"/>
                    <a:pt x="1678" y="20"/>
                  </a:cubicBezTo>
                  <a:cubicBezTo>
                    <a:pt x="1577" y="7"/>
                    <a:pt x="1480" y="1"/>
                    <a:pt x="13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131;p38">
              <a:extLst>
                <a:ext uri="{FF2B5EF4-FFF2-40B4-BE49-F238E27FC236}">
                  <a16:creationId xmlns:a16="http://schemas.microsoft.com/office/drawing/2014/main" id="{CE945A41-F45C-E851-E67B-E6191D45A6D0}"/>
                </a:ext>
              </a:extLst>
            </p:cNvPr>
            <p:cNvSpPr/>
            <p:nvPr/>
          </p:nvSpPr>
          <p:spPr>
            <a:xfrm>
              <a:off x="7093575" y="3448975"/>
              <a:ext cx="41550" cy="40225"/>
            </a:xfrm>
            <a:custGeom>
              <a:avLst/>
              <a:gdLst/>
              <a:ahLst/>
              <a:cxnLst/>
              <a:rect l="l" t="t" r="r" b="b"/>
              <a:pathLst>
                <a:path w="1662" h="1609" extrusionOk="0">
                  <a:moveTo>
                    <a:pt x="1124" y="0"/>
                  </a:moveTo>
                  <a:cubicBezTo>
                    <a:pt x="641" y="0"/>
                    <a:pt x="149" y="356"/>
                    <a:pt x="47" y="807"/>
                  </a:cubicBezTo>
                  <a:cubicBezTo>
                    <a:pt x="0" y="1042"/>
                    <a:pt x="63" y="1245"/>
                    <a:pt x="204" y="1434"/>
                  </a:cubicBezTo>
                  <a:cubicBezTo>
                    <a:pt x="303" y="1546"/>
                    <a:pt x="414" y="1608"/>
                    <a:pt x="549" y="1608"/>
                  </a:cubicBezTo>
                  <a:cubicBezTo>
                    <a:pt x="564" y="1608"/>
                    <a:pt x="580" y="1608"/>
                    <a:pt x="596" y="1606"/>
                  </a:cubicBezTo>
                  <a:cubicBezTo>
                    <a:pt x="1113" y="1559"/>
                    <a:pt x="1630" y="979"/>
                    <a:pt x="1646" y="462"/>
                  </a:cubicBezTo>
                  <a:cubicBezTo>
                    <a:pt x="1662" y="258"/>
                    <a:pt x="1458" y="23"/>
                    <a:pt x="1238" y="7"/>
                  </a:cubicBezTo>
                  <a:cubicBezTo>
                    <a:pt x="1200" y="3"/>
                    <a:pt x="1162" y="0"/>
                    <a:pt x="11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132;p38">
              <a:extLst>
                <a:ext uri="{FF2B5EF4-FFF2-40B4-BE49-F238E27FC236}">
                  <a16:creationId xmlns:a16="http://schemas.microsoft.com/office/drawing/2014/main" id="{9F85B691-9B81-CEDE-7742-DC14795A9C52}"/>
                </a:ext>
              </a:extLst>
            </p:cNvPr>
            <p:cNvSpPr/>
            <p:nvPr/>
          </p:nvSpPr>
          <p:spPr>
            <a:xfrm>
              <a:off x="7217000" y="3498975"/>
              <a:ext cx="45475" cy="47825"/>
            </a:xfrm>
            <a:custGeom>
              <a:avLst/>
              <a:gdLst/>
              <a:ahLst/>
              <a:cxnLst/>
              <a:rect l="l" t="t" r="r" b="b"/>
              <a:pathLst>
                <a:path w="1819" h="1913" extrusionOk="0">
                  <a:moveTo>
                    <a:pt x="1218" y="589"/>
                  </a:moveTo>
                  <a:cubicBezTo>
                    <a:pt x="1231" y="589"/>
                    <a:pt x="1243" y="591"/>
                    <a:pt x="1255" y="593"/>
                  </a:cubicBezTo>
                  <a:cubicBezTo>
                    <a:pt x="1302" y="609"/>
                    <a:pt x="1317" y="703"/>
                    <a:pt x="1349" y="750"/>
                  </a:cubicBezTo>
                  <a:cubicBezTo>
                    <a:pt x="1364" y="985"/>
                    <a:pt x="1317" y="1189"/>
                    <a:pt x="1113" y="1314"/>
                  </a:cubicBezTo>
                  <a:cubicBezTo>
                    <a:pt x="1086" y="1333"/>
                    <a:pt x="1048" y="1340"/>
                    <a:pt x="1008" y="1340"/>
                  </a:cubicBezTo>
                  <a:cubicBezTo>
                    <a:pt x="980" y="1340"/>
                    <a:pt x="951" y="1337"/>
                    <a:pt x="925" y="1330"/>
                  </a:cubicBezTo>
                  <a:cubicBezTo>
                    <a:pt x="894" y="1330"/>
                    <a:pt x="863" y="1267"/>
                    <a:pt x="863" y="1252"/>
                  </a:cubicBezTo>
                  <a:cubicBezTo>
                    <a:pt x="925" y="1048"/>
                    <a:pt x="988" y="844"/>
                    <a:pt x="1066" y="656"/>
                  </a:cubicBezTo>
                  <a:cubicBezTo>
                    <a:pt x="1079" y="617"/>
                    <a:pt x="1156" y="589"/>
                    <a:pt x="1218" y="589"/>
                  </a:cubicBezTo>
                  <a:close/>
                  <a:moveTo>
                    <a:pt x="1226" y="0"/>
                  </a:moveTo>
                  <a:cubicBezTo>
                    <a:pt x="1064" y="0"/>
                    <a:pt x="913" y="83"/>
                    <a:pt x="769" y="186"/>
                  </a:cubicBezTo>
                  <a:cubicBezTo>
                    <a:pt x="455" y="421"/>
                    <a:pt x="267" y="750"/>
                    <a:pt x="110" y="1079"/>
                  </a:cubicBezTo>
                  <a:cubicBezTo>
                    <a:pt x="1" y="1314"/>
                    <a:pt x="79" y="1518"/>
                    <a:pt x="267" y="1691"/>
                  </a:cubicBezTo>
                  <a:cubicBezTo>
                    <a:pt x="447" y="1838"/>
                    <a:pt x="627" y="1912"/>
                    <a:pt x="804" y="1912"/>
                  </a:cubicBezTo>
                  <a:cubicBezTo>
                    <a:pt x="967" y="1912"/>
                    <a:pt x="1128" y="1850"/>
                    <a:pt x="1286" y="1722"/>
                  </a:cubicBezTo>
                  <a:cubicBezTo>
                    <a:pt x="1631" y="1440"/>
                    <a:pt x="1819" y="1095"/>
                    <a:pt x="1787" y="640"/>
                  </a:cubicBezTo>
                  <a:cubicBezTo>
                    <a:pt x="1772" y="405"/>
                    <a:pt x="1709" y="202"/>
                    <a:pt x="1490" y="76"/>
                  </a:cubicBezTo>
                  <a:cubicBezTo>
                    <a:pt x="1398" y="23"/>
                    <a:pt x="1311" y="0"/>
                    <a:pt x="122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1133;p38">
              <a:extLst>
                <a:ext uri="{FF2B5EF4-FFF2-40B4-BE49-F238E27FC236}">
                  <a16:creationId xmlns:a16="http://schemas.microsoft.com/office/drawing/2014/main" id="{CFD311D2-7CDE-33FC-CA80-7B7F588C9177}"/>
                </a:ext>
              </a:extLst>
            </p:cNvPr>
            <p:cNvSpPr/>
            <p:nvPr/>
          </p:nvSpPr>
          <p:spPr>
            <a:xfrm>
              <a:off x="6912125" y="3363375"/>
              <a:ext cx="38050" cy="27800"/>
            </a:xfrm>
            <a:custGeom>
              <a:avLst/>
              <a:gdLst/>
              <a:ahLst/>
              <a:cxnLst/>
              <a:rect l="l" t="t" r="r" b="b"/>
              <a:pathLst>
                <a:path w="1522" h="1112" extrusionOk="0">
                  <a:moveTo>
                    <a:pt x="805" y="0"/>
                  </a:moveTo>
                  <a:cubicBezTo>
                    <a:pt x="499" y="0"/>
                    <a:pt x="212" y="190"/>
                    <a:pt x="95" y="531"/>
                  </a:cubicBezTo>
                  <a:cubicBezTo>
                    <a:pt x="1" y="798"/>
                    <a:pt x="189" y="1096"/>
                    <a:pt x="456" y="1111"/>
                  </a:cubicBezTo>
                  <a:cubicBezTo>
                    <a:pt x="800" y="1111"/>
                    <a:pt x="1161" y="923"/>
                    <a:pt x="1396" y="625"/>
                  </a:cubicBezTo>
                  <a:cubicBezTo>
                    <a:pt x="1521" y="484"/>
                    <a:pt x="1459" y="328"/>
                    <a:pt x="1349" y="218"/>
                  </a:cubicBezTo>
                  <a:cubicBezTo>
                    <a:pt x="1183" y="70"/>
                    <a:pt x="991" y="0"/>
                    <a:pt x="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1134;p38">
              <a:extLst>
                <a:ext uri="{FF2B5EF4-FFF2-40B4-BE49-F238E27FC236}">
                  <a16:creationId xmlns:a16="http://schemas.microsoft.com/office/drawing/2014/main" id="{3ED48E9F-533B-E957-EAF0-A281DBE72FF8}"/>
                </a:ext>
              </a:extLst>
            </p:cNvPr>
            <p:cNvSpPr/>
            <p:nvPr/>
          </p:nvSpPr>
          <p:spPr>
            <a:xfrm>
              <a:off x="7175475" y="3356250"/>
              <a:ext cx="23925" cy="24600"/>
            </a:xfrm>
            <a:custGeom>
              <a:avLst/>
              <a:gdLst/>
              <a:ahLst/>
              <a:cxnLst/>
              <a:rect l="l" t="t" r="r" b="b"/>
              <a:pathLst>
                <a:path w="957" h="984" extrusionOk="0">
                  <a:moveTo>
                    <a:pt x="452" y="1"/>
                  </a:moveTo>
                  <a:cubicBezTo>
                    <a:pt x="224" y="1"/>
                    <a:pt x="16" y="278"/>
                    <a:pt x="16" y="644"/>
                  </a:cubicBezTo>
                  <a:cubicBezTo>
                    <a:pt x="0" y="816"/>
                    <a:pt x="94" y="942"/>
                    <a:pt x="251" y="973"/>
                  </a:cubicBezTo>
                  <a:cubicBezTo>
                    <a:pt x="288" y="981"/>
                    <a:pt x="324" y="984"/>
                    <a:pt x="361" y="984"/>
                  </a:cubicBezTo>
                  <a:cubicBezTo>
                    <a:pt x="637" y="984"/>
                    <a:pt x="897" y="785"/>
                    <a:pt x="925" y="550"/>
                  </a:cubicBezTo>
                  <a:cubicBezTo>
                    <a:pt x="956" y="315"/>
                    <a:pt x="705" y="17"/>
                    <a:pt x="470" y="1"/>
                  </a:cubicBezTo>
                  <a:cubicBezTo>
                    <a:pt x="464" y="1"/>
                    <a:pt x="458" y="1"/>
                    <a:pt x="4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1135;p38">
              <a:extLst>
                <a:ext uri="{FF2B5EF4-FFF2-40B4-BE49-F238E27FC236}">
                  <a16:creationId xmlns:a16="http://schemas.microsoft.com/office/drawing/2014/main" id="{83E560C5-C9D1-5C33-E0D1-DF2646B7F3CB}"/>
                </a:ext>
              </a:extLst>
            </p:cNvPr>
            <p:cNvSpPr/>
            <p:nvPr/>
          </p:nvSpPr>
          <p:spPr>
            <a:xfrm>
              <a:off x="7342800" y="3370350"/>
              <a:ext cx="22350" cy="21275"/>
            </a:xfrm>
            <a:custGeom>
              <a:avLst/>
              <a:gdLst/>
              <a:ahLst/>
              <a:cxnLst/>
              <a:rect l="l" t="t" r="r" b="b"/>
              <a:pathLst>
                <a:path w="894" h="851" extrusionOk="0">
                  <a:moveTo>
                    <a:pt x="508" y="1"/>
                  </a:moveTo>
                  <a:cubicBezTo>
                    <a:pt x="501" y="1"/>
                    <a:pt x="493" y="1"/>
                    <a:pt x="486" y="2"/>
                  </a:cubicBezTo>
                  <a:cubicBezTo>
                    <a:pt x="204" y="17"/>
                    <a:pt x="0" y="205"/>
                    <a:pt x="0" y="488"/>
                  </a:cubicBezTo>
                  <a:cubicBezTo>
                    <a:pt x="0" y="691"/>
                    <a:pt x="110" y="817"/>
                    <a:pt x="329" y="848"/>
                  </a:cubicBezTo>
                  <a:cubicBezTo>
                    <a:pt x="342" y="850"/>
                    <a:pt x="355" y="850"/>
                    <a:pt x="368" y="850"/>
                  </a:cubicBezTo>
                  <a:cubicBezTo>
                    <a:pt x="624" y="850"/>
                    <a:pt x="894" y="568"/>
                    <a:pt x="894" y="299"/>
                  </a:cubicBezTo>
                  <a:cubicBezTo>
                    <a:pt x="879" y="164"/>
                    <a:pt x="677" y="1"/>
                    <a:pt x="5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136;p38">
              <a:extLst>
                <a:ext uri="{FF2B5EF4-FFF2-40B4-BE49-F238E27FC236}">
                  <a16:creationId xmlns:a16="http://schemas.microsoft.com/office/drawing/2014/main" id="{8DE073D8-9D10-7557-B2C9-9C1D66CE8316}"/>
                </a:ext>
              </a:extLst>
            </p:cNvPr>
            <p:cNvSpPr/>
            <p:nvPr/>
          </p:nvSpPr>
          <p:spPr>
            <a:xfrm>
              <a:off x="7136275" y="2994975"/>
              <a:ext cx="20025" cy="18250"/>
            </a:xfrm>
            <a:custGeom>
              <a:avLst/>
              <a:gdLst/>
              <a:ahLst/>
              <a:cxnLst/>
              <a:rect l="l" t="t" r="r" b="b"/>
              <a:pathLst>
                <a:path w="801" h="730" extrusionOk="0">
                  <a:moveTo>
                    <a:pt x="471" y="1"/>
                  </a:moveTo>
                  <a:cubicBezTo>
                    <a:pt x="236" y="1"/>
                    <a:pt x="16" y="157"/>
                    <a:pt x="1" y="361"/>
                  </a:cubicBezTo>
                  <a:cubicBezTo>
                    <a:pt x="1" y="581"/>
                    <a:pt x="157" y="675"/>
                    <a:pt x="346" y="722"/>
                  </a:cubicBezTo>
                  <a:cubicBezTo>
                    <a:pt x="372" y="727"/>
                    <a:pt x="397" y="729"/>
                    <a:pt x="422" y="729"/>
                  </a:cubicBezTo>
                  <a:cubicBezTo>
                    <a:pt x="620" y="729"/>
                    <a:pt x="770" y="570"/>
                    <a:pt x="784" y="361"/>
                  </a:cubicBezTo>
                  <a:cubicBezTo>
                    <a:pt x="800" y="157"/>
                    <a:pt x="659" y="1"/>
                    <a:pt x="4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137;p38">
              <a:extLst>
                <a:ext uri="{FF2B5EF4-FFF2-40B4-BE49-F238E27FC236}">
                  <a16:creationId xmlns:a16="http://schemas.microsoft.com/office/drawing/2014/main" id="{B65F90C1-8D39-705C-D67C-5F8EF77C6FB0}"/>
                </a:ext>
              </a:extLst>
            </p:cNvPr>
            <p:cNvSpPr/>
            <p:nvPr/>
          </p:nvSpPr>
          <p:spPr>
            <a:xfrm>
              <a:off x="7237025" y="2983600"/>
              <a:ext cx="16050" cy="14975"/>
            </a:xfrm>
            <a:custGeom>
              <a:avLst/>
              <a:gdLst/>
              <a:ahLst/>
              <a:cxnLst/>
              <a:rect l="l" t="t" r="r" b="b"/>
              <a:pathLst>
                <a:path w="642" h="599" extrusionOk="0">
                  <a:moveTo>
                    <a:pt x="337" y="0"/>
                  </a:moveTo>
                  <a:cubicBezTo>
                    <a:pt x="158" y="0"/>
                    <a:pt x="1" y="181"/>
                    <a:pt x="46" y="362"/>
                  </a:cubicBezTo>
                  <a:cubicBezTo>
                    <a:pt x="75" y="507"/>
                    <a:pt x="185" y="598"/>
                    <a:pt x="338" y="598"/>
                  </a:cubicBezTo>
                  <a:cubicBezTo>
                    <a:pt x="350" y="598"/>
                    <a:pt x="363" y="598"/>
                    <a:pt x="375" y="597"/>
                  </a:cubicBezTo>
                  <a:cubicBezTo>
                    <a:pt x="532" y="565"/>
                    <a:pt x="626" y="471"/>
                    <a:pt x="642" y="299"/>
                  </a:cubicBezTo>
                  <a:cubicBezTo>
                    <a:pt x="642" y="158"/>
                    <a:pt x="501" y="17"/>
                    <a:pt x="360" y="1"/>
                  </a:cubicBezTo>
                  <a:cubicBezTo>
                    <a:pt x="352" y="0"/>
                    <a:pt x="345" y="0"/>
                    <a:pt x="3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1138;p38">
              <a:extLst>
                <a:ext uri="{FF2B5EF4-FFF2-40B4-BE49-F238E27FC236}">
                  <a16:creationId xmlns:a16="http://schemas.microsoft.com/office/drawing/2014/main" id="{96169FB3-C724-B54B-284B-EC8C2EF87897}"/>
                </a:ext>
              </a:extLst>
            </p:cNvPr>
            <p:cNvSpPr/>
            <p:nvPr/>
          </p:nvSpPr>
          <p:spPr>
            <a:xfrm>
              <a:off x="7003825" y="2998150"/>
              <a:ext cx="9425" cy="7000"/>
            </a:xfrm>
            <a:custGeom>
              <a:avLst/>
              <a:gdLst/>
              <a:ahLst/>
              <a:cxnLst/>
              <a:rect l="l" t="t" r="r" b="b"/>
              <a:pathLst>
                <a:path w="377" h="280" extrusionOk="0">
                  <a:moveTo>
                    <a:pt x="168" y="1"/>
                  </a:moveTo>
                  <a:cubicBezTo>
                    <a:pt x="109" y="1"/>
                    <a:pt x="54" y="27"/>
                    <a:pt x="16" y="93"/>
                  </a:cubicBezTo>
                  <a:cubicBezTo>
                    <a:pt x="1" y="124"/>
                    <a:pt x="63" y="218"/>
                    <a:pt x="111" y="250"/>
                  </a:cubicBezTo>
                  <a:cubicBezTo>
                    <a:pt x="148" y="268"/>
                    <a:pt x="187" y="280"/>
                    <a:pt x="226" y="280"/>
                  </a:cubicBezTo>
                  <a:cubicBezTo>
                    <a:pt x="284" y="280"/>
                    <a:pt x="339" y="253"/>
                    <a:pt x="377" y="187"/>
                  </a:cubicBezTo>
                  <a:cubicBezTo>
                    <a:pt x="346" y="140"/>
                    <a:pt x="330" y="62"/>
                    <a:pt x="283" y="30"/>
                  </a:cubicBezTo>
                  <a:cubicBezTo>
                    <a:pt x="246" y="12"/>
                    <a:pt x="206" y="1"/>
                    <a:pt x="1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1139;p38">
              <a:extLst>
                <a:ext uri="{FF2B5EF4-FFF2-40B4-BE49-F238E27FC236}">
                  <a16:creationId xmlns:a16="http://schemas.microsoft.com/office/drawing/2014/main" id="{96B6D0BA-BDF1-B7F2-9EB6-465403326D4B}"/>
                </a:ext>
              </a:extLst>
            </p:cNvPr>
            <p:cNvSpPr/>
            <p:nvPr/>
          </p:nvSpPr>
          <p:spPr>
            <a:xfrm>
              <a:off x="7152350" y="3141700"/>
              <a:ext cx="7075" cy="6900"/>
            </a:xfrm>
            <a:custGeom>
              <a:avLst/>
              <a:gdLst/>
              <a:ahLst/>
              <a:cxnLst/>
              <a:rect l="l" t="t" r="r" b="b"/>
              <a:pathLst>
                <a:path w="283" h="276" extrusionOk="0">
                  <a:moveTo>
                    <a:pt x="135" y="0"/>
                  </a:moveTo>
                  <a:cubicBezTo>
                    <a:pt x="65" y="0"/>
                    <a:pt x="12" y="55"/>
                    <a:pt x="0" y="135"/>
                  </a:cubicBezTo>
                  <a:cubicBezTo>
                    <a:pt x="0" y="182"/>
                    <a:pt x="63" y="229"/>
                    <a:pt x="94" y="276"/>
                  </a:cubicBezTo>
                  <a:cubicBezTo>
                    <a:pt x="157" y="260"/>
                    <a:pt x="251" y="245"/>
                    <a:pt x="267" y="198"/>
                  </a:cubicBezTo>
                  <a:cubicBezTo>
                    <a:pt x="282" y="151"/>
                    <a:pt x="251" y="41"/>
                    <a:pt x="220" y="25"/>
                  </a:cubicBezTo>
                  <a:cubicBezTo>
                    <a:pt x="190" y="8"/>
                    <a:pt x="161" y="0"/>
                    <a:pt x="1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" name="Google Shape;1156;p38">
            <a:extLst>
              <a:ext uri="{FF2B5EF4-FFF2-40B4-BE49-F238E27FC236}">
                <a16:creationId xmlns:a16="http://schemas.microsoft.com/office/drawing/2014/main" id="{F4B73F61-7787-513F-1BE0-5A2FFBC931F7}"/>
              </a:ext>
            </a:extLst>
          </p:cNvPr>
          <p:cNvGrpSpPr/>
          <p:nvPr/>
        </p:nvGrpSpPr>
        <p:grpSpPr>
          <a:xfrm flipH="1">
            <a:off x="-1717403" y="731137"/>
            <a:ext cx="230935" cy="341547"/>
            <a:chOff x="4510355" y="4299794"/>
            <a:chExt cx="138144" cy="204299"/>
          </a:xfrm>
        </p:grpSpPr>
        <p:sp>
          <p:nvSpPr>
            <p:cNvPr id="38" name="Google Shape;1157;p38">
              <a:extLst>
                <a:ext uri="{FF2B5EF4-FFF2-40B4-BE49-F238E27FC236}">
                  <a16:creationId xmlns:a16="http://schemas.microsoft.com/office/drawing/2014/main" id="{66F2DA74-3F7E-A7BE-E7D0-67D94C4B3AA6}"/>
                </a:ext>
              </a:extLst>
            </p:cNvPr>
            <p:cNvSpPr/>
            <p:nvPr/>
          </p:nvSpPr>
          <p:spPr>
            <a:xfrm>
              <a:off x="4510355" y="4392307"/>
              <a:ext cx="138144" cy="27946"/>
            </a:xfrm>
            <a:custGeom>
              <a:avLst/>
              <a:gdLst/>
              <a:ahLst/>
              <a:cxnLst/>
              <a:rect l="l" t="t" r="r" b="b"/>
              <a:pathLst>
                <a:path w="4523" h="915" extrusionOk="0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158;p38">
              <a:extLst>
                <a:ext uri="{FF2B5EF4-FFF2-40B4-BE49-F238E27FC236}">
                  <a16:creationId xmlns:a16="http://schemas.microsoft.com/office/drawing/2014/main" id="{608C6A29-9B39-B161-C9CE-946F347DAD56}"/>
                </a:ext>
              </a:extLst>
            </p:cNvPr>
            <p:cNvSpPr/>
            <p:nvPr/>
          </p:nvSpPr>
          <p:spPr>
            <a:xfrm>
              <a:off x="4557788" y="4299794"/>
              <a:ext cx="44806" cy="204299"/>
            </a:xfrm>
            <a:custGeom>
              <a:avLst/>
              <a:gdLst/>
              <a:ahLst/>
              <a:cxnLst/>
              <a:rect l="l" t="t" r="r" b="b"/>
              <a:pathLst>
                <a:path w="1467" h="6689" extrusionOk="0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" name="Google Shape;1159;p38">
            <a:extLst>
              <a:ext uri="{FF2B5EF4-FFF2-40B4-BE49-F238E27FC236}">
                <a16:creationId xmlns:a16="http://schemas.microsoft.com/office/drawing/2014/main" id="{AEB34DA8-E4CF-B5C5-D225-F227E12F5199}"/>
              </a:ext>
            </a:extLst>
          </p:cNvPr>
          <p:cNvGrpSpPr/>
          <p:nvPr/>
        </p:nvGrpSpPr>
        <p:grpSpPr>
          <a:xfrm flipH="1">
            <a:off x="-1146835" y="374995"/>
            <a:ext cx="98389" cy="145319"/>
            <a:chOff x="4820760" y="3853535"/>
            <a:chExt cx="58855" cy="86924"/>
          </a:xfrm>
        </p:grpSpPr>
        <p:sp>
          <p:nvSpPr>
            <p:cNvPr id="41" name="Google Shape;1160;p38">
              <a:extLst>
                <a:ext uri="{FF2B5EF4-FFF2-40B4-BE49-F238E27FC236}">
                  <a16:creationId xmlns:a16="http://schemas.microsoft.com/office/drawing/2014/main" id="{BDFD3A5A-EA2C-68EA-85BC-1676D5784FCE}"/>
                </a:ext>
              </a:extLst>
            </p:cNvPr>
            <p:cNvSpPr/>
            <p:nvPr/>
          </p:nvSpPr>
          <p:spPr>
            <a:xfrm>
              <a:off x="4820760" y="3892905"/>
              <a:ext cx="58855" cy="11850"/>
            </a:xfrm>
            <a:custGeom>
              <a:avLst/>
              <a:gdLst/>
              <a:ahLst/>
              <a:cxnLst/>
              <a:rect l="l" t="t" r="r" b="b"/>
              <a:pathLst>
                <a:path w="1927" h="388" extrusionOk="0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161;p38">
              <a:extLst>
                <a:ext uri="{FF2B5EF4-FFF2-40B4-BE49-F238E27FC236}">
                  <a16:creationId xmlns:a16="http://schemas.microsoft.com/office/drawing/2014/main" id="{0499AB09-510A-4955-9A77-6F9AB534C5A3}"/>
                </a:ext>
              </a:extLst>
            </p:cNvPr>
            <p:cNvSpPr/>
            <p:nvPr/>
          </p:nvSpPr>
          <p:spPr>
            <a:xfrm>
              <a:off x="4841254" y="3853535"/>
              <a:ext cx="19028" cy="86924"/>
            </a:xfrm>
            <a:custGeom>
              <a:avLst/>
              <a:gdLst/>
              <a:ahLst/>
              <a:cxnLst/>
              <a:rect l="l" t="t" r="r" b="b"/>
              <a:pathLst>
                <a:path w="623" h="2846" extrusionOk="0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" name="Google Shape;1162;p38">
            <a:extLst>
              <a:ext uri="{FF2B5EF4-FFF2-40B4-BE49-F238E27FC236}">
                <a16:creationId xmlns:a16="http://schemas.microsoft.com/office/drawing/2014/main" id="{B63D20EB-217C-B106-3190-E6374D7AB6CC}"/>
              </a:ext>
            </a:extLst>
          </p:cNvPr>
          <p:cNvSpPr/>
          <p:nvPr/>
        </p:nvSpPr>
        <p:spPr>
          <a:xfrm flipH="1">
            <a:off x="-404253" y="527337"/>
            <a:ext cx="62188" cy="48252"/>
          </a:xfrm>
          <a:custGeom>
            <a:avLst/>
            <a:gdLst/>
            <a:ahLst/>
            <a:cxnLst/>
            <a:rect l="l" t="t" r="r" b="b"/>
            <a:pathLst>
              <a:path w="1218" h="945" extrusionOk="0">
                <a:moveTo>
                  <a:pt x="609" y="1"/>
                </a:moveTo>
                <a:cubicBezTo>
                  <a:pt x="0" y="1"/>
                  <a:pt x="0" y="945"/>
                  <a:pt x="609" y="945"/>
                </a:cubicBezTo>
                <a:cubicBezTo>
                  <a:pt x="1218" y="945"/>
                  <a:pt x="1218" y="1"/>
                  <a:pt x="60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241;p11">
            <a:extLst>
              <a:ext uri="{FF2B5EF4-FFF2-40B4-BE49-F238E27FC236}">
                <a16:creationId xmlns:a16="http://schemas.microsoft.com/office/drawing/2014/main" id="{C7BAAED6-29FA-9372-7F9B-F131E23366CC}"/>
              </a:ext>
            </a:extLst>
          </p:cNvPr>
          <p:cNvSpPr/>
          <p:nvPr/>
        </p:nvSpPr>
        <p:spPr>
          <a:xfrm rot="-5400000">
            <a:off x="-3257865" y="-259873"/>
            <a:ext cx="372144" cy="708184"/>
          </a:xfrm>
          <a:custGeom>
            <a:avLst/>
            <a:gdLst/>
            <a:ahLst/>
            <a:cxnLst/>
            <a:rect l="l" t="t" r="r" b="b"/>
            <a:pathLst>
              <a:path w="3082" h="5865" extrusionOk="0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252;p11">
            <a:extLst>
              <a:ext uri="{FF2B5EF4-FFF2-40B4-BE49-F238E27FC236}">
                <a16:creationId xmlns:a16="http://schemas.microsoft.com/office/drawing/2014/main" id="{4A91FEC4-0FDB-0A98-7BF0-976D872B1710}"/>
              </a:ext>
            </a:extLst>
          </p:cNvPr>
          <p:cNvSpPr/>
          <p:nvPr/>
        </p:nvSpPr>
        <p:spPr>
          <a:xfrm flipH="1">
            <a:off x="-2436529" y="485331"/>
            <a:ext cx="97111" cy="75569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1124;p38">
            <a:extLst>
              <a:ext uri="{FF2B5EF4-FFF2-40B4-BE49-F238E27FC236}">
                <a16:creationId xmlns:a16="http://schemas.microsoft.com/office/drawing/2014/main" id="{D5EE9D6B-1E2F-A287-6953-72F7F6A2146B}"/>
              </a:ext>
            </a:extLst>
          </p:cNvPr>
          <p:cNvSpPr/>
          <p:nvPr/>
        </p:nvSpPr>
        <p:spPr>
          <a:xfrm>
            <a:off x="9921895" y="5765"/>
            <a:ext cx="3475860" cy="1229918"/>
          </a:xfrm>
          <a:custGeom>
            <a:avLst/>
            <a:gdLst/>
            <a:ahLst/>
            <a:cxnLst/>
            <a:rect l="l" t="t" r="r" b="b"/>
            <a:pathLst>
              <a:path w="24392" h="8631" extrusionOk="0">
                <a:moveTo>
                  <a:pt x="22701" y="1"/>
                </a:moveTo>
                <a:cubicBezTo>
                  <a:pt x="22453" y="150"/>
                  <a:pt x="22217" y="324"/>
                  <a:pt x="21993" y="498"/>
                </a:cubicBezTo>
                <a:cubicBezTo>
                  <a:pt x="20726" y="1554"/>
                  <a:pt x="20167" y="2859"/>
                  <a:pt x="19359" y="4226"/>
                </a:cubicBezTo>
                <a:cubicBezTo>
                  <a:pt x="18738" y="5294"/>
                  <a:pt x="18626" y="6748"/>
                  <a:pt x="17222" y="7071"/>
                </a:cubicBezTo>
                <a:cubicBezTo>
                  <a:pt x="17032" y="7114"/>
                  <a:pt x="16853" y="7134"/>
                  <a:pt x="16685" y="7134"/>
                </a:cubicBezTo>
                <a:cubicBezTo>
                  <a:pt x="15241" y="7134"/>
                  <a:pt x="14540" y="5663"/>
                  <a:pt x="14029" y="4462"/>
                </a:cubicBezTo>
                <a:cubicBezTo>
                  <a:pt x="13494" y="3219"/>
                  <a:pt x="12811" y="2188"/>
                  <a:pt x="11494" y="1716"/>
                </a:cubicBezTo>
                <a:cubicBezTo>
                  <a:pt x="11104" y="1579"/>
                  <a:pt x="10709" y="1520"/>
                  <a:pt x="10315" y="1520"/>
                </a:cubicBezTo>
                <a:cubicBezTo>
                  <a:pt x="9352" y="1520"/>
                  <a:pt x="8394" y="1869"/>
                  <a:pt x="7530" y="2275"/>
                </a:cubicBezTo>
                <a:cubicBezTo>
                  <a:pt x="6490" y="2744"/>
                  <a:pt x="5552" y="3234"/>
                  <a:pt x="4504" y="3234"/>
                </a:cubicBezTo>
                <a:cubicBezTo>
                  <a:pt x="4138" y="3234"/>
                  <a:pt x="3758" y="3174"/>
                  <a:pt x="3355" y="3033"/>
                </a:cubicBezTo>
                <a:cubicBezTo>
                  <a:pt x="1914" y="2536"/>
                  <a:pt x="895" y="1467"/>
                  <a:pt x="373" y="150"/>
                </a:cubicBezTo>
                <a:cubicBezTo>
                  <a:pt x="249" y="212"/>
                  <a:pt x="125" y="262"/>
                  <a:pt x="1" y="324"/>
                </a:cubicBezTo>
                <a:cubicBezTo>
                  <a:pt x="137" y="1157"/>
                  <a:pt x="423" y="1939"/>
                  <a:pt x="995" y="2648"/>
                </a:cubicBezTo>
                <a:cubicBezTo>
                  <a:pt x="1928" y="3827"/>
                  <a:pt x="3250" y="4609"/>
                  <a:pt x="4737" y="4609"/>
                </a:cubicBezTo>
                <a:cubicBezTo>
                  <a:pt x="4972" y="4609"/>
                  <a:pt x="5212" y="4589"/>
                  <a:pt x="5455" y="4549"/>
                </a:cubicBezTo>
                <a:cubicBezTo>
                  <a:pt x="6884" y="4300"/>
                  <a:pt x="8077" y="3418"/>
                  <a:pt x="9481" y="3058"/>
                </a:cubicBezTo>
                <a:cubicBezTo>
                  <a:pt x="9751" y="2987"/>
                  <a:pt x="9999" y="2954"/>
                  <a:pt x="10229" y="2954"/>
                </a:cubicBezTo>
                <a:cubicBezTo>
                  <a:pt x="11606" y="2954"/>
                  <a:pt x="12303" y="4142"/>
                  <a:pt x="12836" y="5431"/>
                </a:cubicBezTo>
                <a:cubicBezTo>
                  <a:pt x="13407" y="6773"/>
                  <a:pt x="14091" y="7891"/>
                  <a:pt x="15520" y="8400"/>
                </a:cubicBezTo>
                <a:cubicBezTo>
                  <a:pt x="15942" y="8554"/>
                  <a:pt x="16381" y="8631"/>
                  <a:pt x="16814" y="8631"/>
                </a:cubicBezTo>
                <a:cubicBezTo>
                  <a:pt x="17849" y="8631"/>
                  <a:pt x="18851" y="8197"/>
                  <a:pt x="19508" y="7357"/>
                </a:cubicBezTo>
                <a:cubicBezTo>
                  <a:pt x="19931" y="6835"/>
                  <a:pt x="20204" y="6226"/>
                  <a:pt x="20465" y="5605"/>
                </a:cubicBezTo>
                <a:cubicBezTo>
                  <a:pt x="20763" y="4872"/>
                  <a:pt x="20800" y="4089"/>
                  <a:pt x="21148" y="3368"/>
                </a:cubicBezTo>
                <a:cubicBezTo>
                  <a:pt x="21881" y="1865"/>
                  <a:pt x="23037" y="1219"/>
                  <a:pt x="24391" y="821"/>
                </a:cubicBezTo>
                <a:lnTo>
                  <a:pt x="2270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9;p11">
            <a:extLst>
              <a:ext uri="{FF2B5EF4-FFF2-40B4-BE49-F238E27FC236}">
                <a16:creationId xmlns:a16="http://schemas.microsoft.com/office/drawing/2014/main" id="{5A14CB88-4E08-245D-4066-D9E427D8F63C}"/>
              </a:ext>
            </a:extLst>
          </p:cNvPr>
          <p:cNvSpPr/>
          <p:nvPr/>
        </p:nvSpPr>
        <p:spPr>
          <a:xfrm>
            <a:off x="10282845" y="-156685"/>
            <a:ext cx="2532367" cy="653790"/>
          </a:xfrm>
          <a:custGeom>
            <a:avLst/>
            <a:gdLst/>
            <a:ahLst/>
            <a:cxnLst/>
            <a:rect l="l" t="t" r="r" b="b"/>
            <a:pathLst>
              <a:path w="17771" h="4588" extrusionOk="0">
                <a:moveTo>
                  <a:pt x="10347" y="0"/>
                </a:moveTo>
                <a:cubicBezTo>
                  <a:pt x="9938" y="0"/>
                  <a:pt x="9531" y="49"/>
                  <a:pt x="9160" y="122"/>
                </a:cubicBezTo>
                <a:cubicBezTo>
                  <a:pt x="8069" y="330"/>
                  <a:pt x="4812" y="1448"/>
                  <a:pt x="2558" y="1448"/>
                </a:cubicBezTo>
                <a:cubicBezTo>
                  <a:pt x="1449" y="1448"/>
                  <a:pt x="584" y="1178"/>
                  <a:pt x="338" y="395"/>
                </a:cubicBezTo>
                <a:cubicBezTo>
                  <a:pt x="226" y="420"/>
                  <a:pt x="127" y="458"/>
                  <a:pt x="27" y="482"/>
                </a:cubicBezTo>
                <a:cubicBezTo>
                  <a:pt x="0" y="1861"/>
                  <a:pt x="1213" y="2276"/>
                  <a:pt x="2751" y="2276"/>
                </a:cubicBezTo>
                <a:cubicBezTo>
                  <a:pt x="4762" y="2276"/>
                  <a:pt x="7330" y="1567"/>
                  <a:pt x="8414" y="1377"/>
                </a:cubicBezTo>
                <a:cubicBezTo>
                  <a:pt x="9088" y="1262"/>
                  <a:pt x="9679" y="1064"/>
                  <a:pt x="10310" y="1064"/>
                </a:cubicBezTo>
                <a:cubicBezTo>
                  <a:pt x="10564" y="1064"/>
                  <a:pt x="10824" y="1096"/>
                  <a:pt x="11098" y="1178"/>
                </a:cubicBezTo>
                <a:cubicBezTo>
                  <a:pt x="12005" y="1439"/>
                  <a:pt x="12378" y="2334"/>
                  <a:pt x="12800" y="3067"/>
                </a:cubicBezTo>
                <a:cubicBezTo>
                  <a:pt x="13279" y="3910"/>
                  <a:pt x="13872" y="4588"/>
                  <a:pt x="14782" y="4588"/>
                </a:cubicBezTo>
                <a:cubicBezTo>
                  <a:pt x="14958" y="4588"/>
                  <a:pt x="15146" y="4563"/>
                  <a:pt x="15347" y="4508"/>
                </a:cubicBezTo>
                <a:cubicBezTo>
                  <a:pt x="16379" y="4235"/>
                  <a:pt x="16888" y="3042"/>
                  <a:pt x="17211" y="2135"/>
                </a:cubicBezTo>
                <a:cubicBezTo>
                  <a:pt x="17398" y="1638"/>
                  <a:pt x="17646" y="979"/>
                  <a:pt x="17770" y="321"/>
                </a:cubicBezTo>
                <a:cubicBezTo>
                  <a:pt x="17398" y="209"/>
                  <a:pt x="17000" y="110"/>
                  <a:pt x="16602" y="23"/>
                </a:cubicBezTo>
                <a:cubicBezTo>
                  <a:pt x="16528" y="371"/>
                  <a:pt x="16478" y="731"/>
                  <a:pt x="16391" y="1042"/>
                </a:cubicBezTo>
                <a:cubicBezTo>
                  <a:pt x="16167" y="1849"/>
                  <a:pt x="15844" y="3216"/>
                  <a:pt x="14900" y="3464"/>
                </a:cubicBezTo>
                <a:cubicBezTo>
                  <a:pt x="14859" y="3475"/>
                  <a:pt x="14817" y="3480"/>
                  <a:pt x="14776" y="3480"/>
                </a:cubicBezTo>
                <a:cubicBezTo>
                  <a:pt x="13962" y="3480"/>
                  <a:pt x="13176" y="1475"/>
                  <a:pt x="12751" y="955"/>
                </a:cubicBezTo>
                <a:cubicBezTo>
                  <a:pt x="12169" y="236"/>
                  <a:pt x="11251" y="0"/>
                  <a:pt x="1034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" name="Google Shape;1140;p38">
            <a:extLst>
              <a:ext uri="{FF2B5EF4-FFF2-40B4-BE49-F238E27FC236}">
                <a16:creationId xmlns:a16="http://schemas.microsoft.com/office/drawing/2014/main" id="{F4314DD2-EA30-1674-F6EF-7AC7244FD01A}"/>
              </a:ext>
            </a:extLst>
          </p:cNvPr>
          <p:cNvGrpSpPr/>
          <p:nvPr/>
        </p:nvGrpSpPr>
        <p:grpSpPr>
          <a:xfrm>
            <a:off x="8791357" y="5524812"/>
            <a:ext cx="735150" cy="424150"/>
            <a:chOff x="9589700" y="3420525"/>
            <a:chExt cx="735150" cy="424150"/>
          </a:xfrm>
        </p:grpSpPr>
        <p:sp>
          <p:nvSpPr>
            <p:cNvPr id="49" name="Google Shape;1141;p38">
              <a:extLst>
                <a:ext uri="{FF2B5EF4-FFF2-40B4-BE49-F238E27FC236}">
                  <a16:creationId xmlns:a16="http://schemas.microsoft.com/office/drawing/2014/main" id="{024C5E0D-3933-1754-26B3-B178C6FBBE9C}"/>
                </a:ext>
              </a:extLst>
            </p:cNvPr>
            <p:cNvSpPr/>
            <p:nvPr/>
          </p:nvSpPr>
          <p:spPr>
            <a:xfrm>
              <a:off x="9589700" y="3420525"/>
              <a:ext cx="735150" cy="424150"/>
            </a:xfrm>
            <a:custGeom>
              <a:avLst/>
              <a:gdLst/>
              <a:ahLst/>
              <a:cxnLst/>
              <a:rect l="l" t="t" r="r" b="b"/>
              <a:pathLst>
                <a:path w="29406" h="16966" extrusionOk="0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142;p38">
              <a:extLst>
                <a:ext uri="{FF2B5EF4-FFF2-40B4-BE49-F238E27FC236}">
                  <a16:creationId xmlns:a16="http://schemas.microsoft.com/office/drawing/2014/main" id="{72E7E96D-48C9-BE40-D25E-5E5F742C2E19}"/>
                </a:ext>
              </a:extLst>
            </p:cNvPr>
            <p:cNvSpPr/>
            <p:nvPr/>
          </p:nvSpPr>
          <p:spPr>
            <a:xfrm>
              <a:off x="10025050" y="3507475"/>
              <a:ext cx="107000" cy="155300"/>
            </a:xfrm>
            <a:custGeom>
              <a:avLst/>
              <a:gdLst/>
              <a:ahLst/>
              <a:cxnLst/>
              <a:rect l="l" t="t" r="r" b="b"/>
              <a:pathLst>
                <a:path w="4280" h="6212" extrusionOk="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143;p38">
              <a:extLst>
                <a:ext uri="{FF2B5EF4-FFF2-40B4-BE49-F238E27FC236}">
                  <a16:creationId xmlns:a16="http://schemas.microsoft.com/office/drawing/2014/main" id="{C7F3CCE4-85C4-506F-D945-C36DF435579C}"/>
                </a:ext>
              </a:extLst>
            </p:cNvPr>
            <p:cNvSpPr/>
            <p:nvPr/>
          </p:nvSpPr>
          <p:spPr>
            <a:xfrm>
              <a:off x="9764075" y="3530325"/>
              <a:ext cx="119150" cy="158800"/>
            </a:xfrm>
            <a:custGeom>
              <a:avLst/>
              <a:gdLst/>
              <a:ahLst/>
              <a:cxnLst/>
              <a:rect l="l" t="t" r="r" b="b"/>
              <a:pathLst>
                <a:path w="4766" h="6352" extrusionOk="0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144;p38">
              <a:extLst>
                <a:ext uri="{FF2B5EF4-FFF2-40B4-BE49-F238E27FC236}">
                  <a16:creationId xmlns:a16="http://schemas.microsoft.com/office/drawing/2014/main" id="{3968247F-37FE-DF8E-8B85-D8B7CD3213AA}"/>
                </a:ext>
              </a:extLst>
            </p:cNvPr>
            <p:cNvSpPr/>
            <p:nvPr/>
          </p:nvSpPr>
          <p:spPr>
            <a:xfrm>
              <a:off x="9932575" y="3520100"/>
              <a:ext cx="77225" cy="135250"/>
            </a:xfrm>
            <a:custGeom>
              <a:avLst/>
              <a:gdLst/>
              <a:ahLst/>
              <a:cxnLst/>
              <a:rect l="l" t="t" r="r" b="b"/>
              <a:pathLst>
                <a:path w="3089" h="5410" extrusionOk="0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1145;p38">
              <a:extLst>
                <a:ext uri="{FF2B5EF4-FFF2-40B4-BE49-F238E27FC236}">
                  <a16:creationId xmlns:a16="http://schemas.microsoft.com/office/drawing/2014/main" id="{A14C9CF9-0AE4-7BC0-4C5E-FA23905A6B8D}"/>
                </a:ext>
              </a:extLst>
            </p:cNvPr>
            <p:cNvSpPr/>
            <p:nvPr/>
          </p:nvSpPr>
          <p:spPr>
            <a:xfrm>
              <a:off x="9641425" y="3803025"/>
              <a:ext cx="196350" cy="7875"/>
            </a:xfrm>
            <a:custGeom>
              <a:avLst/>
              <a:gdLst/>
              <a:ahLst/>
              <a:cxnLst/>
              <a:rect l="l" t="t" r="r" b="b"/>
              <a:pathLst>
                <a:path w="7854" h="315" extrusionOk="0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1146;p38">
              <a:extLst>
                <a:ext uri="{FF2B5EF4-FFF2-40B4-BE49-F238E27FC236}">
                  <a16:creationId xmlns:a16="http://schemas.microsoft.com/office/drawing/2014/main" id="{9EC5E79A-E4BE-0954-3994-9AF6AE262470}"/>
                </a:ext>
              </a:extLst>
            </p:cNvPr>
            <p:cNvSpPr/>
            <p:nvPr/>
          </p:nvSpPr>
          <p:spPr>
            <a:xfrm>
              <a:off x="9702950" y="3780250"/>
              <a:ext cx="183425" cy="13300"/>
            </a:xfrm>
            <a:custGeom>
              <a:avLst/>
              <a:gdLst/>
              <a:ahLst/>
              <a:cxnLst/>
              <a:rect l="l" t="t" r="r" b="b"/>
              <a:pathLst>
                <a:path w="7337" h="532" extrusionOk="0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147;p38">
              <a:extLst>
                <a:ext uri="{FF2B5EF4-FFF2-40B4-BE49-F238E27FC236}">
                  <a16:creationId xmlns:a16="http://schemas.microsoft.com/office/drawing/2014/main" id="{2279DFAE-15B1-24D5-71D3-243B5012CE3E}"/>
                </a:ext>
              </a:extLst>
            </p:cNvPr>
            <p:cNvSpPr/>
            <p:nvPr/>
          </p:nvSpPr>
          <p:spPr>
            <a:xfrm>
              <a:off x="10197075" y="3481625"/>
              <a:ext cx="51650" cy="87900"/>
            </a:xfrm>
            <a:custGeom>
              <a:avLst/>
              <a:gdLst/>
              <a:ahLst/>
              <a:cxnLst/>
              <a:rect l="l" t="t" r="r" b="b"/>
              <a:pathLst>
                <a:path w="2066" h="3516" extrusionOk="0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1148;p38">
            <a:extLst>
              <a:ext uri="{FF2B5EF4-FFF2-40B4-BE49-F238E27FC236}">
                <a16:creationId xmlns:a16="http://schemas.microsoft.com/office/drawing/2014/main" id="{290669AD-53E7-DA31-C430-3E559B26855E}"/>
              </a:ext>
            </a:extLst>
          </p:cNvPr>
          <p:cNvGrpSpPr/>
          <p:nvPr/>
        </p:nvGrpSpPr>
        <p:grpSpPr>
          <a:xfrm>
            <a:off x="9913107" y="4775437"/>
            <a:ext cx="483175" cy="1173525"/>
            <a:chOff x="6889800" y="1171275"/>
            <a:chExt cx="483175" cy="1173525"/>
          </a:xfrm>
        </p:grpSpPr>
        <p:sp>
          <p:nvSpPr>
            <p:cNvPr id="57" name="Google Shape;1149;p38">
              <a:extLst>
                <a:ext uri="{FF2B5EF4-FFF2-40B4-BE49-F238E27FC236}">
                  <a16:creationId xmlns:a16="http://schemas.microsoft.com/office/drawing/2014/main" id="{DF772A5B-39A6-10CD-113E-D0DD38A48A55}"/>
                </a:ext>
              </a:extLst>
            </p:cNvPr>
            <p:cNvSpPr/>
            <p:nvPr/>
          </p:nvSpPr>
          <p:spPr>
            <a:xfrm>
              <a:off x="6889800" y="1171275"/>
              <a:ext cx="483175" cy="1173525"/>
            </a:xfrm>
            <a:custGeom>
              <a:avLst/>
              <a:gdLst/>
              <a:ahLst/>
              <a:cxnLst/>
              <a:rect l="l" t="t" r="r" b="b"/>
              <a:pathLst>
                <a:path w="19327" h="46941" extrusionOk="0">
                  <a:moveTo>
                    <a:pt x="9247" y="731"/>
                  </a:moveTo>
                  <a:cubicBezTo>
                    <a:pt x="9512" y="731"/>
                    <a:pt x="9806" y="760"/>
                    <a:pt x="10158" y="941"/>
                  </a:cubicBezTo>
                  <a:cubicBezTo>
                    <a:pt x="9317" y="1027"/>
                    <a:pt x="8603" y="1182"/>
                    <a:pt x="7893" y="1182"/>
                  </a:cubicBezTo>
                  <a:cubicBezTo>
                    <a:pt x="7702" y="1182"/>
                    <a:pt x="7512" y="1171"/>
                    <a:pt x="7320" y="1145"/>
                  </a:cubicBezTo>
                  <a:cubicBezTo>
                    <a:pt x="7219" y="1132"/>
                    <a:pt x="7116" y="1126"/>
                    <a:pt x="7011" y="1126"/>
                  </a:cubicBezTo>
                  <a:cubicBezTo>
                    <a:pt x="6599" y="1126"/>
                    <a:pt x="6169" y="1214"/>
                    <a:pt x="5769" y="1301"/>
                  </a:cubicBezTo>
                  <a:cubicBezTo>
                    <a:pt x="4860" y="1505"/>
                    <a:pt x="3919" y="1458"/>
                    <a:pt x="3041" y="1787"/>
                  </a:cubicBezTo>
                  <a:cubicBezTo>
                    <a:pt x="3028" y="1790"/>
                    <a:pt x="3012" y="1791"/>
                    <a:pt x="2994" y="1791"/>
                  </a:cubicBezTo>
                  <a:cubicBezTo>
                    <a:pt x="2908" y="1791"/>
                    <a:pt x="2783" y="1761"/>
                    <a:pt x="2744" y="1709"/>
                  </a:cubicBezTo>
                  <a:cubicBezTo>
                    <a:pt x="2681" y="1599"/>
                    <a:pt x="2791" y="1505"/>
                    <a:pt x="2885" y="1442"/>
                  </a:cubicBezTo>
                  <a:cubicBezTo>
                    <a:pt x="3635" y="995"/>
                    <a:pt x="4465" y="747"/>
                    <a:pt x="5325" y="747"/>
                  </a:cubicBezTo>
                  <a:cubicBezTo>
                    <a:pt x="5400" y="747"/>
                    <a:pt x="5474" y="749"/>
                    <a:pt x="5549" y="753"/>
                  </a:cubicBezTo>
                  <a:cubicBezTo>
                    <a:pt x="5902" y="768"/>
                    <a:pt x="6255" y="773"/>
                    <a:pt x="6608" y="773"/>
                  </a:cubicBezTo>
                  <a:cubicBezTo>
                    <a:pt x="7368" y="773"/>
                    <a:pt x="8128" y="748"/>
                    <a:pt x="8888" y="737"/>
                  </a:cubicBezTo>
                  <a:cubicBezTo>
                    <a:pt x="9003" y="737"/>
                    <a:pt x="9122" y="731"/>
                    <a:pt x="9247" y="731"/>
                  </a:cubicBezTo>
                  <a:close/>
                  <a:moveTo>
                    <a:pt x="10079" y="1669"/>
                  </a:moveTo>
                  <a:cubicBezTo>
                    <a:pt x="10600" y="1669"/>
                    <a:pt x="10734" y="1848"/>
                    <a:pt x="10832" y="2446"/>
                  </a:cubicBezTo>
                  <a:cubicBezTo>
                    <a:pt x="10941" y="2994"/>
                    <a:pt x="10988" y="3543"/>
                    <a:pt x="10941" y="4107"/>
                  </a:cubicBezTo>
                  <a:cubicBezTo>
                    <a:pt x="10910" y="4515"/>
                    <a:pt x="10879" y="4922"/>
                    <a:pt x="10847" y="5424"/>
                  </a:cubicBezTo>
                  <a:cubicBezTo>
                    <a:pt x="10232" y="5585"/>
                    <a:pt x="9671" y="5787"/>
                    <a:pt x="9075" y="5787"/>
                  </a:cubicBezTo>
                  <a:cubicBezTo>
                    <a:pt x="9034" y="5787"/>
                    <a:pt x="8992" y="5786"/>
                    <a:pt x="8951" y="5784"/>
                  </a:cubicBezTo>
                  <a:cubicBezTo>
                    <a:pt x="8653" y="5769"/>
                    <a:pt x="8355" y="5737"/>
                    <a:pt x="8073" y="5674"/>
                  </a:cubicBezTo>
                  <a:cubicBezTo>
                    <a:pt x="7806" y="5612"/>
                    <a:pt x="7618" y="5439"/>
                    <a:pt x="7587" y="5142"/>
                  </a:cubicBezTo>
                  <a:cubicBezTo>
                    <a:pt x="7477" y="4170"/>
                    <a:pt x="7571" y="3214"/>
                    <a:pt x="7822" y="2273"/>
                  </a:cubicBezTo>
                  <a:cubicBezTo>
                    <a:pt x="7869" y="2069"/>
                    <a:pt x="7994" y="1944"/>
                    <a:pt x="8198" y="1913"/>
                  </a:cubicBezTo>
                  <a:cubicBezTo>
                    <a:pt x="8747" y="1819"/>
                    <a:pt x="9295" y="1725"/>
                    <a:pt x="9860" y="1678"/>
                  </a:cubicBezTo>
                  <a:cubicBezTo>
                    <a:pt x="9940" y="1672"/>
                    <a:pt x="10012" y="1669"/>
                    <a:pt x="10079" y="1669"/>
                  </a:cubicBezTo>
                  <a:close/>
                  <a:moveTo>
                    <a:pt x="10661" y="6212"/>
                  </a:moveTo>
                  <a:cubicBezTo>
                    <a:pt x="11412" y="6212"/>
                    <a:pt x="11729" y="6987"/>
                    <a:pt x="11553" y="7775"/>
                  </a:cubicBezTo>
                  <a:cubicBezTo>
                    <a:pt x="11506" y="7979"/>
                    <a:pt x="11364" y="8104"/>
                    <a:pt x="11192" y="8182"/>
                  </a:cubicBezTo>
                  <a:cubicBezTo>
                    <a:pt x="10847" y="8339"/>
                    <a:pt x="10502" y="8464"/>
                    <a:pt x="10110" y="8464"/>
                  </a:cubicBezTo>
                  <a:lnTo>
                    <a:pt x="9107" y="8464"/>
                  </a:lnTo>
                  <a:cubicBezTo>
                    <a:pt x="9107" y="8480"/>
                    <a:pt x="9107" y="8512"/>
                    <a:pt x="9107" y="8527"/>
                  </a:cubicBezTo>
                  <a:cubicBezTo>
                    <a:pt x="8621" y="8496"/>
                    <a:pt x="8136" y="8496"/>
                    <a:pt x="7650" y="8433"/>
                  </a:cubicBezTo>
                  <a:cubicBezTo>
                    <a:pt x="6897" y="8339"/>
                    <a:pt x="6788" y="8167"/>
                    <a:pt x="6882" y="7399"/>
                  </a:cubicBezTo>
                  <a:cubicBezTo>
                    <a:pt x="6897" y="7352"/>
                    <a:pt x="6897" y="7320"/>
                    <a:pt x="6897" y="7273"/>
                  </a:cubicBezTo>
                  <a:cubicBezTo>
                    <a:pt x="6960" y="6866"/>
                    <a:pt x="7211" y="6615"/>
                    <a:pt x="7618" y="6521"/>
                  </a:cubicBezTo>
                  <a:cubicBezTo>
                    <a:pt x="7825" y="6482"/>
                    <a:pt x="8042" y="6454"/>
                    <a:pt x="8260" y="6454"/>
                  </a:cubicBezTo>
                  <a:cubicBezTo>
                    <a:pt x="8308" y="6454"/>
                    <a:pt x="8355" y="6455"/>
                    <a:pt x="8402" y="6458"/>
                  </a:cubicBezTo>
                  <a:cubicBezTo>
                    <a:pt x="8540" y="6465"/>
                    <a:pt x="8678" y="6469"/>
                    <a:pt x="8815" y="6469"/>
                  </a:cubicBezTo>
                  <a:cubicBezTo>
                    <a:pt x="9314" y="6469"/>
                    <a:pt x="9803" y="6418"/>
                    <a:pt x="10283" y="6270"/>
                  </a:cubicBezTo>
                  <a:cubicBezTo>
                    <a:pt x="10419" y="6230"/>
                    <a:pt x="10546" y="6212"/>
                    <a:pt x="10661" y="6212"/>
                  </a:cubicBezTo>
                  <a:close/>
                  <a:moveTo>
                    <a:pt x="12926" y="8182"/>
                  </a:moveTo>
                  <a:cubicBezTo>
                    <a:pt x="13100" y="8182"/>
                    <a:pt x="13280" y="8219"/>
                    <a:pt x="13465" y="8276"/>
                  </a:cubicBezTo>
                  <a:cubicBezTo>
                    <a:pt x="13778" y="8370"/>
                    <a:pt x="14107" y="8449"/>
                    <a:pt x="14437" y="8527"/>
                  </a:cubicBezTo>
                  <a:cubicBezTo>
                    <a:pt x="14719" y="8590"/>
                    <a:pt x="15001" y="8653"/>
                    <a:pt x="15330" y="8966"/>
                  </a:cubicBezTo>
                  <a:cubicBezTo>
                    <a:pt x="14499" y="9577"/>
                    <a:pt x="13590" y="9671"/>
                    <a:pt x="12712" y="9781"/>
                  </a:cubicBezTo>
                  <a:cubicBezTo>
                    <a:pt x="11458" y="9938"/>
                    <a:pt x="10189" y="10016"/>
                    <a:pt x="8919" y="10126"/>
                  </a:cubicBezTo>
                  <a:cubicBezTo>
                    <a:pt x="8864" y="10137"/>
                    <a:pt x="8816" y="10148"/>
                    <a:pt x="8765" y="10148"/>
                  </a:cubicBezTo>
                  <a:cubicBezTo>
                    <a:pt x="8744" y="10148"/>
                    <a:pt x="8723" y="10146"/>
                    <a:pt x="8700" y="10142"/>
                  </a:cubicBezTo>
                  <a:cubicBezTo>
                    <a:pt x="8177" y="10080"/>
                    <a:pt x="7651" y="10067"/>
                    <a:pt x="7125" y="10067"/>
                  </a:cubicBezTo>
                  <a:cubicBezTo>
                    <a:pt x="6727" y="10067"/>
                    <a:pt x="6329" y="10074"/>
                    <a:pt x="5930" y="10074"/>
                  </a:cubicBezTo>
                  <a:cubicBezTo>
                    <a:pt x="5511" y="10074"/>
                    <a:pt x="5091" y="10066"/>
                    <a:pt x="4672" y="10032"/>
                  </a:cubicBezTo>
                  <a:cubicBezTo>
                    <a:pt x="4233" y="10001"/>
                    <a:pt x="3778" y="9954"/>
                    <a:pt x="3371" y="9750"/>
                  </a:cubicBezTo>
                  <a:cubicBezTo>
                    <a:pt x="3135" y="9640"/>
                    <a:pt x="3073" y="9358"/>
                    <a:pt x="3292" y="9233"/>
                  </a:cubicBezTo>
                  <a:cubicBezTo>
                    <a:pt x="3935" y="8825"/>
                    <a:pt x="4624" y="8574"/>
                    <a:pt x="5361" y="8417"/>
                  </a:cubicBezTo>
                  <a:cubicBezTo>
                    <a:pt x="5408" y="8410"/>
                    <a:pt x="5454" y="8406"/>
                    <a:pt x="5498" y="8406"/>
                  </a:cubicBezTo>
                  <a:cubicBezTo>
                    <a:pt x="5720" y="8406"/>
                    <a:pt x="5907" y="8504"/>
                    <a:pt x="6051" y="8700"/>
                  </a:cubicBezTo>
                  <a:cubicBezTo>
                    <a:pt x="6286" y="8982"/>
                    <a:pt x="6599" y="9044"/>
                    <a:pt x="6944" y="9091"/>
                  </a:cubicBezTo>
                  <a:cubicBezTo>
                    <a:pt x="7384" y="9133"/>
                    <a:pt x="7820" y="9152"/>
                    <a:pt x="8255" y="9152"/>
                  </a:cubicBezTo>
                  <a:cubicBezTo>
                    <a:pt x="9309" y="9152"/>
                    <a:pt x="10352" y="9036"/>
                    <a:pt x="11396" y="8825"/>
                  </a:cubicBezTo>
                  <a:cubicBezTo>
                    <a:pt x="11709" y="8778"/>
                    <a:pt x="11991" y="8668"/>
                    <a:pt x="12211" y="8464"/>
                  </a:cubicBezTo>
                  <a:cubicBezTo>
                    <a:pt x="12434" y="8260"/>
                    <a:pt x="12673" y="8182"/>
                    <a:pt x="12926" y="8182"/>
                  </a:cubicBezTo>
                  <a:close/>
                  <a:moveTo>
                    <a:pt x="15601" y="9838"/>
                  </a:moveTo>
                  <a:cubicBezTo>
                    <a:pt x="15862" y="9838"/>
                    <a:pt x="15972" y="9944"/>
                    <a:pt x="16082" y="10220"/>
                  </a:cubicBezTo>
                  <a:cubicBezTo>
                    <a:pt x="16098" y="10298"/>
                    <a:pt x="16129" y="10361"/>
                    <a:pt x="16145" y="10439"/>
                  </a:cubicBezTo>
                  <a:cubicBezTo>
                    <a:pt x="16647" y="12446"/>
                    <a:pt x="16992" y="14468"/>
                    <a:pt x="17101" y="16537"/>
                  </a:cubicBezTo>
                  <a:cubicBezTo>
                    <a:pt x="17117" y="16866"/>
                    <a:pt x="17070" y="17211"/>
                    <a:pt x="17117" y="17540"/>
                  </a:cubicBezTo>
                  <a:cubicBezTo>
                    <a:pt x="17477" y="19546"/>
                    <a:pt x="17399" y="21568"/>
                    <a:pt x="17524" y="23590"/>
                  </a:cubicBezTo>
                  <a:cubicBezTo>
                    <a:pt x="17650" y="25299"/>
                    <a:pt x="17791" y="27023"/>
                    <a:pt x="17901" y="28731"/>
                  </a:cubicBezTo>
                  <a:cubicBezTo>
                    <a:pt x="17979" y="30189"/>
                    <a:pt x="18042" y="31647"/>
                    <a:pt x="18136" y="33105"/>
                  </a:cubicBezTo>
                  <a:cubicBezTo>
                    <a:pt x="18277" y="35268"/>
                    <a:pt x="18434" y="37431"/>
                    <a:pt x="18606" y="39594"/>
                  </a:cubicBezTo>
                  <a:cubicBezTo>
                    <a:pt x="18669" y="40424"/>
                    <a:pt x="18637" y="41240"/>
                    <a:pt x="18559" y="42070"/>
                  </a:cubicBezTo>
                  <a:cubicBezTo>
                    <a:pt x="18512" y="42509"/>
                    <a:pt x="18434" y="42964"/>
                    <a:pt x="18402" y="43403"/>
                  </a:cubicBezTo>
                  <a:cubicBezTo>
                    <a:pt x="18371" y="43983"/>
                    <a:pt x="18089" y="44390"/>
                    <a:pt x="17603" y="44672"/>
                  </a:cubicBezTo>
                  <a:cubicBezTo>
                    <a:pt x="17509" y="44735"/>
                    <a:pt x="17415" y="44798"/>
                    <a:pt x="17305" y="44829"/>
                  </a:cubicBezTo>
                  <a:cubicBezTo>
                    <a:pt x="16098" y="45315"/>
                    <a:pt x="14891" y="45816"/>
                    <a:pt x="13575" y="46004"/>
                  </a:cubicBezTo>
                  <a:cubicBezTo>
                    <a:pt x="12603" y="46161"/>
                    <a:pt x="11647" y="46177"/>
                    <a:pt x="10675" y="46224"/>
                  </a:cubicBezTo>
                  <a:cubicBezTo>
                    <a:pt x="10591" y="46224"/>
                    <a:pt x="10515" y="46231"/>
                    <a:pt x="10440" y="46231"/>
                  </a:cubicBezTo>
                  <a:cubicBezTo>
                    <a:pt x="10403" y="46231"/>
                    <a:pt x="10367" y="46229"/>
                    <a:pt x="10330" y="46224"/>
                  </a:cubicBezTo>
                  <a:cubicBezTo>
                    <a:pt x="8998" y="46004"/>
                    <a:pt x="7634" y="46099"/>
                    <a:pt x="6302" y="45973"/>
                  </a:cubicBezTo>
                  <a:cubicBezTo>
                    <a:pt x="5095" y="45848"/>
                    <a:pt x="3856" y="45675"/>
                    <a:pt x="2712" y="45174"/>
                  </a:cubicBezTo>
                  <a:cubicBezTo>
                    <a:pt x="2195" y="44954"/>
                    <a:pt x="1646" y="44860"/>
                    <a:pt x="1223" y="44453"/>
                  </a:cubicBezTo>
                  <a:cubicBezTo>
                    <a:pt x="925" y="44171"/>
                    <a:pt x="753" y="43873"/>
                    <a:pt x="737" y="43481"/>
                  </a:cubicBezTo>
                  <a:cubicBezTo>
                    <a:pt x="706" y="42995"/>
                    <a:pt x="643" y="42509"/>
                    <a:pt x="659" y="42023"/>
                  </a:cubicBezTo>
                  <a:cubicBezTo>
                    <a:pt x="690" y="40158"/>
                    <a:pt x="596" y="38293"/>
                    <a:pt x="753" y="36412"/>
                  </a:cubicBezTo>
                  <a:cubicBezTo>
                    <a:pt x="847" y="35409"/>
                    <a:pt x="769" y="34390"/>
                    <a:pt x="769" y="33387"/>
                  </a:cubicBezTo>
                  <a:cubicBezTo>
                    <a:pt x="737" y="30879"/>
                    <a:pt x="831" y="28371"/>
                    <a:pt x="831" y="25863"/>
                  </a:cubicBezTo>
                  <a:cubicBezTo>
                    <a:pt x="831" y="23339"/>
                    <a:pt x="1207" y="20863"/>
                    <a:pt x="1380" y="18355"/>
                  </a:cubicBezTo>
                  <a:cubicBezTo>
                    <a:pt x="1521" y="16349"/>
                    <a:pt x="1803" y="14342"/>
                    <a:pt x="2023" y="12320"/>
                  </a:cubicBezTo>
                  <a:cubicBezTo>
                    <a:pt x="2070" y="11772"/>
                    <a:pt x="2117" y="11208"/>
                    <a:pt x="2195" y="10659"/>
                  </a:cubicBezTo>
                  <a:cubicBezTo>
                    <a:pt x="2223" y="10417"/>
                    <a:pt x="2381" y="10278"/>
                    <a:pt x="2598" y="10278"/>
                  </a:cubicBezTo>
                  <a:cubicBezTo>
                    <a:pt x="2620" y="10278"/>
                    <a:pt x="2642" y="10280"/>
                    <a:pt x="2665" y="10283"/>
                  </a:cubicBezTo>
                  <a:cubicBezTo>
                    <a:pt x="2932" y="10314"/>
                    <a:pt x="3198" y="10345"/>
                    <a:pt x="3449" y="10408"/>
                  </a:cubicBezTo>
                  <a:cubicBezTo>
                    <a:pt x="4624" y="10690"/>
                    <a:pt x="5816" y="10690"/>
                    <a:pt x="7023" y="10690"/>
                  </a:cubicBezTo>
                  <a:cubicBezTo>
                    <a:pt x="8700" y="10675"/>
                    <a:pt x="10377" y="10612"/>
                    <a:pt x="12054" y="10424"/>
                  </a:cubicBezTo>
                  <a:cubicBezTo>
                    <a:pt x="13026" y="10314"/>
                    <a:pt x="13998" y="10220"/>
                    <a:pt x="14938" y="9938"/>
                  </a:cubicBezTo>
                  <a:cubicBezTo>
                    <a:pt x="15111" y="9875"/>
                    <a:pt x="15299" y="9860"/>
                    <a:pt x="15487" y="9844"/>
                  </a:cubicBezTo>
                  <a:cubicBezTo>
                    <a:pt x="15528" y="9840"/>
                    <a:pt x="15566" y="9838"/>
                    <a:pt x="15601" y="9838"/>
                  </a:cubicBezTo>
                  <a:close/>
                  <a:moveTo>
                    <a:pt x="10142" y="0"/>
                  </a:moveTo>
                  <a:cubicBezTo>
                    <a:pt x="9922" y="0"/>
                    <a:pt x="9703" y="32"/>
                    <a:pt x="9468" y="32"/>
                  </a:cubicBezTo>
                  <a:cubicBezTo>
                    <a:pt x="8759" y="54"/>
                    <a:pt x="8043" y="123"/>
                    <a:pt x="7330" y="123"/>
                  </a:cubicBezTo>
                  <a:cubicBezTo>
                    <a:pt x="7033" y="123"/>
                    <a:pt x="6737" y="111"/>
                    <a:pt x="6443" y="79"/>
                  </a:cubicBezTo>
                  <a:cubicBezTo>
                    <a:pt x="6279" y="60"/>
                    <a:pt x="6116" y="52"/>
                    <a:pt x="5954" y="52"/>
                  </a:cubicBezTo>
                  <a:cubicBezTo>
                    <a:pt x="5291" y="52"/>
                    <a:pt x="4639" y="188"/>
                    <a:pt x="3998" y="314"/>
                  </a:cubicBezTo>
                  <a:cubicBezTo>
                    <a:pt x="3324" y="439"/>
                    <a:pt x="2728" y="753"/>
                    <a:pt x="2179" y="1145"/>
                  </a:cubicBezTo>
                  <a:cubicBezTo>
                    <a:pt x="1709" y="1474"/>
                    <a:pt x="1756" y="2383"/>
                    <a:pt x="2226" y="2712"/>
                  </a:cubicBezTo>
                  <a:cubicBezTo>
                    <a:pt x="2291" y="2751"/>
                    <a:pt x="2398" y="2779"/>
                    <a:pt x="2486" y="2779"/>
                  </a:cubicBezTo>
                  <a:cubicBezTo>
                    <a:pt x="2505" y="2779"/>
                    <a:pt x="2523" y="2777"/>
                    <a:pt x="2540" y="2775"/>
                  </a:cubicBezTo>
                  <a:cubicBezTo>
                    <a:pt x="2681" y="2759"/>
                    <a:pt x="2822" y="2696"/>
                    <a:pt x="2963" y="2634"/>
                  </a:cubicBezTo>
                  <a:cubicBezTo>
                    <a:pt x="4013" y="2054"/>
                    <a:pt x="5204" y="2101"/>
                    <a:pt x="6349" y="1944"/>
                  </a:cubicBezTo>
                  <a:cubicBezTo>
                    <a:pt x="6397" y="1938"/>
                    <a:pt x="6442" y="1934"/>
                    <a:pt x="6485" y="1934"/>
                  </a:cubicBezTo>
                  <a:cubicBezTo>
                    <a:pt x="6862" y="1934"/>
                    <a:pt x="7043" y="2178"/>
                    <a:pt x="7085" y="2587"/>
                  </a:cubicBezTo>
                  <a:cubicBezTo>
                    <a:pt x="7085" y="2696"/>
                    <a:pt x="7085" y="2806"/>
                    <a:pt x="7085" y="2916"/>
                  </a:cubicBezTo>
                  <a:cubicBezTo>
                    <a:pt x="7038" y="3668"/>
                    <a:pt x="6976" y="4405"/>
                    <a:pt x="6929" y="5157"/>
                  </a:cubicBezTo>
                  <a:cubicBezTo>
                    <a:pt x="6913" y="5392"/>
                    <a:pt x="6866" y="5612"/>
                    <a:pt x="6662" y="5753"/>
                  </a:cubicBezTo>
                  <a:cubicBezTo>
                    <a:pt x="6333" y="6004"/>
                    <a:pt x="6255" y="6333"/>
                    <a:pt x="6223" y="6740"/>
                  </a:cubicBezTo>
                  <a:cubicBezTo>
                    <a:pt x="6161" y="7649"/>
                    <a:pt x="6129" y="7712"/>
                    <a:pt x="5283" y="7822"/>
                  </a:cubicBezTo>
                  <a:cubicBezTo>
                    <a:pt x="4421" y="7947"/>
                    <a:pt x="3653" y="8355"/>
                    <a:pt x="2838" y="8637"/>
                  </a:cubicBezTo>
                  <a:cubicBezTo>
                    <a:pt x="1866" y="8982"/>
                    <a:pt x="1584" y="9703"/>
                    <a:pt x="1505" y="10612"/>
                  </a:cubicBezTo>
                  <a:cubicBezTo>
                    <a:pt x="1490" y="10800"/>
                    <a:pt x="1490" y="10988"/>
                    <a:pt x="1490" y="11176"/>
                  </a:cubicBezTo>
                  <a:cubicBezTo>
                    <a:pt x="1474" y="12524"/>
                    <a:pt x="1286" y="13856"/>
                    <a:pt x="1113" y="15204"/>
                  </a:cubicBezTo>
                  <a:cubicBezTo>
                    <a:pt x="957" y="16380"/>
                    <a:pt x="784" y="17571"/>
                    <a:pt x="800" y="18778"/>
                  </a:cubicBezTo>
                  <a:cubicBezTo>
                    <a:pt x="816" y="19405"/>
                    <a:pt x="722" y="20048"/>
                    <a:pt x="659" y="20675"/>
                  </a:cubicBezTo>
                  <a:cubicBezTo>
                    <a:pt x="471" y="22462"/>
                    <a:pt x="251" y="24249"/>
                    <a:pt x="377" y="26051"/>
                  </a:cubicBezTo>
                  <a:cubicBezTo>
                    <a:pt x="408" y="26537"/>
                    <a:pt x="361" y="27039"/>
                    <a:pt x="298" y="27509"/>
                  </a:cubicBezTo>
                  <a:cubicBezTo>
                    <a:pt x="126" y="28747"/>
                    <a:pt x="157" y="29970"/>
                    <a:pt x="204" y="31208"/>
                  </a:cubicBezTo>
                  <a:cubicBezTo>
                    <a:pt x="251" y="32854"/>
                    <a:pt x="204" y="34500"/>
                    <a:pt x="204" y="36145"/>
                  </a:cubicBezTo>
                  <a:lnTo>
                    <a:pt x="173" y="36145"/>
                  </a:lnTo>
                  <a:cubicBezTo>
                    <a:pt x="142" y="38214"/>
                    <a:pt x="110" y="40268"/>
                    <a:pt x="95" y="42321"/>
                  </a:cubicBezTo>
                  <a:cubicBezTo>
                    <a:pt x="95" y="42917"/>
                    <a:pt x="1" y="43528"/>
                    <a:pt x="110" y="44124"/>
                  </a:cubicBezTo>
                  <a:cubicBezTo>
                    <a:pt x="142" y="44312"/>
                    <a:pt x="189" y="44500"/>
                    <a:pt x="361" y="44609"/>
                  </a:cubicBezTo>
                  <a:cubicBezTo>
                    <a:pt x="1082" y="45048"/>
                    <a:pt x="1709" y="45644"/>
                    <a:pt x="2540" y="45942"/>
                  </a:cubicBezTo>
                  <a:cubicBezTo>
                    <a:pt x="3543" y="46287"/>
                    <a:pt x="4593" y="46396"/>
                    <a:pt x="5596" y="46663"/>
                  </a:cubicBezTo>
                  <a:cubicBezTo>
                    <a:pt x="6035" y="46788"/>
                    <a:pt x="6474" y="46804"/>
                    <a:pt x="6929" y="46804"/>
                  </a:cubicBezTo>
                  <a:cubicBezTo>
                    <a:pt x="7085" y="46801"/>
                    <a:pt x="7240" y="46800"/>
                    <a:pt x="7395" y="46800"/>
                  </a:cubicBezTo>
                  <a:cubicBezTo>
                    <a:pt x="8144" y="46800"/>
                    <a:pt x="8884" y="46830"/>
                    <a:pt x="9625" y="46882"/>
                  </a:cubicBezTo>
                  <a:cubicBezTo>
                    <a:pt x="10202" y="46916"/>
                    <a:pt x="10779" y="46941"/>
                    <a:pt x="11354" y="46941"/>
                  </a:cubicBezTo>
                  <a:cubicBezTo>
                    <a:pt x="12903" y="46941"/>
                    <a:pt x="14436" y="46761"/>
                    <a:pt x="15910" y="46099"/>
                  </a:cubicBezTo>
                  <a:cubicBezTo>
                    <a:pt x="16176" y="45973"/>
                    <a:pt x="16474" y="45895"/>
                    <a:pt x="16756" y="45832"/>
                  </a:cubicBezTo>
                  <a:cubicBezTo>
                    <a:pt x="17368" y="45738"/>
                    <a:pt x="17869" y="45440"/>
                    <a:pt x="18340" y="45048"/>
                  </a:cubicBezTo>
                  <a:cubicBezTo>
                    <a:pt x="18622" y="44813"/>
                    <a:pt x="18794" y="44594"/>
                    <a:pt x="18857" y="44233"/>
                  </a:cubicBezTo>
                  <a:cubicBezTo>
                    <a:pt x="19092" y="42635"/>
                    <a:pt x="19327" y="41036"/>
                    <a:pt x="19092" y="39421"/>
                  </a:cubicBezTo>
                  <a:cubicBezTo>
                    <a:pt x="19029" y="38982"/>
                    <a:pt x="19014" y="38528"/>
                    <a:pt x="18982" y="38073"/>
                  </a:cubicBezTo>
                  <a:cubicBezTo>
                    <a:pt x="18778" y="34719"/>
                    <a:pt x="18590" y="31349"/>
                    <a:pt x="18387" y="27995"/>
                  </a:cubicBezTo>
                  <a:cubicBezTo>
                    <a:pt x="18230" y="25189"/>
                    <a:pt x="18073" y="22383"/>
                    <a:pt x="17901" y="19578"/>
                  </a:cubicBezTo>
                  <a:cubicBezTo>
                    <a:pt x="17885" y="19201"/>
                    <a:pt x="17822" y="18841"/>
                    <a:pt x="17775" y="18465"/>
                  </a:cubicBezTo>
                  <a:cubicBezTo>
                    <a:pt x="17728" y="18026"/>
                    <a:pt x="17650" y="17571"/>
                    <a:pt x="17650" y="17132"/>
                  </a:cubicBezTo>
                  <a:cubicBezTo>
                    <a:pt x="17650" y="15878"/>
                    <a:pt x="17524" y="14672"/>
                    <a:pt x="17258" y="13449"/>
                  </a:cubicBezTo>
                  <a:cubicBezTo>
                    <a:pt x="17023" y="12320"/>
                    <a:pt x="16803" y="11176"/>
                    <a:pt x="16647" y="10016"/>
                  </a:cubicBezTo>
                  <a:cubicBezTo>
                    <a:pt x="16568" y="9468"/>
                    <a:pt x="16380" y="9029"/>
                    <a:pt x="16004" y="8637"/>
                  </a:cubicBezTo>
                  <a:cubicBezTo>
                    <a:pt x="15597" y="8229"/>
                    <a:pt x="15173" y="7900"/>
                    <a:pt x="14578" y="7806"/>
                  </a:cubicBezTo>
                  <a:cubicBezTo>
                    <a:pt x="14092" y="7712"/>
                    <a:pt x="13622" y="7587"/>
                    <a:pt x="13151" y="7477"/>
                  </a:cubicBezTo>
                  <a:cubicBezTo>
                    <a:pt x="12665" y="7367"/>
                    <a:pt x="12352" y="7101"/>
                    <a:pt x="12274" y="6599"/>
                  </a:cubicBezTo>
                  <a:cubicBezTo>
                    <a:pt x="12227" y="6301"/>
                    <a:pt x="12211" y="5941"/>
                    <a:pt x="11944" y="5784"/>
                  </a:cubicBezTo>
                  <a:cubicBezTo>
                    <a:pt x="11506" y="5518"/>
                    <a:pt x="11521" y="5095"/>
                    <a:pt x="11490" y="4703"/>
                  </a:cubicBezTo>
                  <a:cubicBezTo>
                    <a:pt x="11458" y="4076"/>
                    <a:pt x="11474" y="3433"/>
                    <a:pt x="11474" y="2806"/>
                  </a:cubicBezTo>
                  <a:cubicBezTo>
                    <a:pt x="11458" y="2602"/>
                    <a:pt x="11600" y="2461"/>
                    <a:pt x="11662" y="2289"/>
                  </a:cubicBezTo>
                  <a:cubicBezTo>
                    <a:pt x="12117" y="972"/>
                    <a:pt x="11568" y="47"/>
                    <a:pt x="1014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1150;p38">
              <a:extLst>
                <a:ext uri="{FF2B5EF4-FFF2-40B4-BE49-F238E27FC236}">
                  <a16:creationId xmlns:a16="http://schemas.microsoft.com/office/drawing/2014/main" id="{5C197E2E-B465-F361-38E4-BC61814ED327}"/>
                </a:ext>
              </a:extLst>
            </p:cNvPr>
            <p:cNvSpPr/>
            <p:nvPr/>
          </p:nvSpPr>
          <p:spPr>
            <a:xfrm>
              <a:off x="6912550" y="1665350"/>
              <a:ext cx="426100" cy="30900"/>
            </a:xfrm>
            <a:custGeom>
              <a:avLst/>
              <a:gdLst/>
              <a:ahLst/>
              <a:cxnLst/>
              <a:rect l="l" t="t" r="r" b="b"/>
              <a:pathLst>
                <a:path w="17044" h="1236" extrusionOk="0">
                  <a:moveTo>
                    <a:pt x="16736" y="1"/>
                  </a:moveTo>
                  <a:cubicBezTo>
                    <a:pt x="16727" y="1"/>
                    <a:pt x="16718" y="1"/>
                    <a:pt x="16708" y="3"/>
                  </a:cubicBezTo>
                  <a:cubicBezTo>
                    <a:pt x="13441" y="558"/>
                    <a:pt x="10134" y="848"/>
                    <a:pt x="6828" y="848"/>
                  </a:cubicBezTo>
                  <a:cubicBezTo>
                    <a:pt x="4631" y="848"/>
                    <a:pt x="2434" y="720"/>
                    <a:pt x="250" y="457"/>
                  </a:cubicBezTo>
                  <a:cubicBezTo>
                    <a:pt x="241" y="456"/>
                    <a:pt x="232" y="455"/>
                    <a:pt x="223" y="455"/>
                  </a:cubicBezTo>
                  <a:cubicBezTo>
                    <a:pt x="0" y="455"/>
                    <a:pt x="9" y="819"/>
                    <a:pt x="250" y="849"/>
                  </a:cubicBezTo>
                  <a:cubicBezTo>
                    <a:pt x="2430" y="1110"/>
                    <a:pt x="4621" y="1235"/>
                    <a:pt x="6813" y="1235"/>
                  </a:cubicBezTo>
                  <a:cubicBezTo>
                    <a:pt x="10155" y="1235"/>
                    <a:pt x="13499" y="944"/>
                    <a:pt x="16803" y="395"/>
                  </a:cubicBezTo>
                  <a:cubicBezTo>
                    <a:pt x="17043" y="349"/>
                    <a:pt x="16952" y="1"/>
                    <a:pt x="167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1151;p38">
              <a:extLst>
                <a:ext uri="{FF2B5EF4-FFF2-40B4-BE49-F238E27FC236}">
                  <a16:creationId xmlns:a16="http://schemas.microsoft.com/office/drawing/2014/main" id="{35CF0796-985A-C3FF-E2FC-537C85ECD8A4}"/>
                </a:ext>
              </a:extLst>
            </p:cNvPr>
            <p:cNvSpPr/>
            <p:nvPr/>
          </p:nvSpPr>
          <p:spPr>
            <a:xfrm>
              <a:off x="6899375" y="1913575"/>
              <a:ext cx="454050" cy="48350"/>
            </a:xfrm>
            <a:custGeom>
              <a:avLst/>
              <a:gdLst/>
              <a:ahLst/>
              <a:cxnLst/>
              <a:rect l="l" t="t" r="r" b="b"/>
              <a:pathLst>
                <a:path w="18162" h="1934" extrusionOk="0">
                  <a:moveTo>
                    <a:pt x="260" y="1"/>
                  </a:moveTo>
                  <a:cubicBezTo>
                    <a:pt x="70" y="1"/>
                    <a:pt x="0" y="316"/>
                    <a:pt x="213" y="387"/>
                  </a:cubicBezTo>
                  <a:cubicBezTo>
                    <a:pt x="3615" y="1413"/>
                    <a:pt x="7167" y="1934"/>
                    <a:pt x="10717" y="1934"/>
                  </a:cubicBezTo>
                  <a:cubicBezTo>
                    <a:pt x="13137" y="1934"/>
                    <a:pt x="15555" y="1692"/>
                    <a:pt x="17925" y="1202"/>
                  </a:cubicBezTo>
                  <a:cubicBezTo>
                    <a:pt x="18161" y="1158"/>
                    <a:pt x="18078" y="822"/>
                    <a:pt x="17871" y="822"/>
                  </a:cubicBezTo>
                  <a:cubicBezTo>
                    <a:pt x="17858" y="822"/>
                    <a:pt x="17845" y="824"/>
                    <a:pt x="17831" y="826"/>
                  </a:cubicBezTo>
                  <a:cubicBezTo>
                    <a:pt x="15493" y="1308"/>
                    <a:pt x="13106" y="1546"/>
                    <a:pt x="10719" y="1546"/>
                  </a:cubicBezTo>
                  <a:cubicBezTo>
                    <a:pt x="7201" y="1546"/>
                    <a:pt x="3684" y="1029"/>
                    <a:pt x="323" y="11"/>
                  </a:cubicBezTo>
                  <a:cubicBezTo>
                    <a:pt x="301" y="4"/>
                    <a:pt x="280" y="1"/>
                    <a:pt x="2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1152;p38">
              <a:extLst>
                <a:ext uri="{FF2B5EF4-FFF2-40B4-BE49-F238E27FC236}">
                  <a16:creationId xmlns:a16="http://schemas.microsoft.com/office/drawing/2014/main" id="{5A731081-7F3A-6D6E-9E56-2A67B11CD3F5}"/>
                </a:ext>
              </a:extLst>
            </p:cNvPr>
            <p:cNvSpPr/>
            <p:nvPr/>
          </p:nvSpPr>
          <p:spPr>
            <a:xfrm>
              <a:off x="7037325" y="1754975"/>
              <a:ext cx="249325" cy="30500"/>
            </a:xfrm>
            <a:custGeom>
              <a:avLst/>
              <a:gdLst/>
              <a:ahLst/>
              <a:cxnLst/>
              <a:rect l="l" t="t" r="r" b="b"/>
              <a:pathLst>
                <a:path w="9973" h="1220" extrusionOk="0">
                  <a:moveTo>
                    <a:pt x="7552" y="1"/>
                  </a:moveTo>
                  <a:cubicBezTo>
                    <a:pt x="7453" y="1"/>
                    <a:pt x="7352" y="12"/>
                    <a:pt x="7250" y="38"/>
                  </a:cubicBezTo>
                  <a:cubicBezTo>
                    <a:pt x="6874" y="132"/>
                    <a:pt x="6592" y="383"/>
                    <a:pt x="6263" y="556"/>
                  </a:cubicBezTo>
                  <a:cubicBezTo>
                    <a:pt x="6067" y="667"/>
                    <a:pt x="5896" y="715"/>
                    <a:pt x="5734" y="715"/>
                  </a:cubicBezTo>
                  <a:cubicBezTo>
                    <a:pt x="5442" y="715"/>
                    <a:pt x="5181" y="558"/>
                    <a:pt x="4868" y="336"/>
                  </a:cubicBezTo>
                  <a:cubicBezTo>
                    <a:pt x="4549" y="115"/>
                    <a:pt x="4246" y="9"/>
                    <a:pt x="3929" y="9"/>
                  </a:cubicBezTo>
                  <a:cubicBezTo>
                    <a:pt x="3685" y="9"/>
                    <a:pt x="3433" y="72"/>
                    <a:pt x="3159" y="195"/>
                  </a:cubicBezTo>
                  <a:cubicBezTo>
                    <a:pt x="2752" y="383"/>
                    <a:pt x="2360" y="665"/>
                    <a:pt x="1921" y="744"/>
                  </a:cubicBezTo>
                  <a:cubicBezTo>
                    <a:pt x="1811" y="765"/>
                    <a:pt x="1704" y="775"/>
                    <a:pt x="1601" y="775"/>
                  </a:cubicBezTo>
                  <a:cubicBezTo>
                    <a:pt x="1087" y="775"/>
                    <a:pt x="656" y="527"/>
                    <a:pt x="291" y="148"/>
                  </a:cubicBezTo>
                  <a:cubicBezTo>
                    <a:pt x="263" y="121"/>
                    <a:pt x="230" y="109"/>
                    <a:pt x="197" y="109"/>
                  </a:cubicBezTo>
                  <a:cubicBezTo>
                    <a:pt x="98" y="109"/>
                    <a:pt x="1" y="215"/>
                    <a:pt x="71" y="321"/>
                  </a:cubicBezTo>
                  <a:cubicBezTo>
                    <a:pt x="434" y="852"/>
                    <a:pt x="1065" y="1180"/>
                    <a:pt x="1716" y="1180"/>
                  </a:cubicBezTo>
                  <a:cubicBezTo>
                    <a:pt x="1852" y="1180"/>
                    <a:pt x="1989" y="1165"/>
                    <a:pt x="2125" y="1136"/>
                  </a:cubicBezTo>
                  <a:cubicBezTo>
                    <a:pt x="2595" y="1026"/>
                    <a:pt x="2987" y="728"/>
                    <a:pt x="3441" y="556"/>
                  </a:cubicBezTo>
                  <a:cubicBezTo>
                    <a:pt x="3600" y="494"/>
                    <a:pt x="3739" y="468"/>
                    <a:pt x="3866" y="468"/>
                  </a:cubicBezTo>
                  <a:cubicBezTo>
                    <a:pt x="4352" y="468"/>
                    <a:pt x="4653" y="852"/>
                    <a:pt x="5150" y="1089"/>
                  </a:cubicBezTo>
                  <a:cubicBezTo>
                    <a:pt x="5336" y="1181"/>
                    <a:pt x="5504" y="1219"/>
                    <a:pt x="5662" y="1219"/>
                  </a:cubicBezTo>
                  <a:cubicBezTo>
                    <a:pt x="6277" y="1219"/>
                    <a:pt x="6727" y="643"/>
                    <a:pt x="7376" y="493"/>
                  </a:cubicBezTo>
                  <a:cubicBezTo>
                    <a:pt x="7434" y="482"/>
                    <a:pt x="7494" y="477"/>
                    <a:pt x="7555" y="477"/>
                  </a:cubicBezTo>
                  <a:cubicBezTo>
                    <a:pt x="8073" y="477"/>
                    <a:pt x="8666" y="842"/>
                    <a:pt x="9177" y="842"/>
                  </a:cubicBezTo>
                  <a:cubicBezTo>
                    <a:pt x="9442" y="842"/>
                    <a:pt x="9685" y="744"/>
                    <a:pt x="9884" y="446"/>
                  </a:cubicBezTo>
                  <a:cubicBezTo>
                    <a:pt x="9973" y="318"/>
                    <a:pt x="9854" y="170"/>
                    <a:pt x="9723" y="170"/>
                  </a:cubicBezTo>
                  <a:cubicBezTo>
                    <a:pt x="9693" y="170"/>
                    <a:pt x="9662" y="178"/>
                    <a:pt x="9633" y="195"/>
                  </a:cubicBezTo>
                  <a:cubicBezTo>
                    <a:pt x="9456" y="296"/>
                    <a:pt x="9282" y="333"/>
                    <a:pt x="9109" y="333"/>
                  </a:cubicBezTo>
                  <a:cubicBezTo>
                    <a:pt x="8596" y="333"/>
                    <a:pt x="8093" y="1"/>
                    <a:pt x="75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1153;p38">
              <a:extLst>
                <a:ext uri="{FF2B5EF4-FFF2-40B4-BE49-F238E27FC236}">
                  <a16:creationId xmlns:a16="http://schemas.microsoft.com/office/drawing/2014/main" id="{CFD526D1-697A-4355-8359-CBAC37E3CF8C}"/>
                </a:ext>
              </a:extLst>
            </p:cNvPr>
            <p:cNvSpPr/>
            <p:nvPr/>
          </p:nvSpPr>
          <p:spPr>
            <a:xfrm>
              <a:off x="7127075" y="1826375"/>
              <a:ext cx="160875" cy="34600"/>
            </a:xfrm>
            <a:custGeom>
              <a:avLst/>
              <a:gdLst/>
              <a:ahLst/>
              <a:cxnLst/>
              <a:rect l="l" t="t" r="r" b="b"/>
              <a:pathLst>
                <a:path w="6435" h="1384" extrusionOk="0">
                  <a:moveTo>
                    <a:pt x="5822" y="0"/>
                  </a:moveTo>
                  <a:cubicBezTo>
                    <a:pt x="5426" y="0"/>
                    <a:pt x="5033" y="91"/>
                    <a:pt x="4648" y="208"/>
                  </a:cubicBezTo>
                  <a:cubicBezTo>
                    <a:pt x="4141" y="368"/>
                    <a:pt x="3543" y="834"/>
                    <a:pt x="2999" y="834"/>
                  </a:cubicBezTo>
                  <a:cubicBezTo>
                    <a:pt x="2904" y="834"/>
                    <a:pt x="2811" y="820"/>
                    <a:pt x="2720" y="788"/>
                  </a:cubicBezTo>
                  <a:cubicBezTo>
                    <a:pt x="2297" y="631"/>
                    <a:pt x="1967" y="411"/>
                    <a:pt x="1497" y="396"/>
                  </a:cubicBezTo>
                  <a:cubicBezTo>
                    <a:pt x="1451" y="393"/>
                    <a:pt x="1404" y="391"/>
                    <a:pt x="1358" y="391"/>
                  </a:cubicBezTo>
                  <a:cubicBezTo>
                    <a:pt x="908" y="391"/>
                    <a:pt x="483" y="527"/>
                    <a:pt x="71" y="741"/>
                  </a:cubicBezTo>
                  <a:cubicBezTo>
                    <a:pt x="0" y="783"/>
                    <a:pt x="44" y="902"/>
                    <a:pt x="123" y="902"/>
                  </a:cubicBezTo>
                  <a:cubicBezTo>
                    <a:pt x="131" y="902"/>
                    <a:pt x="140" y="900"/>
                    <a:pt x="149" y="897"/>
                  </a:cubicBezTo>
                  <a:cubicBezTo>
                    <a:pt x="440" y="777"/>
                    <a:pt x="750" y="717"/>
                    <a:pt x="1063" y="717"/>
                  </a:cubicBezTo>
                  <a:cubicBezTo>
                    <a:pt x="1440" y="717"/>
                    <a:pt x="1820" y="804"/>
                    <a:pt x="2171" y="976"/>
                  </a:cubicBezTo>
                  <a:cubicBezTo>
                    <a:pt x="2461" y="1128"/>
                    <a:pt x="2720" y="1384"/>
                    <a:pt x="3080" y="1384"/>
                  </a:cubicBezTo>
                  <a:cubicBezTo>
                    <a:pt x="3090" y="1384"/>
                    <a:pt x="3101" y="1384"/>
                    <a:pt x="3112" y="1383"/>
                  </a:cubicBezTo>
                  <a:cubicBezTo>
                    <a:pt x="3582" y="1352"/>
                    <a:pt x="4036" y="960"/>
                    <a:pt x="4460" y="803"/>
                  </a:cubicBezTo>
                  <a:cubicBezTo>
                    <a:pt x="5040" y="599"/>
                    <a:pt x="5635" y="584"/>
                    <a:pt x="6231" y="443"/>
                  </a:cubicBezTo>
                  <a:cubicBezTo>
                    <a:pt x="6419" y="396"/>
                    <a:pt x="6435" y="67"/>
                    <a:pt x="6231" y="35"/>
                  </a:cubicBezTo>
                  <a:cubicBezTo>
                    <a:pt x="6094" y="11"/>
                    <a:pt x="5958" y="0"/>
                    <a:pt x="58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1154;p38">
              <a:extLst>
                <a:ext uri="{FF2B5EF4-FFF2-40B4-BE49-F238E27FC236}">
                  <a16:creationId xmlns:a16="http://schemas.microsoft.com/office/drawing/2014/main" id="{A8E7E0A7-5062-2F33-838C-387C768B18B2}"/>
                </a:ext>
              </a:extLst>
            </p:cNvPr>
            <p:cNvSpPr/>
            <p:nvPr/>
          </p:nvSpPr>
          <p:spPr>
            <a:xfrm>
              <a:off x="7302825" y="1983100"/>
              <a:ext cx="27050" cy="253775"/>
            </a:xfrm>
            <a:custGeom>
              <a:avLst/>
              <a:gdLst/>
              <a:ahLst/>
              <a:cxnLst/>
              <a:rect l="l" t="t" r="r" b="b"/>
              <a:pathLst>
                <a:path w="1082" h="10151" extrusionOk="0">
                  <a:moveTo>
                    <a:pt x="200" y="0"/>
                  </a:moveTo>
                  <a:cubicBezTo>
                    <a:pt x="164" y="0"/>
                    <a:pt x="126" y="24"/>
                    <a:pt x="126" y="67"/>
                  </a:cubicBezTo>
                  <a:cubicBezTo>
                    <a:pt x="0" y="1760"/>
                    <a:pt x="173" y="3469"/>
                    <a:pt x="267" y="5161"/>
                  </a:cubicBezTo>
                  <a:cubicBezTo>
                    <a:pt x="345" y="6760"/>
                    <a:pt x="314" y="8453"/>
                    <a:pt x="612" y="10036"/>
                  </a:cubicBezTo>
                  <a:cubicBezTo>
                    <a:pt x="632" y="10116"/>
                    <a:pt x="694" y="10151"/>
                    <a:pt x="761" y="10151"/>
                  </a:cubicBezTo>
                  <a:cubicBezTo>
                    <a:pt x="851" y="10151"/>
                    <a:pt x="947" y="10088"/>
                    <a:pt x="956" y="9989"/>
                  </a:cubicBezTo>
                  <a:cubicBezTo>
                    <a:pt x="1082" y="8328"/>
                    <a:pt x="831" y="6572"/>
                    <a:pt x="721" y="4895"/>
                  </a:cubicBezTo>
                  <a:cubicBezTo>
                    <a:pt x="612" y="3280"/>
                    <a:pt x="580" y="1635"/>
                    <a:pt x="267" y="52"/>
                  </a:cubicBezTo>
                  <a:cubicBezTo>
                    <a:pt x="260" y="16"/>
                    <a:pt x="230" y="0"/>
                    <a:pt x="2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1155;p38">
              <a:extLst>
                <a:ext uri="{FF2B5EF4-FFF2-40B4-BE49-F238E27FC236}">
                  <a16:creationId xmlns:a16="http://schemas.microsoft.com/office/drawing/2014/main" id="{C5331AF0-E9F2-2445-8428-4BE326219911}"/>
                </a:ext>
              </a:extLst>
            </p:cNvPr>
            <p:cNvSpPr/>
            <p:nvPr/>
          </p:nvSpPr>
          <p:spPr>
            <a:xfrm>
              <a:off x="7272650" y="2157050"/>
              <a:ext cx="16100" cy="89475"/>
            </a:xfrm>
            <a:custGeom>
              <a:avLst/>
              <a:gdLst/>
              <a:ahLst/>
              <a:cxnLst/>
              <a:rect l="l" t="t" r="r" b="b"/>
              <a:pathLst>
                <a:path w="644" h="3579" extrusionOk="0">
                  <a:moveTo>
                    <a:pt x="241" y="1"/>
                  </a:moveTo>
                  <a:cubicBezTo>
                    <a:pt x="156" y="1"/>
                    <a:pt x="63" y="64"/>
                    <a:pt x="63" y="163"/>
                  </a:cubicBezTo>
                  <a:cubicBezTo>
                    <a:pt x="0" y="1244"/>
                    <a:pt x="63" y="2404"/>
                    <a:pt x="267" y="3470"/>
                  </a:cubicBezTo>
                  <a:cubicBezTo>
                    <a:pt x="280" y="3545"/>
                    <a:pt x="338" y="3578"/>
                    <a:pt x="399" y="3578"/>
                  </a:cubicBezTo>
                  <a:cubicBezTo>
                    <a:pt x="479" y="3578"/>
                    <a:pt x="565" y="3521"/>
                    <a:pt x="565" y="3423"/>
                  </a:cubicBezTo>
                  <a:cubicBezTo>
                    <a:pt x="643" y="2357"/>
                    <a:pt x="565" y="1182"/>
                    <a:pt x="377" y="116"/>
                  </a:cubicBezTo>
                  <a:cubicBezTo>
                    <a:pt x="363" y="36"/>
                    <a:pt x="304" y="1"/>
                    <a:pt x="2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" name="Google Shape;1163;p38">
            <a:extLst>
              <a:ext uri="{FF2B5EF4-FFF2-40B4-BE49-F238E27FC236}">
                <a16:creationId xmlns:a16="http://schemas.microsoft.com/office/drawing/2014/main" id="{9D9060E8-DA09-7BA7-FF6E-4C43EF0016A4}"/>
              </a:ext>
            </a:extLst>
          </p:cNvPr>
          <p:cNvGrpSpPr/>
          <p:nvPr/>
        </p:nvGrpSpPr>
        <p:grpSpPr>
          <a:xfrm>
            <a:off x="9689240" y="6069952"/>
            <a:ext cx="230935" cy="341547"/>
            <a:chOff x="4510355" y="4299794"/>
            <a:chExt cx="138144" cy="204299"/>
          </a:xfrm>
        </p:grpSpPr>
        <p:sp>
          <p:nvSpPr>
            <p:cNvPr id="65" name="Google Shape;1164;p38">
              <a:extLst>
                <a:ext uri="{FF2B5EF4-FFF2-40B4-BE49-F238E27FC236}">
                  <a16:creationId xmlns:a16="http://schemas.microsoft.com/office/drawing/2014/main" id="{E4615FD2-C0EF-D832-492C-BA19AB994465}"/>
                </a:ext>
              </a:extLst>
            </p:cNvPr>
            <p:cNvSpPr/>
            <p:nvPr/>
          </p:nvSpPr>
          <p:spPr>
            <a:xfrm>
              <a:off x="4510355" y="4392307"/>
              <a:ext cx="138144" cy="27946"/>
            </a:xfrm>
            <a:custGeom>
              <a:avLst/>
              <a:gdLst/>
              <a:ahLst/>
              <a:cxnLst/>
              <a:rect l="l" t="t" r="r" b="b"/>
              <a:pathLst>
                <a:path w="4523" h="915" extrusionOk="0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1165;p38">
              <a:extLst>
                <a:ext uri="{FF2B5EF4-FFF2-40B4-BE49-F238E27FC236}">
                  <a16:creationId xmlns:a16="http://schemas.microsoft.com/office/drawing/2014/main" id="{87F8F1B4-6030-9BEE-22BE-3A4603102D3F}"/>
                </a:ext>
              </a:extLst>
            </p:cNvPr>
            <p:cNvSpPr/>
            <p:nvPr/>
          </p:nvSpPr>
          <p:spPr>
            <a:xfrm>
              <a:off x="4557788" y="4299794"/>
              <a:ext cx="44806" cy="204299"/>
            </a:xfrm>
            <a:custGeom>
              <a:avLst/>
              <a:gdLst/>
              <a:ahLst/>
              <a:cxnLst/>
              <a:rect l="l" t="t" r="r" b="b"/>
              <a:pathLst>
                <a:path w="1467" h="6689" extrusionOk="0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7" name="Google Shape;242;p11">
            <a:extLst>
              <a:ext uri="{FF2B5EF4-FFF2-40B4-BE49-F238E27FC236}">
                <a16:creationId xmlns:a16="http://schemas.microsoft.com/office/drawing/2014/main" id="{0B643212-9599-6C75-793A-6F510F58E148}"/>
              </a:ext>
            </a:extLst>
          </p:cNvPr>
          <p:cNvSpPr/>
          <p:nvPr/>
        </p:nvSpPr>
        <p:spPr>
          <a:xfrm rot="-6300056">
            <a:off x="9819315" y="4287404"/>
            <a:ext cx="1999662" cy="3154861"/>
          </a:xfrm>
          <a:custGeom>
            <a:avLst/>
            <a:gdLst/>
            <a:ahLst/>
            <a:cxnLst/>
            <a:rect l="l" t="t" r="r" b="b"/>
            <a:pathLst>
              <a:path w="24068" h="37972" extrusionOk="0">
                <a:moveTo>
                  <a:pt x="473" y="1"/>
                </a:moveTo>
                <a:cubicBezTo>
                  <a:pt x="348" y="224"/>
                  <a:pt x="224" y="436"/>
                  <a:pt x="125" y="659"/>
                </a:cubicBezTo>
                <a:cubicBezTo>
                  <a:pt x="75" y="746"/>
                  <a:pt x="38" y="846"/>
                  <a:pt x="0" y="933"/>
                </a:cubicBezTo>
                <a:cubicBezTo>
                  <a:pt x="1740" y="933"/>
                  <a:pt x="3641" y="1827"/>
                  <a:pt x="4759" y="2871"/>
                </a:cubicBezTo>
                <a:cubicBezTo>
                  <a:pt x="6437" y="4461"/>
                  <a:pt x="7257" y="6934"/>
                  <a:pt x="7455" y="9183"/>
                </a:cubicBezTo>
                <a:cubicBezTo>
                  <a:pt x="7741" y="12600"/>
                  <a:pt x="6822" y="16588"/>
                  <a:pt x="9207" y="19446"/>
                </a:cubicBezTo>
                <a:cubicBezTo>
                  <a:pt x="12537" y="23447"/>
                  <a:pt x="20576" y="19570"/>
                  <a:pt x="22130" y="25621"/>
                </a:cubicBezTo>
                <a:cubicBezTo>
                  <a:pt x="22490" y="27025"/>
                  <a:pt x="21732" y="28305"/>
                  <a:pt x="21073" y="29486"/>
                </a:cubicBezTo>
                <a:cubicBezTo>
                  <a:pt x="20465" y="30604"/>
                  <a:pt x="19893" y="31722"/>
                  <a:pt x="19458" y="32915"/>
                </a:cubicBezTo>
                <a:cubicBezTo>
                  <a:pt x="18874" y="34505"/>
                  <a:pt x="18949" y="36332"/>
                  <a:pt x="18501" y="37972"/>
                </a:cubicBezTo>
                <a:cubicBezTo>
                  <a:pt x="18974" y="37972"/>
                  <a:pt x="19446" y="37960"/>
                  <a:pt x="19918" y="37935"/>
                </a:cubicBezTo>
                <a:cubicBezTo>
                  <a:pt x="20030" y="37351"/>
                  <a:pt x="20092" y="36742"/>
                  <a:pt x="20154" y="36158"/>
                </a:cubicBezTo>
                <a:cubicBezTo>
                  <a:pt x="20415" y="33325"/>
                  <a:pt x="21918" y="31175"/>
                  <a:pt x="23061" y="28665"/>
                </a:cubicBezTo>
                <a:cubicBezTo>
                  <a:pt x="24068" y="26466"/>
                  <a:pt x="23447" y="24118"/>
                  <a:pt x="21769" y="22453"/>
                </a:cubicBezTo>
                <a:cubicBezTo>
                  <a:pt x="19719" y="20415"/>
                  <a:pt x="16961" y="20527"/>
                  <a:pt x="14289" y="20328"/>
                </a:cubicBezTo>
                <a:cubicBezTo>
                  <a:pt x="12115" y="20167"/>
                  <a:pt x="10077" y="19247"/>
                  <a:pt x="9270" y="17110"/>
                </a:cubicBezTo>
                <a:cubicBezTo>
                  <a:pt x="8611" y="15321"/>
                  <a:pt x="8748" y="13283"/>
                  <a:pt x="8748" y="11419"/>
                </a:cubicBezTo>
                <a:cubicBezTo>
                  <a:pt x="8748" y="9344"/>
                  <a:pt x="8561" y="7356"/>
                  <a:pt x="7791" y="5406"/>
                </a:cubicBezTo>
                <a:cubicBezTo>
                  <a:pt x="6946" y="3293"/>
                  <a:pt x="5343" y="1330"/>
                  <a:pt x="3169" y="510"/>
                </a:cubicBezTo>
                <a:cubicBezTo>
                  <a:pt x="2349" y="200"/>
                  <a:pt x="1404" y="1"/>
                  <a:pt x="47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243;p11">
            <a:extLst>
              <a:ext uri="{FF2B5EF4-FFF2-40B4-BE49-F238E27FC236}">
                <a16:creationId xmlns:a16="http://schemas.microsoft.com/office/drawing/2014/main" id="{7A36523D-4AC6-0A36-8D7D-B312742388FA}"/>
              </a:ext>
            </a:extLst>
          </p:cNvPr>
          <p:cNvSpPr/>
          <p:nvPr/>
        </p:nvSpPr>
        <p:spPr>
          <a:xfrm rot="-6300056">
            <a:off x="10349612" y="4734143"/>
            <a:ext cx="1526915" cy="2698065"/>
          </a:xfrm>
          <a:custGeom>
            <a:avLst/>
            <a:gdLst/>
            <a:ahLst/>
            <a:cxnLst/>
            <a:rect l="l" t="t" r="r" b="b"/>
            <a:pathLst>
              <a:path w="18378" h="32474" extrusionOk="0">
                <a:moveTo>
                  <a:pt x="339" y="0"/>
                </a:moveTo>
                <a:cubicBezTo>
                  <a:pt x="225" y="0"/>
                  <a:pt x="112" y="2"/>
                  <a:pt x="1" y="7"/>
                </a:cubicBezTo>
                <a:lnTo>
                  <a:pt x="75" y="466"/>
                </a:lnTo>
                <a:cubicBezTo>
                  <a:pt x="1653" y="516"/>
                  <a:pt x="2995" y="1063"/>
                  <a:pt x="3803" y="2516"/>
                </a:cubicBezTo>
                <a:cubicBezTo>
                  <a:pt x="4561" y="3858"/>
                  <a:pt x="4573" y="5586"/>
                  <a:pt x="4685" y="7089"/>
                </a:cubicBezTo>
                <a:cubicBezTo>
                  <a:pt x="4908" y="10046"/>
                  <a:pt x="4921" y="13823"/>
                  <a:pt x="7070" y="16134"/>
                </a:cubicBezTo>
                <a:cubicBezTo>
                  <a:pt x="8711" y="17886"/>
                  <a:pt x="11183" y="18321"/>
                  <a:pt x="13345" y="19092"/>
                </a:cubicBezTo>
                <a:cubicBezTo>
                  <a:pt x="14625" y="19551"/>
                  <a:pt x="15768" y="20272"/>
                  <a:pt x="16514" y="21440"/>
                </a:cubicBezTo>
                <a:cubicBezTo>
                  <a:pt x="17458" y="22919"/>
                  <a:pt x="16799" y="24347"/>
                  <a:pt x="15855" y="25565"/>
                </a:cubicBezTo>
                <a:cubicBezTo>
                  <a:pt x="15271" y="26298"/>
                  <a:pt x="14675" y="27081"/>
                  <a:pt x="14637" y="28050"/>
                </a:cubicBezTo>
                <a:cubicBezTo>
                  <a:pt x="14600" y="28833"/>
                  <a:pt x="15010" y="29616"/>
                  <a:pt x="15358" y="30287"/>
                </a:cubicBezTo>
                <a:cubicBezTo>
                  <a:pt x="15656" y="30833"/>
                  <a:pt x="16290" y="31629"/>
                  <a:pt x="16762" y="32449"/>
                </a:cubicBezTo>
                <a:cubicBezTo>
                  <a:pt x="17184" y="32461"/>
                  <a:pt x="17607" y="32474"/>
                  <a:pt x="18054" y="32474"/>
                </a:cubicBezTo>
                <a:cubicBezTo>
                  <a:pt x="17296" y="30920"/>
                  <a:pt x="16041" y="29305"/>
                  <a:pt x="15917" y="28212"/>
                </a:cubicBezTo>
                <a:cubicBezTo>
                  <a:pt x="15793" y="27205"/>
                  <a:pt x="17035" y="26149"/>
                  <a:pt x="17570" y="25379"/>
                </a:cubicBezTo>
                <a:cubicBezTo>
                  <a:pt x="18278" y="24372"/>
                  <a:pt x="18377" y="23192"/>
                  <a:pt x="18079" y="22012"/>
                </a:cubicBezTo>
                <a:cubicBezTo>
                  <a:pt x="17520" y="19738"/>
                  <a:pt x="15097" y="18570"/>
                  <a:pt x="13072" y="17911"/>
                </a:cubicBezTo>
                <a:cubicBezTo>
                  <a:pt x="10835" y="17178"/>
                  <a:pt x="8288" y="16694"/>
                  <a:pt x="7008" y="14482"/>
                </a:cubicBezTo>
                <a:cubicBezTo>
                  <a:pt x="6213" y="13103"/>
                  <a:pt x="6027" y="11301"/>
                  <a:pt x="6002" y="9735"/>
                </a:cubicBezTo>
                <a:cubicBezTo>
                  <a:pt x="5965" y="6977"/>
                  <a:pt x="5865" y="3250"/>
                  <a:pt x="3790" y="1150"/>
                </a:cubicBezTo>
                <a:cubicBezTo>
                  <a:pt x="2915" y="263"/>
                  <a:pt x="1570" y="0"/>
                  <a:pt x="33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9" name="Google Shape;244;p11">
            <a:extLst>
              <a:ext uri="{FF2B5EF4-FFF2-40B4-BE49-F238E27FC236}">
                <a16:creationId xmlns:a16="http://schemas.microsoft.com/office/drawing/2014/main" id="{054921CD-5CAC-5ACF-34A4-3F2016ED333A}"/>
              </a:ext>
            </a:extLst>
          </p:cNvPr>
          <p:cNvGrpSpPr/>
          <p:nvPr/>
        </p:nvGrpSpPr>
        <p:grpSpPr>
          <a:xfrm>
            <a:off x="7925940" y="6242756"/>
            <a:ext cx="230935" cy="341547"/>
            <a:chOff x="4510355" y="4299794"/>
            <a:chExt cx="138144" cy="204299"/>
          </a:xfrm>
        </p:grpSpPr>
        <p:sp>
          <p:nvSpPr>
            <p:cNvPr id="70" name="Google Shape;245;p11">
              <a:extLst>
                <a:ext uri="{FF2B5EF4-FFF2-40B4-BE49-F238E27FC236}">
                  <a16:creationId xmlns:a16="http://schemas.microsoft.com/office/drawing/2014/main" id="{639E91EA-7B48-E787-A8B4-B92A24556CEE}"/>
                </a:ext>
              </a:extLst>
            </p:cNvPr>
            <p:cNvSpPr/>
            <p:nvPr/>
          </p:nvSpPr>
          <p:spPr>
            <a:xfrm>
              <a:off x="4510355" y="4392307"/>
              <a:ext cx="138144" cy="27946"/>
            </a:xfrm>
            <a:custGeom>
              <a:avLst/>
              <a:gdLst/>
              <a:ahLst/>
              <a:cxnLst/>
              <a:rect l="l" t="t" r="r" b="b"/>
              <a:pathLst>
                <a:path w="4523" h="915" extrusionOk="0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246;p11">
              <a:extLst>
                <a:ext uri="{FF2B5EF4-FFF2-40B4-BE49-F238E27FC236}">
                  <a16:creationId xmlns:a16="http://schemas.microsoft.com/office/drawing/2014/main" id="{25847B19-7A30-6F3C-A1E0-0579FAB90B8D}"/>
                </a:ext>
              </a:extLst>
            </p:cNvPr>
            <p:cNvSpPr/>
            <p:nvPr/>
          </p:nvSpPr>
          <p:spPr>
            <a:xfrm>
              <a:off x="4557788" y="4299794"/>
              <a:ext cx="44806" cy="204299"/>
            </a:xfrm>
            <a:custGeom>
              <a:avLst/>
              <a:gdLst/>
              <a:ahLst/>
              <a:cxnLst/>
              <a:rect l="l" t="t" r="r" b="b"/>
              <a:pathLst>
                <a:path w="1467" h="6689" extrusionOk="0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" name="Google Shape;247;p11">
            <a:extLst>
              <a:ext uri="{FF2B5EF4-FFF2-40B4-BE49-F238E27FC236}">
                <a16:creationId xmlns:a16="http://schemas.microsoft.com/office/drawing/2014/main" id="{A4790E2A-46D9-163F-7353-35A6F0C03DEE}"/>
              </a:ext>
            </a:extLst>
          </p:cNvPr>
          <p:cNvGrpSpPr/>
          <p:nvPr/>
        </p:nvGrpSpPr>
        <p:grpSpPr>
          <a:xfrm>
            <a:off x="11000869" y="4345472"/>
            <a:ext cx="98389" cy="145319"/>
            <a:chOff x="4820760" y="3853535"/>
            <a:chExt cx="58855" cy="86924"/>
          </a:xfrm>
        </p:grpSpPr>
        <p:sp>
          <p:nvSpPr>
            <p:cNvPr id="73" name="Google Shape;248;p11">
              <a:extLst>
                <a:ext uri="{FF2B5EF4-FFF2-40B4-BE49-F238E27FC236}">
                  <a16:creationId xmlns:a16="http://schemas.microsoft.com/office/drawing/2014/main" id="{3D08E217-51D9-B0A9-76FB-84BC62DF08F4}"/>
                </a:ext>
              </a:extLst>
            </p:cNvPr>
            <p:cNvSpPr/>
            <p:nvPr/>
          </p:nvSpPr>
          <p:spPr>
            <a:xfrm>
              <a:off x="4820760" y="3892905"/>
              <a:ext cx="58855" cy="11850"/>
            </a:xfrm>
            <a:custGeom>
              <a:avLst/>
              <a:gdLst/>
              <a:ahLst/>
              <a:cxnLst/>
              <a:rect l="l" t="t" r="r" b="b"/>
              <a:pathLst>
                <a:path w="1927" h="388" extrusionOk="0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249;p11">
              <a:extLst>
                <a:ext uri="{FF2B5EF4-FFF2-40B4-BE49-F238E27FC236}">
                  <a16:creationId xmlns:a16="http://schemas.microsoft.com/office/drawing/2014/main" id="{B572F45A-218D-B800-FA3B-8C86DE427F1A}"/>
                </a:ext>
              </a:extLst>
            </p:cNvPr>
            <p:cNvSpPr/>
            <p:nvPr/>
          </p:nvSpPr>
          <p:spPr>
            <a:xfrm>
              <a:off x="4841254" y="3853535"/>
              <a:ext cx="19028" cy="86924"/>
            </a:xfrm>
            <a:custGeom>
              <a:avLst/>
              <a:gdLst/>
              <a:ahLst/>
              <a:cxnLst/>
              <a:rect l="l" t="t" r="r" b="b"/>
              <a:pathLst>
                <a:path w="623" h="2846" extrusionOk="0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" name="Google Shape;250;p11">
            <a:extLst>
              <a:ext uri="{FF2B5EF4-FFF2-40B4-BE49-F238E27FC236}">
                <a16:creationId xmlns:a16="http://schemas.microsoft.com/office/drawing/2014/main" id="{7C08DF18-648D-7BD0-82A3-21B00C6733A5}"/>
              </a:ext>
            </a:extLst>
          </p:cNvPr>
          <p:cNvSpPr/>
          <p:nvPr/>
        </p:nvSpPr>
        <p:spPr>
          <a:xfrm>
            <a:off x="8947090" y="6502482"/>
            <a:ext cx="97111" cy="75569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251;p11">
            <a:extLst>
              <a:ext uri="{FF2B5EF4-FFF2-40B4-BE49-F238E27FC236}">
                <a16:creationId xmlns:a16="http://schemas.microsoft.com/office/drawing/2014/main" id="{D7147DE5-24C2-8A35-52EF-15274979C64B}"/>
              </a:ext>
            </a:extLst>
          </p:cNvPr>
          <p:cNvSpPr/>
          <p:nvPr/>
        </p:nvSpPr>
        <p:spPr>
          <a:xfrm>
            <a:off x="8725087" y="6316632"/>
            <a:ext cx="62188" cy="48252"/>
          </a:xfrm>
          <a:custGeom>
            <a:avLst/>
            <a:gdLst/>
            <a:ahLst/>
            <a:cxnLst/>
            <a:rect l="l" t="t" r="r" b="b"/>
            <a:pathLst>
              <a:path w="1218" h="945" extrusionOk="0">
                <a:moveTo>
                  <a:pt x="609" y="1"/>
                </a:moveTo>
                <a:cubicBezTo>
                  <a:pt x="0" y="1"/>
                  <a:pt x="0" y="945"/>
                  <a:pt x="609" y="945"/>
                </a:cubicBezTo>
                <a:cubicBezTo>
                  <a:pt x="1218" y="945"/>
                  <a:pt x="1218" y="1"/>
                  <a:pt x="60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1125;p38">
            <a:extLst>
              <a:ext uri="{FF2B5EF4-FFF2-40B4-BE49-F238E27FC236}">
                <a16:creationId xmlns:a16="http://schemas.microsoft.com/office/drawing/2014/main" id="{FCFE3A88-0304-70E7-B461-5163B90BD187}"/>
              </a:ext>
            </a:extLst>
          </p:cNvPr>
          <p:cNvSpPr/>
          <p:nvPr/>
        </p:nvSpPr>
        <p:spPr>
          <a:xfrm flipH="1">
            <a:off x="-1295019" y="5541248"/>
            <a:ext cx="1459444" cy="815428"/>
          </a:xfrm>
          <a:custGeom>
            <a:avLst/>
            <a:gdLst/>
            <a:ahLst/>
            <a:cxnLst/>
            <a:rect l="l" t="t" r="r" b="b"/>
            <a:pathLst>
              <a:path w="8575" h="4791" extrusionOk="0">
                <a:moveTo>
                  <a:pt x="5072" y="0"/>
                </a:moveTo>
                <a:cubicBezTo>
                  <a:pt x="4013" y="0"/>
                  <a:pt x="2828" y="567"/>
                  <a:pt x="2088" y="1175"/>
                </a:cubicBezTo>
                <a:cubicBezTo>
                  <a:pt x="1330" y="1796"/>
                  <a:pt x="597" y="2517"/>
                  <a:pt x="1" y="3337"/>
                </a:cubicBezTo>
                <a:lnTo>
                  <a:pt x="324" y="3436"/>
                </a:lnTo>
                <a:cubicBezTo>
                  <a:pt x="896" y="2703"/>
                  <a:pt x="1604" y="2082"/>
                  <a:pt x="2424" y="1597"/>
                </a:cubicBezTo>
                <a:cubicBezTo>
                  <a:pt x="3008" y="1251"/>
                  <a:pt x="4051" y="861"/>
                  <a:pt x="4954" y="861"/>
                </a:cubicBezTo>
                <a:cubicBezTo>
                  <a:pt x="5800" y="861"/>
                  <a:pt x="6521" y="1203"/>
                  <a:pt x="6624" y="2243"/>
                </a:cubicBezTo>
                <a:cubicBezTo>
                  <a:pt x="6698" y="2939"/>
                  <a:pt x="6549" y="3647"/>
                  <a:pt x="6710" y="4343"/>
                </a:cubicBezTo>
                <a:cubicBezTo>
                  <a:pt x="6735" y="4467"/>
                  <a:pt x="6773" y="4579"/>
                  <a:pt x="6810" y="4691"/>
                </a:cubicBezTo>
                <a:cubicBezTo>
                  <a:pt x="7394" y="4728"/>
                  <a:pt x="7978" y="4766"/>
                  <a:pt x="8574" y="4790"/>
                </a:cubicBezTo>
                <a:cubicBezTo>
                  <a:pt x="8214" y="4430"/>
                  <a:pt x="7990" y="3958"/>
                  <a:pt x="7941" y="3374"/>
                </a:cubicBezTo>
                <a:cubicBezTo>
                  <a:pt x="7829" y="1783"/>
                  <a:pt x="7406" y="578"/>
                  <a:pt x="5766" y="94"/>
                </a:cubicBezTo>
                <a:cubicBezTo>
                  <a:pt x="5546" y="29"/>
                  <a:pt x="5312" y="0"/>
                  <a:pt x="507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240;p11">
            <a:extLst>
              <a:ext uri="{FF2B5EF4-FFF2-40B4-BE49-F238E27FC236}">
                <a16:creationId xmlns:a16="http://schemas.microsoft.com/office/drawing/2014/main" id="{BA5B2CED-A432-7986-1569-28D1BCE7733A}"/>
              </a:ext>
            </a:extLst>
          </p:cNvPr>
          <p:cNvSpPr/>
          <p:nvPr/>
        </p:nvSpPr>
        <p:spPr>
          <a:xfrm flipH="1">
            <a:off x="-1622821" y="5340872"/>
            <a:ext cx="699001" cy="1087578"/>
          </a:xfrm>
          <a:custGeom>
            <a:avLst/>
            <a:gdLst/>
            <a:ahLst/>
            <a:cxnLst/>
            <a:rect l="l" t="t" r="r" b="b"/>
            <a:pathLst>
              <a:path w="4107" h="6390" extrusionOk="0">
                <a:moveTo>
                  <a:pt x="770" y="1"/>
                </a:moveTo>
                <a:cubicBezTo>
                  <a:pt x="597" y="1"/>
                  <a:pt x="413" y="17"/>
                  <a:pt x="217" y="53"/>
                </a:cubicBezTo>
                <a:cubicBezTo>
                  <a:pt x="0" y="89"/>
                  <a:pt x="40" y="452"/>
                  <a:pt x="258" y="452"/>
                </a:cubicBezTo>
                <a:cubicBezTo>
                  <a:pt x="265" y="452"/>
                  <a:pt x="272" y="451"/>
                  <a:pt x="279" y="451"/>
                </a:cubicBezTo>
                <a:cubicBezTo>
                  <a:pt x="353" y="445"/>
                  <a:pt x="424" y="442"/>
                  <a:pt x="493" y="442"/>
                </a:cubicBezTo>
                <a:cubicBezTo>
                  <a:pt x="2743" y="442"/>
                  <a:pt x="2599" y="3323"/>
                  <a:pt x="2888" y="4998"/>
                </a:cubicBezTo>
                <a:cubicBezTo>
                  <a:pt x="2963" y="5458"/>
                  <a:pt x="3050" y="5942"/>
                  <a:pt x="3224" y="6390"/>
                </a:cubicBezTo>
                <a:lnTo>
                  <a:pt x="4106" y="6390"/>
                </a:lnTo>
                <a:cubicBezTo>
                  <a:pt x="4007" y="6241"/>
                  <a:pt x="3932" y="6092"/>
                  <a:pt x="3845" y="5955"/>
                </a:cubicBezTo>
                <a:cubicBezTo>
                  <a:pt x="3373" y="5110"/>
                  <a:pt x="3386" y="3892"/>
                  <a:pt x="3236" y="2960"/>
                </a:cubicBezTo>
                <a:cubicBezTo>
                  <a:pt x="2979" y="1415"/>
                  <a:pt x="2348" y="1"/>
                  <a:pt x="7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9" name="Google Shape;333;p15">
            <a:extLst>
              <a:ext uri="{FF2B5EF4-FFF2-40B4-BE49-F238E27FC236}">
                <a16:creationId xmlns:a16="http://schemas.microsoft.com/office/drawing/2014/main" id="{A027C041-5C84-5215-425C-1C33E3BABF13}"/>
              </a:ext>
            </a:extLst>
          </p:cNvPr>
          <p:cNvGrpSpPr/>
          <p:nvPr/>
        </p:nvGrpSpPr>
        <p:grpSpPr>
          <a:xfrm flipH="1">
            <a:off x="8641140" y="547238"/>
            <a:ext cx="296937" cy="438796"/>
            <a:chOff x="5446181" y="2529085"/>
            <a:chExt cx="138174" cy="204177"/>
          </a:xfrm>
        </p:grpSpPr>
        <p:sp>
          <p:nvSpPr>
            <p:cNvPr id="80" name="Google Shape;334;p15">
              <a:extLst>
                <a:ext uri="{FF2B5EF4-FFF2-40B4-BE49-F238E27FC236}">
                  <a16:creationId xmlns:a16="http://schemas.microsoft.com/office/drawing/2014/main" id="{410D7811-4E0A-FA3B-73FC-90B222EDAB68}"/>
                </a:ext>
              </a:extLst>
            </p:cNvPr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335;p15">
              <a:extLst>
                <a:ext uri="{FF2B5EF4-FFF2-40B4-BE49-F238E27FC236}">
                  <a16:creationId xmlns:a16="http://schemas.microsoft.com/office/drawing/2014/main" id="{67654755-046F-AD71-0E56-5DC8DCD0A64C}"/>
                </a:ext>
              </a:extLst>
            </p:cNvPr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" name="Google Shape;336;p15">
            <a:extLst>
              <a:ext uri="{FF2B5EF4-FFF2-40B4-BE49-F238E27FC236}">
                <a16:creationId xmlns:a16="http://schemas.microsoft.com/office/drawing/2014/main" id="{A12CB406-15A9-1A2A-3019-3DDE79BB6172}"/>
              </a:ext>
            </a:extLst>
          </p:cNvPr>
          <p:cNvGrpSpPr/>
          <p:nvPr/>
        </p:nvGrpSpPr>
        <p:grpSpPr>
          <a:xfrm flipH="1">
            <a:off x="8138340" y="171728"/>
            <a:ext cx="183518" cy="270629"/>
            <a:chOff x="5738779" y="2391033"/>
            <a:chExt cx="85397" cy="125927"/>
          </a:xfrm>
        </p:grpSpPr>
        <p:sp>
          <p:nvSpPr>
            <p:cNvPr id="83" name="Google Shape;337;p15">
              <a:extLst>
                <a:ext uri="{FF2B5EF4-FFF2-40B4-BE49-F238E27FC236}">
                  <a16:creationId xmlns:a16="http://schemas.microsoft.com/office/drawing/2014/main" id="{D9C57F40-BBF9-7190-D6AB-B58C1E2E226E}"/>
                </a:ext>
              </a:extLst>
            </p:cNvPr>
            <p:cNvSpPr/>
            <p:nvPr/>
          </p:nvSpPr>
          <p:spPr>
            <a:xfrm>
              <a:off x="5738779" y="2448117"/>
              <a:ext cx="85397" cy="17165"/>
            </a:xfrm>
            <a:custGeom>
              <a:avLst/>
              <a:gdLst/>
              <a:ahLst/>
              <a:cxnLst/>
              <a:rect l="l" t="t" r="r" b="b"/>
              <a:pathLst>
                <a:path w="2796" h="562" extrusionOk="0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338;p15">
              <a:extLst>
                <a:ext uri="{FF2B5EF4-FFF2-40B4-BE49-F238E27FC236}">
                  <a16:creationId xmlns:a16="http://schemas.microsoft.com/office/drawing/2014/main" id="{F85CA68E-F93A-F3C7-953A-4DD00DDEFA49}"/>
                </a:ext>
              </a:extLst>
            </p:cNvPr>
            <p:cNvSpPr/>
            <p:nvPr/>
          </p:nvSpPr>
          <p:spPr>
            <a:xfrm>
              <a:off x="5768375" y="2391033"/>
              <a:ext cx="27336" cy="125927"/>
            </a:xfrm>
            <a:custGeom>
              <a:avLst/>
              <a:gdLst/>
              <a:ahLst/>
              <a:cxnLst/>
              <a:rect l="l" t="t" r="r" b="b"/>
              <a:pathLst>
                <a:path w="895" h="4123" extrusionOk="0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5" name="Google Shape;339;p15">
            <a:extLst>
              <a:ext uri="{FF2B5EF4-FFF2-40B4-BE49-F238E27FC236}">
                <a16:creationId xmlns:a16="http://schemas.microsoft.com/office/drawing/2014/main" id="{7A39BFB8-E5AC-B3A0-3574-27FA02CAD6FD}"/>
              </a:ext>
            </a:extLst>
          </p:cNvPr>
          <p:cNvSpPr/>
          <p:nvPr/>
        </p:nvSpPr>
        <p:spPr>
          <a:xfrm flipH="1">
            <a:off x="7718355" y="276000"/>
            <a:ext cx="80803" cy="62093"/>
          </a:xfrm>
          <a:custGeom>
            <a:avLst/>
            <a:gdLst/>
            <a:ahLst/>
            <a:cxnLst/>
            <a:rect l="l" t="t" r="r" b="b"/>
            <a:pathLst>
              <a:path w="1231" h="946" extrusionOk="0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6" name="Google Shape;340;p15">
            <a:extLst>
              <a:ext uri="{FF2B5EF4-FFF2-40B4-BE49-F238E27FC236}">
                <a16:creationId xmlns:a16="http://schemas.microsoft.com/office/drawing/2014/main" id="{BA4358F6-E4FF-DCC5-641F-86E25202E460}"/>
              </a:ext>
            </a:extLst>
          </p:cNvPr>
          <p:cNvGrpSpPr/>
          <p:nvPr/>
        </p:nvGrpSpPr>
        <p:grpSpPr>
          <a:xfrm flipH="1">
            <a:off x="320991" y="3456148"/>
            <a:ext cx="296937" cy="438796"/>
            <a:chOff x="5446181" y="2529085"/>
            <a:chExt cx="138174" cy="204177"/>
          </a:xfrm>
        </p:grpSpPr>
        <p:sp>
          <p:nvSpPr>
            <p:cNvPr id="87" name="Google Shape;341;p15">
              <a:extLst>
                <a:ext uri="{FF2B5EF4-FFF2-40B4-BE49-F238E27FC236}">
                  <a16:creationId xmlns:a16="http://schemas.microsoft.com/office/drawing/2014/main" id="{75AD3657-13FE-9FB8-8F0A-0DEB7687C006}"/>
                </a:ext>
              </a:extLst>
            </p:cNvPr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342;p15">
              <a:extLst>
                <a:ext uri="{FF2B5EF4-FFF2-40B4-BE49-F238E27FC236}">
                  <a16:creationId xmlns:a16="http://schemas.microsoft.com/office/drawing/2014/main" id="{00ED5AB4-9A49-CEBE-67A8-30D3F0B05E39}"/>
                </a:ext>
              </a:extLst>
            </p:cNvPr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343;p15">
            <a:extLst>
              <a:ext uri="{FF2B5EF4-FFF2-40B4-BE49-F238E27FC236}">
                <a16:creationId xmlns:a16="http://schemas.microsoft.com/office/drawing/2014/main" id="{2919640A-B23C-54E9-B7C8-BA5510CEF055}"/>
              </a:ext>
            </a:extLst>
          </p:cNvPr>
          <p:cNvSpPr/>
          <p:nvPr/>
        </p:nvSpPr>
        <p:spPr>
          <a:xfrm flipH="1">
            <a:off x="479176" y="4241676"/>
            <a:ext cx="80803" cy="62093"/>
          </a:xfrm>
          <a:custGeom>
            <a:avLst/>
            <a:gdLst/>
            <a:ahLst/>
            <a:cxnLst/>
            <a:rect l="l" t="t" r="r" b="b"/>
            <a:pathLst>
              <a:path w="1231" h="946" extrusionOk="0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344;p15">
            <a:extLst>
              <a:ext uri="{FF2B5EF4-FFF2-40B4-BE49-F238E27FC236}">
                <a16:creationId xmlns:a16="http://schemas.microsoft.com/office/drawing/2014/main" id="{D0D4C8FE-F887-10D4-04C0-6EDB6D5B6C14}"/>
              </a:ext>
            </a:extLst>
          </p:cNvPr>
          <p:cNvSpPr/>
          <p:nvPr/>
        </p:nvSpPr>
        <p:spPr>
          <a:xfrm flipH="1">
            <a:off x="138204" y="3963677"/>
            <a:ext cx="124847" cy="97143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" name="Google Shape;345;p15">
            <a:extLst>
              <a:ext uri="{FF2B5EF4-FFF2-40B4-BE49-F238E27FC236}">
                <a16:creationId xmlns:a16="http://schemas.microsoft.com/office/drawing/2014/main" id="{11B1F9C1-02BA-18D3-1070-F923B17F83C3}"/>
              </a:ext>
            </a:extLst>
          </p:cNvPr>
          <p:cNvGrpSpPr/>
          <p:nvPr/>
        </p:nvGrpSpPr>
        <p:grpSpPr>
          <a:xfrm rot="988738">
            <a:off x="8792364" y="1494325"/>
            <a:ext cx="340668" cy="827407"/>
            <a:chOff x="6889800" y="1171275"/>
            <a:chExt cx="483175" cy="1173525"/>
          </a:xfrm>
        </p:grpSpPr>
        <p:sp>
          <p:nvSpPr>
            <p:cNvPr id="92" name="Google Shape;346;p15">
              <a:extLst>
                <a:ext uri="{FF2B5EF4-FFF2-40B4-BE49-F238E27FC236}">
                  <a16:creationId xmlns:a16="http://schemas.microsoft.com/office/drawing/2014/main" id="{8F4FDD1E-9953-AA5A-C65D-0CBCB7CB5EB4}"/>
                </a:ext>
              </a:extLst>
            </p:cNvPr>
            <p:cNvSpPr/>
            <p:nvPr/>
          </p:nvSpPr>
          <p:spPr>
            <a:xfrm>
              <a:off x="6889800" y="1171275"/>
              <a:ext cx="483175" cy="1173525"/>
            </a:xfrm>
            <a:custGeom>
              <a:avLst/>
              <a:gdLst/>
              <a:ahLst/>
              <a:cxnLst/>
              <a:rect l="l" t="t" r="r" b="b"/>
              <a:pathLst>
                <a:path w="19327" h="46941" extrusionOk="0">
                  <a:moveTo>
                    <a:pt x="9247" y="731"/>
                  </a:moveTo>
                  <a:cubicBezTo>
                    <a:pt x="9512" y="731"/>
                    <a:pt x="9806" y="760"/>
                    <a:pt x="10158" y="941"/>
                  </a:cubicBezTo>
                  <a:cubicBezTo>
                    <a:pt x="9317" y="1027"/>
                    <a:pt x="8603" y="1182"/>
                    <a:pt x="7893" y="1182"/>
                  </a:cubicBezTo>
                  <a:cubicBezTo>
                    <a:pt x="7702" y="1182"/>
                    <a:pt x="7512" y="1171"/>
                    <a:pt x="7320" y="1145"/>
                  </a:cubicBezTo>
                  <a:cubicBezTo>
                    <a:pt x="7219" y="1132"/>
                    <a:pt x="7116" y="1126"/>
                    <a:pt x="7011" y="1126"/>
                  </a:cubicBezTo>
                  <a:cubicBezTo>
                    <a:pt x="6599" y="1126"/>
                    <a:pt x="6169" y="1214"/>
                    <a:pt x="5769" y="1301"/>
                  </a:cubicBezTo>
                  <a:cubicBezTo>
                    <a:pt x="4860" y="1505"/>
                    <a:pt x="3919" y="1458"/>
                    <a:pt x="3041" y="1787"/>
                  </a:cubicBezTo>
                  <a:cubicBezTo>
                    <a:pt x="3028" y="1790"/>
                    <a:pt x="3012" y="1791"/>
                    <a:pt x="2994" y="1791"/>
                  </a:cubicBezTo>
                  <a:cubicBezTo>
                    <a:pt x="2908" y="1791"/>
                    <a:pt x="2783" y="1761"/>
                    <a:pt x="2744" y="1709"/>
                  </a:cubicBezTo>
                  <a:cubicBezTo>
                    <a:pt x="2681" y="1599"/>
                    <a:pt x="2791" y="1505"/>
                    <a:pt x="2885" y="1442"/>
                  </a:cubicBezTo>
                  <a:cubicBezTo>
                    <a:pt x="3635" y="995"/>
                    <a:pt x="4465" y="747"/>
                    <a:pt x="5325" y="747"/>
                  </a:cubicBezTo>
                  <a:cubicBezTo>
                    <a:pt x="5400" y="747"/>
                    <a:pt x="5474" y="749"/>
                    <a:pt x="5549" y="753"/>
                  </a:cubicBezTo>
                  <a:cubicBezTo>
                    <a:pt x="5902" y="768"/>
                    <a:pt x="6255" y="773"/>
                    <a:pt x="6608" y="773"/>
                  </a:cubicBezTo>
                  <a:cubicBezTo>
                    <a:pt x="7368" y="773"/>
                    <a:pt x="8128" y="748"/>
                    <a:pt x="8888" y="737"/>
                  </a:cubicBezTo>
                  <a:cubicBezTo>
                    <a:pt x="9003" y="737"/>
                    <a:pt x="9122" y="731"/>
                    <a:pt x="9247" y="731"/>
                  </a:cubicBezTo>
                  <a:close/>
                  <a:moveTo>
                    <a:pt x="10079" y="1669"/>
                  </a:moveTo>
                  <a:cubicBezTo>
                    <a:pt x="10600" y="1669"/>
                    <a:pt x="10734" y="1848"/>
                    <a:pt x="10832" y="2446"/>
                  </a:cubicBezTo>
                  <a:cubicBezTo>
                    <a:pt x="10941" y="2994"/>
                    <a:pt x="10988" y="3543"/>
                    <a:pt x="10941" y="4107"/>
                  </a:cubicBezTo>
                  <a:cubicBezTo>
                    <a:pt x="10910" y="4515"/>
                    <a:pt x="10879" y="4922"/>
                    <a:pt x="10847" y="5424"/>
                  </a:cubicBezTo>
                  <a:cubicBezTo>
                    <a:pt x="10232" y="5585"/>
                    <a:pt x="9671" y="5787"/>
                    <a:pt x="9075" y="5787"/>
                  </a:cubicBezTo>
                  <a:cubicBezTo>
                    <a:pt x="9034" y="5787"/>
                    <a:pt x="8992" y="5786"/>
                    <a:pt x="8951" y="5784"/>
                  </a:cubicBezTo>
                  <a:cubicBezTo>
                    <a:pt x="8653" y="5769"/>
                    <a:pt x="8355" y="5737"/>
                    <a:pt x="8073" y="5674"/>
                  </a:cubicBezTo>
                  <a:cubicBezTo>
                    <a:pt x="7806" y="5612"/>
                    <a:pt x="7618" y="5439"/>
                    <a:pt x="7587" y="5142"/>
                  </a:cubicBezTo>
                  <a:cubicBezTo>
                    <a:pt x="7477" y="4170"/>
                    <a:pt x="7571" y="3214"/>
                    <a:pt x="7822" y="2273"/>
                  </a:cubicBezTo>
                  <a:cubicBezTo>
                    <a:pt x="7869" y="2069"/>
                    <a:pt x="7994" y="1944"/>
                    <a:pt x="8198" y="1913"/>
                  </a:cubicBezTo>
                  <a:cubicBezTo>
                    <a:pt x="8747" y="1819"/>
                    <a:pt x="9295" y="1725"/>
                    <a:pt x="9860" y="1678"/>
                  </a:cubicBezTo>
                  <a:cubicBezTo>
                    <a:pt x="9940" y="1672"/>
                    <a:pt x="10012" y="1669"/>
                    <a:pt x="10079" y="1669"/>
                  </a:cubicBezTo>
                  <a:close/>
                  <a:moveTo>
                    <a:pt x="10661" y="6212"/>
                  </a:moveTo>
                  <a:cubicBezTo>
                    <a:pt x="11412" y="6212"/>
                    <a:pt x="11729" y="6987"/>
                    <a:pt x="11553" y="7775"/>
                  </a:cubicBezTo>
                  <a:cubicBezTo>
                    <a:pt x="11506" y="7979"/>
                    <a:pt x="11364" y="8104"/>
                    <a:pt x="11192" y="8182"/>
                  </a:cubicBezTo>
                  <a:cubicBezTo>
                    <a:pt x="10847" y="8339"/>
                    <a:pt x="10502" y="8464"/>
                    <a:pt x="10110" y="8464"/>
                  </a:cubicBezTo>
                  <a:lnTo>
                    <a:pt x="9107" y="8464"/>
                  </a:lnTo>
                  <a:cubicBezTo>
                    <a:pt x="9107" y="8480"/>
                    <a:pt x="9107" y="8512"/>
                    <a:pt x="9107" y="8527"/>
                  </a:cubicBezTo>
                  <a:cubicBezTo>
                    <a:pt x="8621" y="8496"/>
                    <a:pt x="8136" y="8496"/>
                    <a:pt x="7650" y="8433"/>
                  </a:cubicBezTo>
                  <a:cubicBezTo>
                    <a:pt x="6897" y="8339"/>
                    <a:pt x="6788" y="8167"/>
                    <a:pt x="6882" y="7399"/>
                  </a:cubicBezTo>
                  <a:cubicBezTo>
                    <a:pt x="6897" y="7352"/>
                    <a:pt x="6897" y="7320"/>
                    <a:pt x="6897" y="7273"/>
                  </a:cubicBezTo>
                  <a:cubicBezTo>
                    <a:pt x="6960" y="6866"/>
                    <a:pt x="7211" y="6615"/>
                    <a:pt x="7618" y="6521"/>
                  </a:cubicBezTo>
                  <a:cubicBezTo>
                    <a:pt x="7825" y="6482"/>
                    <a:pt x="8042" y="6454"/>
                    <a:pt x="8260" y="6454"/>
                  </a:cubicBezTo>
                  <a:cubicBezTo>
                    <a:pt x="8308" y="6454"/>
                    <a:pt x="8355" y="6455"/>
                    <a:pt x="8402" y="6458"/>
                  </a:cubicBezTo>
                  <a:cubicBezTo>
                    <a:pt x="8540" y="6465"/>
                    <a:pt x="8678" y="6469"/>
                    <a:pt x="8815" y="6469"/>
                  </a:cubicBezTo>
                  <a:cubicBezTo>
                    <a:pt x="9314" y="6469"/>
                    <a:pt x="9803" y="6418"/>
                    <a:pt x="10283" y="6270"/>
                  </a:cubicBezTo>
                  <a:cubicBezTo>
                    <a:pt x="10419" y="6230"/>
                    <a:pt x="10546" y="6212"/>
                    <a:pt x="10661" y="6212"/>
                  </a:cubicBezTo>
                  <a:close/>
                  <a:moveTo>
                    <a:pt x="12926" y="8182"/>
                  </a:moveTo>
                  <a:cubicBezTo>
                    <a:pt x="13100" y="8182"/>
                    <a:pt x="13280" y="8219"/>
                    <a:pt x="13465" y="8276"/>
                  </a:cubicBezTo>
                  <a:cubicBezTo>
                    <a:pt x="13778" y="8370"/>
                    <a:pt x="14107" y="8449"/>
                    <a:pt x="14437" y="8527"/>
                  </a:cubicBezTo>
                  <a:cubicBezTo>
                    <a:pt x="14719" y="8590"/>
                    <a:pt x="15001" y="8653"/>
                    <a:pt x="15330" y="8966"/>
                  </a:cubicBezTo>
                  <a:cubicBezTo>
                    <a:pt x="14499" y="9577"/>
                    <a:pt x="13590" y="9671"/>
                    <a:pt x="12712" y="9781"/>
                  </a:cubicBezTo>
                  <a:cubicBezTo>
                    <a:pt x="11458" y="9938"/>
                    <a:pt x="10189" y="10016"/>
                    <a:pt x="8919" y="10126"/>
                  </a:cubicBezTo>
                  <a:cubicBezTo>
                    <a:pt x="8864" y="10137"/>
                    <a:pt x="8816" y="10148"/>
                    <a:pt x="8765" y="10148"/>
                  </a:cubicBezTo>
                  <a:cubicBezTo>
                    <a:pt x="8744" y="10148"/>
                    <a:pt x="8723" y="10146"/>
                    <a:pt x="8700" y="10142"/>
                  </a:cubicBezTo>
                  <a:cubicBezTo>
                    <a:pt x="8177" y="10080"/>
                    <a:pt x="7651" y="10067"/>
                    <a:pt x="7125" y="10067"/>
                  </a:cubicBezTo>
                  <a:cubicBezTo>
                    <a:pt x="6727" y="10067"/>
                    <a:pt x="6329" y="10074"/>
                    <a:pt x="5930" y="10074"/>
                  </a:cubicBezTo>
                  <a:cubicBezTo>
                    <a:pt x="5511" y="10074"/>
                    <a:pt x="5091" y="10066"/>
                    <a:pt x="4672" y="10032"/>
                  </a:cubicBezTo>
                  <a:cubicBezTo>
                    <a:pt x="4233" y="10001"/>
                    <a:pt x="3778" y="9954"/>
                    <a:pt x="3371" y="9750"/>
                  </a:cubicBezTo>
                  <a:cubicBezTo>
                    <a:pt x="3135" y="9640"/>
                    <a:pt x="3073" y="9358"/>
                    <a:pt x="3292" y="9233"/>
                  </a:cubicBezTo>
                  <a:cubicBezTo>
                    <a:pt x="3935" y="8825"/>
                    <a:pt x="4624" y="8574"/>
                    <a:pt x="5361" y="8417"/>
                  </a:cubicBezTo>
                  <a:cubicBezTo>
                    <a:pt x="5408" y="8410"/>
                    <a:pt x="5454" y="8406"/>
                    <a:pt x="5498" y="8406"/>
                  </a:cubicBezTo>
                  <a:cubicBezTo>
                    <a:pt x="5720" y="8406"/>
                    <a:pt x="5907" y="8504"/>
                    <a:pt x="6051" y="8700"/>
                  </a:cubicBezTo>
                  <a:cubicBezTo>
                    <a:pt x="6286" y="8982"/>
                    <a:pt x="6599" y="9044"/>
                    <a:pt x="6944" y="9091"/>
                  </a:cubicBezTo>
                  <a:cubicBezTo>
                    <a:pt x="7384" y="9133"/>
                    <a:pt x="7820" y="9152"/>
                    <a:pt x="8255" y="9152"/>
                  </a:cubicBezTo>
                  <a:cubicBezTo>
                    <a:pt x="9309" y="9152"/>
                    <a:pt x="10352" y="9036"/>
                    <a:pt x="11396" y="8825"/>
                  </a:cubicBezTo>
                  <a:cubicBezTo>
                    <a:pt x="11709" y="8778"/>
                    <a:pt x="11991" y="8668"/>
                    <a:pt x="12211" y="8464"/>
                  </a:cubicBezTo>
                  <a:cubicBezTo>
                    <a:pt x="12434" y="8260"/>
                    <a:pt x="12673" y="8182"/>
                    <a:pt x="12926" y="8182"/>
                  </a:cubicBezTo>
                  <a:close/>
                  <a:moveTo>
                    <a:pt x="15601" y="9838"/>
                  </a:moveTo>
                  <a:cubicBezTo>
                    <a:pt x="15862" y="9838"/>
                    <a:pt x="15972" y="9944"/>
                    <a:pt x="16082" y="10220"/>
                  </a:cubicBezTo>
                  <a:cubicBezTo>
                    <a:pt x="16098" y="10298"/>
                    <a:pt x="16129" y="10361"/>
                    <a:pt x="16145" y="10439"/>
                  </a:cubicBezTo>
                  <a:cubicBezTo>
                    <a:pt x="16647" y="12446"/>
                    <a:pt x="16992" y="14468"/>
                    <a:pt x="17101" y="16537"/>
                  </a:cubicBezTo>
                  <a:cubicBezTo>
                    <a:pt x="17117" y="16866"/>
                    <a:pt x="17070" y="17211"/>
                    <a:pt x="17117" y="17540"/>
                  </a:cubicBezTo>
                  <a:cubicBezTo>
                    <a:pt x="17477" y="19546"/>
                    <a:pt x="17399" y="21568"/>
                    <a:pt x="17524" y="23590"/>
                  </a:cubicBezTo>
                  <a:cubicBezTo>
                    <a:pt x="17650" y="25299"/>
                    <a:pt x="17791" y="27023"/>
                    <a:pt x="17901" y="28731"/>
                  </a:cubicBezTo>
                  <a:cubicBezTo>
                    <a:pt x="17979" y="30189"/>
                    <a:pt x="18042" y="31647"/>
                    <a:pt x="18136" y="33105"/>
                  </a:cubicBezTo>
                  <a:cubicBezTo>
                    <a:pt x="18277" y="35268"/>
                    <a:pt x="18434" y="37431"/>
                    <a:pt x="18606" y="39594"/>
                  </a:cubicBezTo>
                  <a:cubicBezTo>
                    <a:pt x="18669" y="40424"/>
                    <a:pt x="18637" y="41240"/>
                    <a:pt x="18559" y="42070"/>
                  </a:cubicBezTo>
                  <a:cubicBezTo>
                    <a:pt x="18512" y="42509"/>
                    <a:pt x="18434" y="42964"/>
                    <a:pt x="18402" y="43403"/>
                  </a:cubicBezTo>
                  <a:cubicBezTo>
                    <a:pt x="18371" y="43983"/>
                    <a:pt x="18089" y="44390"/>
                    <a:pt x="17603" y="44672"/>
                  </a:cubicBezTo>
                  <a:cubicBezTo>
                    <a:pt x="17509" y="44735"/>
                    <a:pt x="17415" y="44798"/>
                    <a:pt x="17305" y="44829"/>
                  </a:cubicBezTo>
                  <a:cubicBezTo>
                    <a:pt x="16098" y="45315"/>
                    <a:pt x="14891" y="45816"/>
                    <a:pt x="13575" y="46004"/>
                  </a:cubicBezTo>
                  <a:cubicBezTo>
                    <a:pt x="12603" y="46161"/>
                    <a:pt x="11647" y="46177"/>
                    <a:pt x="10675" y="46224"/>
                  </a:cubicBezTo>
                  <a:cubicBezTo>
                    <a:pt x="10591" y="46224"/>
                    <a:pt x="10515" y="46231"/>
                    <a:pt x="10440" y="46231"/>
                  </a:cubicBezTo>
                  <a:cubicBezTo>
                    <a:pt x="10403" y="46231"/>
                    <a:pt x="10367" y="46229"/>
                    <a:pt x="10330" y="46224"/>
                  </a:cubicBezTo>
                  <a:cubicBezTo>
                    <a:pt x="8998" y="46004"/>
                    <a:pt x="7634" y="46099"/>
                    <a:pt x="6302" y="45973"/>
                  </a:cubicBezTo>
                  <a:cubicBezTo>
                    <a:pt x="5095" y="45848"/>
                    <a:pt x="3856" y="45675"/>
                    <a:pt x="2712" y="45174"/>
                  </a:cubicBezTo>
                  <a:cubicBezTo>
                    <a:pt x="2195" y="44954"/>
                    <a:pt x="1646" y="44860"/>
                    <a:pt x="1223" y="44453"/>
                  </a:cubicBezTo>
                  <a:cubicBezTo>
                    <a:pt x="925" y="44171"/>
                    <a:pt x="753" y="43873"/>
                    <a:pt x="737" y="43481"/>
                  </a:cubicBezTo>
                  <a:cubicBezTo>
                    <a:pt x="706" y="42995"/>
                    <a:pt x="643" y="42509"/>
                    <a:pt x="659" y="42023"/>
                  </a:cubicBezTo>
                  <a:cubicBezTo>
                    <a:pt x="690" y="40158"/>
                    <a:pt x="596" y="38293"/>
                    <a:pt x="753" y="36412"/>
                  </a:cubicBezTo>
                  <a:cubicBezTo>
                    <a:pt x="847" y="35409"/>
                    <a:pt x="769" y="34390"/>
                    <a:pt x="769" y="33387"/>
                  </a:cubicBezTo>
                  <a:cubicBezTo>
                    <a:pt x="737" y="30879"/>
                    <a:pt x="831" y="28371"/>
                    <a:pt x="831" y="25863"/>
                  </a:cubicBezTo>
                  <a:cubicBezTo>
                    <a:pt x="831" y="23339"/>
                    <a:pt x="1207" y="20863"/>
                    <a:pt x="1380" y="18355"/>
                  </a:cubicBezTo>
                  <a:cubicBezTo>
                    <a:pt x="1521" y="16349"/>
                    <a:pt x="1803" y="14342"/>
                    <a:pt x="2023" y="12320"/>
                  </a:cubicBezTo>
                  <a:cubicBezTo>
                    <a:pt x="2070" y="11772"/>
                    <a:pt x="2117" y="11208"/>
                    <a:pt x="2195" y="10659"/>
                  </a:cubicBezTo>
                  <a:cubicBezTo>
                    <a:pt x="2223" y="10417"/>
                    <a:pt x="2381" y="10278"/>
                    <a:pt x="2598" y="10278"/>
                  </a:cubicBezTo>
                  <a:cubicBezTo>
                    <a:pt x="2620" y="10278"/>
                    <a:pt x="2642" y="10280"/>
                    <a:pt x="2665" y="10283"/>
                  </a:cubicBezTo>
                  <a:cubicBezTo>
                    <a:pt x="2932" y="10314"/>
                    <a:pt x="3198" y="10345"/>
                    <a:pt x="3449" y="10408"/>
                  </a:cubicBezTo>
                  <a:cubicBezTo>
                    <a:pt x="4624" y="10690"/>
                    <a:pt x="5816" y="10690"/>
                    <a:pt x="7023" y="10690"/>
                  </a:cubicBezTo>
                  <a:cubicBezTo>
                    <a:pt x="8700" y="10675"/>
                    <a:pt x="10377" y="10612"/>
                    <a:pt x="12054" y="10424"/>
                  </a:cubicBezTo>
                  <a:cubicBezTo>
                    <a:pt x="13026" y="10314"/>
                    <a:pt x="13998" y="10220"/>
                    <a:pt x="14938" y="9938"/>
                  </a:cubicBezTo>
                  <a:cubicBezTo>
                    <a:pt x="15111" y="9875"/>
                    <a:pt x="15299" y="9860"/>
                    <a:pt x="15487" y="9844"/>
                  </a:cubicBezTo>
                  <a:cubicBezTo>
                    <a:pt x="15528" y="9840"/>
                    <a:pt x="15566" y="9838"/>
                    <a:pt x="15601" y="9838"/>
                  </a:cubicBezTo>
                  <a:close/>
                  <a:moveTo>
                    <a:pt x="10142" y="0"/>
                  </a:moveTo>
                  <a:cubicBezTo>
                    <a:pt x="9922" y="0"/>
                    <a:pt x="9703" y="32"/>
                    <a:pt x="9468" y="32"/>
                  </a:cubicBezTo>
                  <a:cubicBezTo>
                    <a:pt x="8759" y="54"/>
                    <a:pt x="8043" y="123"/>
                    <a:pt x="7330" y="123"/>
                  </a:cubicBezTo>
                  <a:cubicBezTo>
                    <a:pt x="7033" y="123"/>
                    <a:pt x="6737" y="111"/>
                    <a:pt x="6443" y="79"/>
                  </a:cubicBezTo>
                  <a:cubicBezTo>
                    <a:pt x="6279" y="60"/>
                    <a:pt x="6116" y="52"/>
                    <a:pt x="5954" y="52"/>
                  </a:cubicBezTo>
                  <a:cubicBezTo>
                    <a:pt x="5291" y="52"/>
                    <a:pt x="4639" y="188"/>
                    <a:pt x="3998" y="314"/>
                  </a:cubicBezTo>
                  <a:cubicBezTo>
                    <a:pt x="3324" y="439"/>
                    <a:pt x="2728" y="753"/>
                    <a:pt x="2179" y="1145"/>
                  </a:cubicBezTo>
                  <a:cubicBezTo>
                    <a:pt x="1709" y="1474"/>
                    <a:pt x="1756" y="2383"/>
                    <a:pt x="2226" y="2712"/>
                  </a:cubicBezTo>
                  <a:cubicBezTo>
                    <a:pt x="2291" y="2751"/>
                    <a:pt x="2398" y="2779"/>
                    <a:pt x="2486" y="2779"/>
                  </a:cubicBezTo>
                  <a:cubicBezTo>
                    <a:pt x="2505" y="2779"/>
                    <a:pt x="2523" y="2777"/>
                    <a:pt x="2540" y="2775"/>
                  </a:cubicBezTo>
                  <a:cubicBezTo>
                    <a:pt x="2681" y="2759"/>
                    <a:pt x="2822" y="2696"/>
                    <a:pt x="2963" y="2634"/>
                  </a:cubicBezTo>
                  <a:cubicBezTo>
                    <a:pt x="4013" y="2054"/>
                    <a:pt x="5204" y="2101"/>
                    <a:pt x="6349" y="1944"/>
                  </a:cubicBezTo>
                  <a:cubicBezTo>
                    <a:pt x="6397" y="1938"/>
                    <a:pt x="6442" y="1934"/>
                    <a:pt x="6485" y="1934"/>
                  </a:cubicBezTo>
                  <a:cubicBezTo>
                    <a:pt x="6862" y="1934"/>
                    <a:pt x="7043" y="2178"/>
                    <a:pt x="7085" y="2587"/>
                  </a:cubicBezTo>
                  <a:cubicBezTo>
                    <a:pt x="7085" y="2696"/>
                    <a:pt x="7085" y="2806"/>
                    <a:pt x="7085" y="2916"/>
                  </a:cubicBezTo>
                  <a:cubicBezTo>
                    <a:pt x="7038" y="3668"/>
                    <a:pt x="6976" y="4405"/>
                    <a:pt x="6929" y="5157"/>
                  </a:cubicBezTo>
                  <a:cubicBezTo>
                    <a:pt x="6913" y="5392"/>
                    <a:pt x="6866" y="5612"/>
                    <a:pt x="6662" y="5753"/>
                  </a:cubicBezTo>
                  <a:cubicBezTo>
                    <a:pt x="6333" y="6004"/>
                    <a:pt x="6255" y="6333"/>
                    <a:pt x="6223" y="6740"/>
                  </a:cubicBezTo>
                  <a:cubicBezTo>
                    <a:pt x="6161" y="7649"/>
                    <a:pt x="6129" y="7712"/>
                    <a:pt x="5283" y="7822"/>
                  </a:cubicBezTo>
                  <a:cubicBezTo>
                    <a:pt x="4421" y="7947"/>
                    <a:pt x="3653" y="8355"/>
                    <a:pt x="2838" y="8637"/>
                  </a:cubicBezTo>
                  <a:cubicBezTo>
                    <a:pt x="1866" y="8982"/>
                    <a:pt x="1584" y="9703"/>
                    <a:pt x="1505" y="10612"/>
                  </a:cubicBezTo>
                  <a:cubicBezTo>
                    <a:pt x="1490" y="10800"/>
                    <a:pt x="1490" y="10988"/>
                    <a:pt x="1490" y="11176"/>
                  </a:cubicBezTo>
                  <a:cubicBezTo>
                    <a:pt x="1474" y="12524"/>
                    <a:pt x="1286" y="13856"/>
                    <a:pt x="1113" y="15204"/>
                  </a:cubicBezTo>
                  <a:cubicBezTo>
                    <a:pt x="957" y="16380"/>
                    <a:pt x="784" y="17571"/>
                    <a:pt x="800" y="18778"/>
                  </a:cubicBezTo>
                  <a:cubicBezTo>
                    <a:pt x="816" y="19405"/>
                    <a:pt x="722" y="20048"/>
                    <a:pt x="659" y="20675"/>
                  </a:cubicBezTo>
                  <a:cubicBezTo>
                    <a:pt x="471" y="22462"/>
                    <a:pt x="251" y="24249"/>
                    <a:pt x="377" y="26051"/>
                  </a:cubicBezTo>
                  <a:cubicBezTo>
                    <a:pt x="408" y="26537"/>
                    <a:pt x="361" y="27039"/>
                    <a:pt x="298" y="27509"/>
                  </a:cubicBezTo>
                  <a:cubicBezTo>
                    <a:pt x="126" y="28747"/>
                    <a:pt x="157" y="29970"/>
                    <a:pt x="204" y="31208"/>
                  </a:cubicBezTo>
                  <a:cubicBezTo>
                    <a:pt x="251" y="32854"/>
                    <a:pt x="204" y="34500"/>
                    <a:pt x="204" y="36145"/>
                  </a:cubicBezTo>
                  <a:lnTo>
                    <a:pt x="173" y="36145"/>
                  </a:lnTo>
                  <a:cubicBezTo>
                    <a:pt x="142" y="38214"/>
                    <a:pt x="110" y="40268"/>
                    <a:pt x="95" y="42321"/>
                  </a:cubicBezTo>
                  <a:cubicBezTo>
                    <a:pt x="95" y="42917"/>
                    <a:pt x="1" y="43528"/>
                    <a:pt x="110" y="44124"/>
                  </a:cubicBezTo>
                  <a:cubicBezTo>
                    <a:pt x="142" y="44312"/>
                    <a:pt x="189" y="44500"/>
                    <a:pt x="361" y="44609"/>
                  </a:cubicBezTo>
                  <a:cubicBezTo>
                    <a:pt x="1082" y="45048"/>
                    <a:pt x="1709" y="45644"/>
                    <a:pt x="2540" y="45942"/>
                  </a:cubicBezTo>
                  <a:cubicBezTo>
                    <a:pt x="3543" y="46287"/>
                    <a:pt x="4593" y="46396"/>
                    <a:pt x="5596" y="46663"/>
                  </a:cubicBezTo>
                  <a:cubicBezTo>
                    <a:pt x="6035" y="46788"/>
                    <a:pt x="6474" y="46804"/>
                    <a:pt x="6929" y="46804"/>
                  </a:cubicBezTo>
                  <a:cubicBezTo>
                    <a:pt x="7085" y="46801"/>
                    <a:pt x="7240" y="46800"/>
                    <a:pt x="7395" y="46800"/>
                  </a:cubicBezTo>
                  <a:cubicBezTo>
                    <a:pt x="8144" y="46800"/>
                    <a:pt x="8884" y="46830"/>
                    <a:pt x="9625" y="46882"/>
                  </a:cubicBezTo>
                  <a:cubicBezTo>
                    <a:pt x="10202" y="46916"/>
                    <a:pt x="10779" y="46941"/>
                    <a:pt x="11354" y="46941"/>
                  </a:cubicBezTo>
                  <a:cubicBezTo>
                    <a:pt x="12903" y="46941"/>
                    <a:pt x="14436" y="46761"/>
                    <a:pt x="15910" y="46099"/>
                  </a:cubicBezTo>
                  <a:cubicBezTo>
                    <a:pt x="16176" y="45973"/>
                    <a:pt x="16474" y="45895"/>
                    <a:pt x="16756" y="45832"/>
                  </a:cubicBezTo>
                  <a:cubicBezTo>
                    <a:pt x="17368" y="45738"/>
                    <a:pt x="17869" y="45440"/>
                    <a:pt x="18340" y="45048"/>
                  </a:cubicBezTo>
                  <a:cubicBezTo>
                    <a:pt x="18622" y="44813"/>
                    <a:pt x="18794" y="44594"/>
                    <a:pt x="18857" y="44233"/>
                  </a:cubicBezTo>
                  <a:cubicBezTo>
                    <a:pt x="19092" y="42635"/>
                    <a:pt x="19327" y="41036"/>
                    <a:pt x="19092" y="39421"/>
                  </a:cubicBezTo>
                  <a:cubicBezTo>
                    <a:pt x="19029" y="38982"/>
                    <a:pt x="19014" y="38528"/>
                    <a:pt x="18982" y="38073"/>
                  </a:cubicBezTo>
                  <a:cubicBezTo>
                    <a:pt x="18778" y="34719"/>
                    <a:pt x="18590" y="31349"/>
                    <a:pt x="18387" y="27995"/>
                  </a:cubicBezTo>
                  <a:cubicBezTo>
                    <a:pt x="18230" y="25189"/>
                    <a:pt x="18073" y="22383"/>
                    <a:pt x="17901" y="19578"/>
                  </a:cubicBezTo>
                  <a:cubicBezTo>
                    <a:pt x="17885" y="19201"/>
                    <a:pt x="17822" y="18841"/>
                    <a:pt x="17775" y="18465"/>
                  </a:cubicBezTo>
                  <a:cubicBezTo>
                    <a:pt x="17728" y="18026"/>
                    <a:pt x="17650" y="17571"/>
                    <a:pt x="17650" y="17132"/>
                  </a:cubicBezTo>
                  <a:cubicBezTo>
                    <a:pt x="17650" y="15878"/>
                    <a:pt x="17524" y="14672"/>
                    <a:pt x="17258" y="13449"/>
                  </a:cubicBezTo>
                  <a:cubicBezTo>
                    <a:pt x="17023" y="12320"/>
                    <a:pt x="16803" y="11176"/>
                    <a:pt x="16647" y="10016"/>
                  </a:cubicBezTo>
                  <a:cubicBezTo>
                    <a:pt x="16568" y="9468"/>
                    <a:pt x="16380" y="9029"/>
                    <a:pt x="16004" y="8637"/>
                  </a:cubicBezTo>
                  <a:cubicBezTo>
                    <a:pt x="15597" y="8229"/>
                    <a:pt x="15173" y="7900"/>
                    <a:pt x="14578" y="7806"/>
                  </a:cubicBezTo>
                  <a:cubicBezTo>
                    <a:pt x="14092" y="7712"/>
                    <a:pt x="13622" y="7587"/>
                    <a:pt x="13151" y="7477"/>
                  </a:cubicBezTo>
                  <a:cubicBezTo>
                    <a:pt x="12665" y="7367"/>
                    <a:pt x="12352" y="7101"/>
                    <a:pt x="12274" y="6599"/>
                  </a:cubicBezTo>
                  <a:cubicBezTo>
                    <a:pt x="12227" y="6301"/>
                    <a:pt x="12211" y="5941"/>
                    <a:pt x="11944" y="5784"/>
                  </a:cubicBezTo>
                  <a:cubicBezTo>
                    <a:pt x="11506" y="5518"/>
                    <a:pt x="11521" y="5095"/>
                    <a:pt x="11490" y="4703"/>
                  </a:cubicBezTo>
                  <a:cubicBezTo>
                    <a:pt x="11458" y="4076"/>
                    <a:pt x="11474" y="3433"/>
                    <a:pt x="11474" y="2806"/>
                  </a:cubicBezTo>
                  <a:cubicBezTo>
                    <a:pt x="11458" y="2602"/>
                    <a:pt x="11600" y="2461"/>
                    <a:pt x="11662" y="2289"/>
                  </a:cubicBezTo>
                  <a:cubicBezTo>
                    <a:pt x="12117" y="972"/>
                    <a:pt x="11568" y="47"/>
                    <a:pt x="1014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347;p15">
              <a:extLst>
                <a:ext uri="{FF2B5EF4-FFF2-40B4-BE49-F238E27FC236}">
                  <a16:creationId xmlns:a16="http://schemas.microsoft.com/office/drawing/2014/main" id="{3DB830DD-559C-E480-C5DB-04A0F940C773}"/>
                </a:ext>
              </a:extLst>
            </p:cNvPr>
            <p:cNvSpPr/>
            <p:nvPr/>
          </p:nvSpPr>
          <p:spPr>
            <a:xfrm>
              <a:off x="6912550" y="1665350"/>
              <a:ext cx="426100" cy="30900"/>
            </a:xfrm>
            <a:custGeom>
              <a:avLst/>
              <a:gdLst/>
              <a:ahLst/>
              <a:cxnLst/>
              <a:rect l="l" t="t" r="r" b="b"/>
              <a:pathLst>
                <a:path w="17044" h="1236" extrusionOk="0">
                  <a:moveTo>
                    <a:pt x="16736" y="1"/>
                  </a:moveTo>
                  <a:cubicBezTo>
                    <a:pt x="16727" y="1"/>
                    <a:pt x="16718" y="1"/>
                    <a:pt x="16708" y="3"/>
                  </a:cubicBezTo>
                  <a:cubicBezTo>
                    <a:pt x="13441" y="558"/>
                    <a:pt x="10134" y="848"/>
                    <a:pt x="6828" y="848"/>
                  </a:cubicBezTo>
                  <a:cubicBezTo>
                    <a:pt x="4631" y="848"/>
                    <a:pt x="2434" y="720"/>
                    <a:pt x="250" y="457"/>
                  </a:cubicBezTo>
                  <a:cubicBezTo>
                    <a:pt x="241" y="456"/>
                    <a:pt x="232" y="455"/>
                    <a:pt x="223" y="455"/>
                  </a:cubicBezTo>
                  <a:cubicBezTo>
                    <a:pt x="0" y="455"/>
                    <a:pt x="9" y="819"/>
                    <a:pt x="250" y="849"/>
                  </a:cubicBezTo>
                  <a:cubicBezTo>
                    <a:pt x="2430" y="1110"/>
                    <a:pt x="4621" y="1235"/>
                    <a:pt x="6813" y="1235"/>
                  </a:cubicBezTo>
                  <a:cubicBezTo>
                    <a:pt x="10155" y="1235"/>
                    <a:pt x="13499" y="944"/>
                    <a:pt x="16803" y="395"/>
                  </a:cubicBezTo>
                  <a:cubicBezTo>
                    <a:pt x="17043" y="349"/>
                    <a:pt x="16952" y="1"/>
                    <a:pt x="167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348;p15">
              <a:extLst>
                <a:ext uri="{FF2B5EF4-FFF2-40B4-BE49-F238E27FC236}">
                  <a16:creationId xmlns:a16="http://schemas.microsoft.com/office/drawing/2014/main" id="{61606AAB-6B65-3014-E4DC-9768E6902913}"/>
                </a:ext>
              </a:extLst>
            </p:cNvPr>
            <p:cNvSpPr/>
            <p:nvPr/>
          </p:nvSpPr>
          <p:spPr>
            <a:xfrm>
              <a:off x="6899375" y="1913575"/>
              <a:ext cx="454050" cy="48350"/>
            </a:xfrm>
            <a:custGeom>
              <a:avLst/>
              <a:gdLst/>
              <a:ahLst/>
              <a:cxnLst/>
              <a:rect l="l" t="t" r="r" b="b"/>
              <a:pathLst>
                <a:path w="18162" h="1934" extrusionOk="0">
                  <a:moveTo>
                    <a:pt x="260" y="1"/>
                  </a:moveTo>
                  <a:cubicBezTo>
                    <a:pt x="70" y="1"/>
                    <a:pt x="0" y="316"/>
                    <a:pt x="213" y="387"/>
                  </a:cubicBezTo>
                  <a:cubicBezTo>
                    <a:pt x="3615" y="1413"/>
                    <a:pt x="7167" y="1934"/>
                    <a:pt x="10717" y="1934"/>
                  </a:cubicBezTo>
                  <a:cubicBezTo>
                    <a:pt x="13137" y="1934"/>
                    <a:pt x="15555" y="1692"/>
                    <a:pt x="17925" y="1202"/>
                  </a:cubicBezTo>
                  <a:cubicBezTo>
                    <a:pt x="18161" y="1158"/>
                    <a:pt x="18078" y="822"/>
                    <a:pt x="17871" y="822"/>
                  </a:cubicBezTo>
                  <a:cubicBezTo>
                    <a:pt x="17858" y="822"/>
                    <a:pt x="17845" y="824"/>
                    <a:pt x="17831" y="826"/>
                  </a:cubicBezTo>
                  <a:cubicBezTo>
                    <a:pt x="15493" y="1308"/>
                    <a:pt x="13106" y="1546"/>
                    <a:pt x="10719" y="1546"/>
                  </a:cubicBezTo>
                  <a:cubicBezTo>
                    <a:pt x="7201" y="1546"/>
                    <a:pt x="3684" y="1029"/>
                    <a:pt x="323" y="11"/>
                  </a:cubicBezTo>
                  <a:cubicBezTo>
                    <a:pt x="301" y="4"/>
                    <a:pt x="280" y="1"/>
                    <a:pt x="2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349;p15">
              <a:extLst>
                <a:ext uri="{FF2B5EF4-FFF2-40B4-BE49-F238E27FC236}">
                  <a16:creationId xmlns:a16="http://schemas.microsoft.com/office/drawing/2014/main" id="{8E990FD0-71D7-6310-0AA1-FE0CEDEA8570}"/>
                </a:ext>
              </a:extLst>
            </p:cNvPr>
            <p:cNvSpPr/>
            <p:nvPr/>
          </p:nvSpPr>
          <p:spPr>
            <a:xfrm>
              <a:off x="7037325" y="1754975"/>
              <a:ext cx="249325" cy="30500"/>
            </a:xfrm>
            <a:custGeom>
              <a:avLst/>
              <a:gdLst/>
              <a:ahLst/>
              <a:cxnLst/>
              <a:rect l="l" t="t" r="r" b="b"/>
              <a:pathLst>
                <a:path w="9973" h="1220" extrusionOk="0">
                  <a:moveTo>
                    <a:pt x="7552" y="1"/>
                  </a:moveTo>
                  <a:cubicBezTo>
                    <a:pt x="7453" y="1"/>
                    <a:pt x="7352" y="12"/>
                    <a:pt x="7250" y="38"/>
                  </a:cubicBezTo>
                  <a:cubicBezTo>
                    <a:pt x="6874" y="132"/>
                    <a:pt x="6592" y="383"/>
                    <a:pt x="6263" y="556"/>
                  </a:cubicBezTo>
                  <a:cubicBezTo>
                    <a:pt x="6067" y="667"/>
                    <a:pt x="5896" y="715"/>
                    <a:pt x="5734" y="715"/>
                  </a:cubicBezTo>
                  <a:cubicBezTo>
                    <a:pt x="5442" y="715"/>
                    <a:pt x="5181" y="558"/>
                    <a:pt x="4868" y="336"/>
                  </a:cubicBezTo>
                  <a:cubicBezTo>
                    <a:pt x="4549" y="115"/>
                    <a:pt x="4246" y="9"/>
                    <a:pt x="3929" y="9"/>
                  </a:cubicBezTo>
                  <a:cubicBezTo>
                    <a:pt x="3685" y="9"/>
                    <a:pt x="3433" y="72"/>
                    <a:pt x="3159" y="195"/>
                  </a:cubicBezTo>
                  <a:cubicBezTo>
                    <a:pt x="2752" y="383"/>
                    <a:pt x="2360" y="665"/>
                    <a:pt x="1921" y="744"/>
                  </a:cubicBezTo>
                  <a:cubicBezTo>
                    <a:pt x="1811" y="765"/>
                    <a:pt x="1704" y="775"/>
                    <a:pt x="1601" y="775"/>
                  </a:cubicBezTo>
                  <a:cubicBezTo>
                    <a:pt x="1087" y="775"/>
                    <a:pt x="656" y="527"/>
                    <a:pt x="291" y="148"/>
                  </a:cubicBezTo>
                  <a:cubicBezTo>
                    <a:pt x="263" y="121"/>
                    <a:pt x="230" y="109"/>
                    <a:pt x="197" y="109"/>
                  </a:cubicBezTo>
                  <a:cubicBezTo>
                    <a:pt x="98" y="109"/>
                    <a:pt x="1" y="215"/>
                    <a:pt x="71" y="321"/>
                  </a:cubicBezTo>
                  <a:cubicBezTo>
                    <a:pt x="434" y="852"/>
                    <a:pt x="1065" y="1180"/>
                    <a:pt x="1716" y="1180"/>
                  </a:cubicBezTo>
                  <a:cubicBezTo>
                    <a:pt x="1852" y="1180"/>
                    <a:pt x="1989" y="1165"/>
                    <a:pt x="2125" y="1136"/>
                  </a:cubicBezTo>
                  <a:cubicBezTo>
                    <a:pt x="2595" y="1026"/>
                    <a:pt x="2987" y="728"/>
                    <a:pt x="3441" y="556"/>
                  </a:cubicBezTo>
                  <a:cubicBezTo>
                    <a:pt x="3600" y="494"/>
                    <a:pt x="3739" y="468"/>
                    <a:pt x="3866" y="468"/>
                  </a:cubicBezTo>
                  <a:cubicBezTo>
                    <a:pt x="4352" y="468"/>
                    <a:pt x="4653" y="852"/>
                    <a:pt x="5150" y="1089"/>
                  </a:cubicBezTo>
                  <a:cubicBezTo>
                    <a:pt x="5336" y="1181"/>
                    <a:pt x="5504" y="1219"/>
                    <a:pt x="5662" y="1219"/>
                  </a:cubicBezTo>
                  <a:cubicBezTo>
                    <a:pt x="6277" y="1219"/>
                    <a:pt x="6727" y="643"/>
                    <a:pt x="7376" y="493"/>
                  </a:cubicBezTo>
                  <a:cubicBezTo>
                    <a:pt x="7434" y="482"/>
                    <a:pt x="7494" y="477"/>
                    <a:pt x="7555" y="477"/>
                  </a:cubicBezTo>
                  <a:cubicBezTo>
                    <a:pt x="8073" y="477"/>
                    <a:pt x="8666" y="842"/>
                    <a:pt x="9177" y="842"/>
                  </a:cubicBezTo>
                  <a:cubicBezTo>
                    <a:pt x="9442" y="842"/>
                    <a:pt x="9685" y="744"/>
                    <a:pt x="9884" y="446"/>
                  </a:cubicBezTo>
                  <a:cubicBezTo>
                    <a:pt x="9973" y="318"/>
                    <a:pt x="9854" y="170"/>
                    <a:pt x="9723" y="170"/>
                  </a:cubicBezTo>
                  <a:cubicBezTo>
                    <a:pt x="9693" y="170"/>
                    <a:pt x="9662" y="178"/>
                    <a:pt x="9633" y="195"/>
                  </a:cubicBezTo>
                  <a:cubicBezTo>
                    <a:pt x="9456" y="296"/>
                    <a:pt x="9282" y="333"/>
                    <a:pt x="9109" y="333"/>
                  </a:cubicBezTo>
                  <a:cubicBezTo>
                    <a:pt x="8596" y="333"/>
                    <a:pt x="8093" y="1"/>
                    <a:pt x="75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350;p15">
              <a:extLst>
                <a:ext uri="{FF2B5EF4-FFF2-40B4-BE49-F238E27FC236}">
                  <a16:creationId xmlns:a16="http://schemas.microsoft.com/office/drawing/2014/main" id="{8C0A7213-70E2-6B7A-0170-61D2A58D1426}"/>
                </a:ext>
              </a:extLst>
            </p:cNvPr>
            <p:cNvSpPr/>
            <p:nvPr/>
          </p:nvSpPr>
          <p:spPr>
            <a:xfrm>
              <a:off x="7127075" y="1826375"/>
              <a:ext cx="160875" cy="34600"/>
            </a:xfrm>
            <a:custGeom>
              <a:avLst/>
              <a:gdLst/>
              <a:ahLst/>
              <a:cxnLst/>
              <a:rect l="l" t="t" r="r" b="b"/>
              <a:pathLst>
                <a:path w="6435" h="1384" extrusionOk="0">
                  <a:moveTo>
                    <a:pt x="5822" y="0"/>
                  </a:moveTo>
                  <a:cubicBezTo>
                    <a:pt x="5426" y="0"/>
                    <a:pt x="5033" y="91"/>
                    <a:pt x="4648" y="208"/>
                  </a:cubicBezTo>
                  <a:cubicBezTo>
                    <a:pt x="4141" y="368"/>
                    <a:pt x="3543" y="834"/>
                    <a:pt x="2999" y="834"/>
                  </a:cubicBezTo>
                  <a:cubicBezTo>
                    <a:pt x="2904" y="834"/>
                    <a:pt x="2811" y="820"/>
                    <a:pt x="2720" y="788"/>
                  </a:cubicBezTo>
                  <a:cubicBezTo>
                    <a:pt x="2297" y="631"/>
                    <a:pt x="1967" y="411"/>
                    <a:pt x="1497" y="396"/>
                  </a:cubicBezTo>
                  <a:cubicBezTo>
                    <a:pt x="1451" y="393"/>
                    <a:pt x="1404" y="391"/>
                    <a:pt x="1358" y="391"/>
                  </a:cubicBezTo>
                  <a:cubicBezTo>
                    <a:pt x="908" y="391"/>
                    <a:pt x="483" y="527"/>
                    <a:pt x="71" y="741"/>
                  </a:cubicBezTo>
                  <a:cubicBezTo>
                    <a:pt x="0" y="783"/>
                    <a:pt x="44" y="902"/>
                    <a:pt x="123" y="902"/>
                  </a:cubicBezTo>
                  <a:cubicBezTo>
                    <a:pt x="131" y="902"/>
                    <a:pt x="140" y="900"/>
                    <a:pt x="149" y="897"/>
                  </a:cubicBezTo>
                  <a:cubicBezTo>
                    <a:pt x="440" y="777"/>
                    <a:pt x="750" y="717"/>
                    <a:pt x="1063" y="717"/>
                  </a:cubicBezTo>
                  <a:cubicBezTo>
                    <a:pt x="1440" y="717"/>
                    <a:pt x="1820" y="804"/>
                    <a:pt x="2171" y="976"/>
                  </a:cubicBezTo>
                  <a:cubicBezTo>
                    <a:pt x="2461" y="1128"/>
                    <a:pt x="2720" y="1384"/>
                    <a:pt x="3080" y="1384"/>
                  </a:cubicBezTo>
                  <a:cubicBezTo>
                    <a:pt x="3090" y="1384"/>
                    <a:pt x="3101" y="1384"/>
                    <a:pt x="3112" y="1383"/>
                  </a:cubicBezTo>
                  <a:cubicBezTo>
                    <a:pt x="3582" y="1352"/>
                    <a:pt x="4036" y="960"/>
                    <a:pt x="4460" y="803"/>
                  </a:cubicBezTo>
                  <a:cubicBezTo>
                    <a:pt x="5040" y="599"/>
                    <a:pt x="5635" y="584"/>
                    <a:pt x="6231" y="443"/>
                  </a:cubicBezTo>
                  <a:cubicBezTo>
                    <a:pt x="6419" y="396"/>
                    <a:pt x="6435" y="67"/>
                    <a:pt x="6231" y="35"/>
                  </a:cubicBezTo>
                  <a:cubicBezTo>
                    <a:pt x="6094" y="11"/>
                    <a:pt x="5958" y="0"/>
                    <a:pt x="58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351;p15">
              <a:extLst>
                <a:ext uri="{FF2B5EF4-FFF2-40B4-BE49-F238E27FC236}">
                  <a16:creationId xmlns:a16="http://schemas.microsoft.com/office/drawing/2014/main" id="{F81F107F-75DB-2218-74C4-391D49F4BFE1}"/>
                </a:ext>
              </a:extLst>
            </p:cNvPr>
            <p:cNvSpPr/>
            <p:nvPr/>
          </p:nvSpPr>
          <p:spPr>
            <a:xfrm>
              <a:off x="7302825" y="1983100"/>
              <a:ext cx="27050" cy="253775"/>
            </a:xfrm>
            <a:custGeom>
              <a:avLst/>
              <a:gdLst/>
              <a:ahLst/>
              <a:cxnLst/>
              <a:rect l="l" t="t" r="r" b="b"/>
              <a:pathLst>
                <a:path w="1082" h="10151" extrusionOk="0">
                  <a:moveTo>
                    <a:pt x="200" y="0"/>
                  </a:moveTo>
                  <a:cubicBezTo>
                    <a:pt x="164" y="0"/>
                    <a:pt x="126" y="24"/>
                    <a:pt x="126" y="67"/>
                  </a:cubicBezTo>
                  <a:cubicBezTo>
                    <a:pt x="0" y="1760"/>
                    <a:pt x="173" y="3469"/>
                    <a:pt x="267" y="5161"/>
                  </a:cubicBezTo>
                  <a:cubicBezTo>
                    <a:pt x="345" y="6760"/>
                    <a:pt x="314" y="8453"/>
                    <a:pt x="612" y="10036"/>
                  </a:cubicBezTo>
                  <a:cubicBezTo>
                    <a:pt x="632" y="10116"/>
                    <a:pt x="694" y="10151"/>
                    <a:pt x="761" y="10151"/>
                  </a:cubicBezTo>
                  <a:cubicBezTo>
                    <a:pt x="851" y="10151"/>
                    <a:pt x="947" y="10088"/>
                    <a:pt x="956" y="9989"/>
                  </a:cubicBezTo>
                  <a:cubicBezTo>
                    <a:pt x="1082" y="8328"/>
                    <a:pt x="831" y="6572"/>
                    <a:pt x="721" y="4895"/>
                  </a:cubicBezTo>
                  <a:cubicBezTo>
                    <a:pt x="612" y="3280"/>
                    <a:pt x="580" y="1635"/>
                    <a:pt x="267" y="52"/>
                  </a:cubicBezTo>
                  <a:cubicBezTo>
                    <a:pt x="260" y="16"/>
                    <a:pt x="230" y="0"/>
                    <a:pt x="2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352;p15">
              <a:extLst>
                <a:ext uri="{FF2B5EF4-FFF2-40B4-BE49-F238E27FC236}">
                  <a16:creationId xmlns:a16="http://schemas.microsoft.com/office/drawing/2014/main" id="{5572757A-5EAB-7FE6-535E-26DBBBEFB776}"/>
                </a:ext>
              </a:extLst>
            </p:cNvPr>
            <p:cNvSpPr/>
            <p:nvPr/>
          </p:nvSpPr>
          <p:spPr>
            <a:xfrm>
              <a:off x="7272650" y="2157050"/>
              <a:ext cx="16100" cy="89475"/>
            </a:xfrm>
            <a:custGeom>
              <a:avLst/>
              <a:gdLst/>
              <a:ahLst/>
              <a:cxnLst/>
              <a:rect l="l" t="t" r="r" b="b"/>
              <a:pathLst>
                <a:path w="644" h="3579" extrusionOk="0">
                  <a:moveTo>
                    <a:pt x="241" y="1"/>
                  </a:moveTo>
                  <a:cubicBezTo>
                    <a:pt x="156" y="1"/>
                    <a:pt x="63" y="64"/>
                    <a:pt x="63" y="163"/>
                  </a:cubicBezTo>
                  <a:cubicBezTo>
                    <a:pt x="0" y="1244"/>
                    <a:pt x="63" y="2404"/>
                    <a:pt x="267" y="3470"/>
                  </a:cubicBezTo>
                  <a:cubicBezTo>
                    <a:pt x="280" y="3545"/>
                    <a:pt x="338" y="3578"/>
                    <a:pt x="399" y="3578"/>
                  </a:cubicBezTo>
                  <a:cubicBezTo>
                    <a:pt x="479" y="3578"/>
                    <a:pt x="565" y="3521"/>
                    <a:pt x="565" y="3423"/>
                  </a:cubicBezTo>
                  <a:cubicBezTo>
                    <a:pt x="643" y="2357"/>
                    <a:pt x="565" y="1182"/>
                    <a:pt x="377" y="116"/>
                  </a:cubicBezTo>
                  <a:cubicBezTo>
                    <a:pt x="363" y="36"/>
                    <a:pt x="304" y="1"/>
                    <a:pt x="2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" name="Google Shape;353;p15">
            <a:extLst>
              <a:ext uri="{FF2B5EF4-FFF2-40B4-BE49-F238E27FC236}">
                <a16:creationId xmlns:a16="http://schemas.microsoft.com/office/drawing/2014/main" id="{79299823-BDEC-7E48-4152-73F56CC57F92}"/>
              </a:ext>
            </a:extLst>
          </p:cNvPr>
          <p:cNvGrpSpPr/>
          <p:nvPr/>
        </p:nvGrpSpPr>
        <p:grpSpPr>
          <a:xfrm rot="-996901">
            <a:off x="68359" y="4447272"/>
            <a:ext cx="602264" cy="514275"/>
            <a:chOff x="8902375" y="942775"/>
            <a:chExt cx="897400" cy="766150"/>
          </a:xfrm>
        </p:grpSpPr>
        <p:sp>
          <p:nvSpPr>
            <p:cNvPr id="100" name="Google Shape;354;p15">
              <a:extLst>
                <a:ext uri="{FF2B5EF4-FFF2-40B4-BE49-F238E27FC236}">
                  <a16:creationId xmlns:a16="http://schemas.microsoft.com/office/drawing/2014/main" id="{E069E51D-FD12-C283-72F6-BFBD2CB3BB79}"/>
                </a:ext>
              </a:extLst>
            </p:cNvPr>
            <p:cNvSpPr/>
            <p:nvPr/>
          </p:nvSpPr>
          <p:spPr>
            <a:xfrm>
              <a:off x="8902375" y="942775"/>
              <a:ext cx="897400" cy="766150"/>
            </a:xfrm>
            <a:custGeom>
              <a:avLst/>
              <a:gdLst/>
              <a:ahLst/>
              <a:cxnLst/>
              <a:rect l="l" t="t" r="r" b="b"/>
              <a:pathLst>
                <a:path w="35896" h="30646" extrusionOk="0">
                  <a:moveTo>
                    <a:pt x="1886" y="681"/>
                  </a:moveTo>
                  <a:cubicBezTo>
                    <a:pt x="2031" y="681"/>
                    <a:pt x="2179" y="705"/>
                    <a:pt x="2321" y="755"/>
                  </a:cubicBezTo>
                  <a:cubicBezTo>
                    <a:pt x="3120" y="1005"/>
                    <a:pt x="3857" y="1413"/>
                    <a:pt x="4343" y="2118"/>
                  </a:cubicBezTo>
                  <a:cubicBezTo>
                    <a:pt x="4891" y="2918"/>
                    <a:pt x="5409" y="3733"/>
                    <a:pt x="5894" y="4579"/>
                  </a:cubicBezTo>
                  <a:cubicBezTo>
                    <a:pt x="6631" y="5880"/>
                    <a:pt x="7336" y="7212"/>
                    <a:pt x="8261" y="8388"/>
                  </a:cubicBezTo>
                  <a:cubicBezTo>
                    <a:pt x="9186" y="9564"/>
                    <a:pt x="9985" y="10833"/>
                    <a:pt x="10832" y="12071"/>
                  </a:cubicBezTo>
                  <a:cubicBezTo>
                    <a:pt x="11208" y="12636"/>
                    <a:pt x="11553" y="13200"/>
                    <a:pt x="11913" y="13764"/>
                  </a:cubicBezTo>
                  <a:cubicBezTo>
                    <a:pt x="11976" y="13858"/>
                    <a:pt x="11976" y="13984"/>
                    <a:pt x="12007" y="14062"/>
                  </a:cubicBezTo>
                  <a:cubicBezTo>
                    <a:pt x="11945" y="14140"/>
                    <a:pt x="11913" y="14235"/>
                    <a:pt x="11866" y="14250"/>
                  </a:cubicBezTo>
                  <a:cubicBezTo>
                    <a:pt x="11553" y="14376"/>
                    <a:pt x="11239" y="14564"/>
                    <a:pt x="10910" y="14579"/>
                  </a:cubicBezTo>
                  <a:cubicBezTo>
                    <a:pt x="10393" y="14611"/>
                    <a:pt x="9891" y="14611"/>
                    <a:pt x="9421" y="14924"/>
                  </a:cubicBezTo>
                  <a:cubicBezTo>
                    <a:pt x="9381" y="14949"/>
                    <a:pt x="9336" y="14959"/>
                    <a:pt x="9289" y="14959"/>
                  </a:cubicBezTo>
                  <a:cubicBezTo>
                    <a:pt x="9157" y="14959"/>
                    <a:pt x="9012" y="14872"/>
                    <a:pt x="8920" y="14767"/>
                  </a:cubicBezTo>
                  <a:cubicBezTo>
                    <a:pt x="8716" y="14548"/>
                    <a:pt x="8543" y="14313"/>
                    <a:pt x="8355" y="14078"/>
                  </a:cubicBezTo>
                  <a:cubicBezTo>
                    <a:pt x="8230" y="13937"/>
                    <a:pt x="8120" y="13780"/>
                    <a:pt x="7963" y="13670"/>
                  </a:cubicBezTo>
                  <a:cubicBezTo>
                    <a:pt x="6976" y="13012"/>
                    <a:pt x="6568" y="11946"/>
                    <a:pt x="6083" y="10927"/>
                  </a:cubicBezTo>
                  <a:cubicBezTo>
                    <a:pt x="5393" y="9485"/>
                    <a:pt x="4625" y="8059"/>
                    <a:pt x="3716" y="6727"/>
                  </a:cubicBezTo>
                  <a:cubicBezTo>
                    <a:pt x="2775" y="5332"/>
                    <a:pt x="1960" y="3858"/>
                    <a:pt x="1114" y="2400"/>
                  </a:cubicBezTo>
                  <a:cubicBezTo>
                    <a:pt x="1098" y="2369"/>
                    <a:pt x="1082" y="2322"/>
                    <a:pt x="1067" y="2291"/>
                  </a:cubicBezTo>
                  <a:cubicBezTo>
                    <a:pt x="863" y="1930"/>
                    <a:pt x="628" y="1570"/>
                    <a:pt x="910" y="1146"/>
                  </a:cubicBezTo>
                  <a:cubicBezTo>
                    <a:pt x="1106" y="859"/>
                    <a:pt x="1487" y="681"/>
                    <a:pt x="1886" y="681"/>
                  </a:cubicBezTo>
                  <a:close/>
                  <a:moveTo>
                    <a:pt x="6657" y="16052"/>
                  </a:moveTo>
                  <a:cubicBezTo>
                    <a:pt x="6885" y="16052"/>
                    <a:pt x="7125" y="16066"/>
                    <a:pt x="7383" y="16100"/>
                  </a:cubicBezTo>
                  <a:cubicBezTo>
                    <a:pt x="6851" y="16413"/>
                    <a:pt x="6459" y="16617"/>
                    <a:pt x="6130" y="16883"/>
                  </a:cubicBezTo>
                  <a:cubicBezTo>
                    <a:pt x="5785" y="17166"/>
                    <a:pt x="5409" y="17401"/>
                    <a:pt x="5017" y="17620"/>
                  </a:cubicBezTo>
                  <a:cubicBezTo>
                    <a:pt x="4781" y="17750"/>
                    <a:pt x="4590" y="17817"/>
                    <a:pt x="4419" y="17817"/>
                  </a:cubicBezTo>
                  <a:cubicBezTo>
                    <a:pt x="4156" y="17817"/>
                    <a:pt x="3940" y="17661"/>
                    <a:pt x="3684" y="17338"/>
                  </a:cubicBezTo>
                  <a:cubicBezTo>
                    <a:pt x="3512" y="17119"/>
                    <a:pt x="3559" y="16930"/>
                    <a:pt x="3778" y="16774"/>
                  </a:cubicBezTo>
                  <a:cubicBezTo>
                    <a:pt x="4217" y="16460"/>
                    <a:pt x="4735" y="16351"/>
                    <a:pt x="5236" y="16225"/>
                  </a:cubicBezTo>
                  <a:cubicBezTo>
                    <a:pt x="5683" y="16127"/>
                    <a:pt x="6137" y="16052"/>
                    <a:pt x="6657" y="16052"/>
                  </a:cubicBezTo>
                  <a:close/>
                  <a:moveTo>
                    <a:pt x="22086" y="11317"/>
                  </a:moveTo>
                  <a:cubicBezTo>
                    <a:pt x="22633" y="11317"/>
                    <a:pt x="23180" y="11437"/>
                    <a:pt x="23732" y="11586"/>
                  </a:cubicBezTo>
                  <a:cubicBezTo>
                    <a:pt x="24171" y="11711"/>
                    <a:pt x="24563" y="11883"/>
                    <a:pt x="24829" y="12291"/>
                  </a:cubicBezTo>
                  <a:cubicBezTo>
                    <a:pt x="25237" y="12918"/>
                    <a:pt x="25832" y="13278"/>
                    <a:pt x="26569" y="13419"/>
                  </a:cubicBezTo>
                  <a:cubicBezTo>
                    <a:pt x="27008" y="13498"/>
                    <a:pt x="27431" y="13686"/>
                    <a:pt x="27870" y="13796"/>
                  </a:cubicBezTo>
                  <a:cubicBezTo>
                    <a:pt x="28371" y="13921"/>
                    <a:pt x="28716" y="14219"/>
                    <a:pt x="29014" y="14642"/>
                  </a:cubicBezTo>
                  <a:cubicBezTo>
                    <a:pt x="29218" y="14940"/>
                    <a:pt x="29484" y="15222"/>
                    <a:pt x="29641" y="15551"/>
                  </a:cubicBezTo>
                  <a:cubicBezTo>
                    <a:pt x="29845" y="15959"/>
                    <a:pt x="30096" y="16194"/>
                    <a:pt x="30534" y="16304"/>
                  </a:cubicBezTo>
                  <a:cubicBezTo>
                    <a:pt x="30738" y="16335"/>
                    <a:pt x="30911" y="16539"/>
                    <a:pt x="31067" y="16695"/>
                  </a:cubicBezTo>
                  <a:cubicBezTo>
                    <a:pt x="31428" y="17025"/>
                    <a:pt x="31757" y="17369"/>
                    <a:pt x="32118" y="17699"/>
                  </a:cubicBezTo>
                  <a:cubicBezTo>
                    <a:pt x="32137" y="17728"/>
                    <a:pt x="32195" y="17739"/>
                    <a:pt x="32243" y="17739"/>
                  </a:cubicBezTo>
                  <a:cubicBezTo>
                    <a:pt x="32270" y="17739"/>
                    <a:pt x="32294" y="17736"/>
                    <a:pt x="32306" y="17730"/>
                  </a:cubicBezTo>
                  <a:cubicBezTo>
                    <a:pt x="32353" y="17683"/>
                    <a:pt x="32368" y="17589"/>
                    <a:pt x="32368" y="17526"/>
                  </a:cubicBezTo>
                  <a:cubicBezTo>
                    <a:pt x="32368" y="17244"/>
                    <a:pt x="32212" y="17040"/>
                    <a:pt x="32039" y="16836"/>
                  </a:cubicBezTo>
                  <a:cubicBezTo>
                    <a:pt x="31726" y="16507"/>
                    <a:pt x="31459" y="16178"/>
                    <a:pt x="31177" y="15849"/>
                  </a:cubicBezTo>
                  <a:cubicBezTo>
                    <a:pt x="31263" y="15729"/>
                    <a:pt x="31344" y="15693"/>
                    <a:pt x="31420" y="15693"/>
                  </a:cubicBezTo>
                  <a:cubicBezTo>
                    <a:pt x="31483" y="15693"/>
                    <a:pt x="31543" y="15718"/>
                    <a:pt x="31600" y="15739"/>
                  </a:cubicBezTo>
                  <a:cubicBezTo>
                    <a:pt x="32400" y="16068"/>
                    <a:pt x="33277" y="16209"/>
                    <a:pt x="33967" y="16774"/>
                  </a:cubicBezTo>
                  <a:cubicBezTo>
                    <a:pt x="34077" y="16868"/>
                    <a:pt x="34218" y="16946"/>
                    <a:pt x="34312" y="17056"/>
                  </a:cubicBezTo>
                  <a:cubicBezTo>
                    <a:pt x="34375" y="17134"/>
                    <a:pt x="34422" y="17260"/>
                    <a:pt x="34390" y="17354"/>
                  </a:cubicBezTo>
                  <a:cubicBezTo>
                    <a:pt x="34312" y="17699"/>
                    <a:pt x="33951" y="18043"/>
                    <a:pt x="33607" y="18043"/>
                  </a:cubicBezTo>
                  <a:cubicBezTo>
                    <a:pt x="33559" y="18042"/>
                    <a:pt x="33511" y="18042"/>
                    <a:pt x="33463" y="18042"/>
                  </a:cubicBezTo>
                  <a:cubicBezTo>
                    <a:pt x="32308" y="18042"/>
                    <a:pt x="31193" y="18394"/>
                    <a:pt x="30064" y="18545"/>
                  </a:cubicBezTo>
                  <a:cubicBezTo>
                    <a:pt x="29337" y="18647"/>
                    <a:pt x="28610" y="18770"/>
                    <a:pt x="27883" y="18770"/>
                  </a:cubicBezTo>
                  <a:cubicBezTo>
                    <a:pt x="27717" y="18770"/>
                    <a:pt x="27550" y="18763"/>
                    <a:pt x="27384" y="18749"/>
                  </a:cubicBezTo>
                  <a:cubicBezTo>
                    <a:pt x="27362" y="18746"/>
                    <a:pt x="27338" y="18745"/>
                    <a:pt x="27314" y="18745"/>
                  </a:cubicBezTo>
                  <a:cubicBezTo>
                    <a:pt x="27193" y="18745"/>
                    <a:pt x="27050" y="18772"/>
                    <a:pt x="26925" y="18772"/>
                  </a:cubicBezTo>
                  <a:cubicBezTo>
                    <a:pt x="26777" y="18772"/>
                    <a:pt x="26655" y="18733"/>
                    <a:pt x="26632" y="18561"/>
                  </a:cubicBezTo>
                  <a:cubicBezTo>
                    <a:pt x="26600" y="18310"/>
                    <a:pt x="27055" y="18341"/>
                    <a:pt x="27290" y="18278"/>
                  </a:cubicBezTo>
                  <a:cubicBezTo>
                    <a:pt x="27556" y="18216"/>
                    <a:pt x="27776" y="18075"/>
                    <a:pt x="27933" y="17855"/>
                  </a:cubicBezTo>
                  <a:cubicBezTo>
                    <a:pt x="28168" y="17510"/>
                    <a:pt x="28403" y="17181"/>
                    <a:pt x="28607" y="16821"/>
                  </a:cubicBezTo>
                  <a:cubicBezTo>
                    <a:pt x="28826" y="16429"/>
                    <a:pt x="28669" y="16053"/>
                    <a:pt x="28246" y="15943"/>
                  </a:cubicBezTo>
                  <a:cubicBezTo>
                    <a:pt x="27999" y="15872"/>
                    <a:pt x="27746" y="15822"/>
                    <a:pt x="27495" y="15822"/>
                  </a:cubicBezTo>
                  <a:cubicBezTo>
                    <a:pt x="27300" y="15822"/>
                    <a:pt x="27105" y="15852"/>
                    <a:pt x="26914" y="15927"/>
                  </a:cubicBezTo>
                  <a:cubicBezTo>
                    <a:pt x="26334" y="16162"/>
                    <a:pt x="25722" y="16382"/>
                    <a:pt x="25205" y="16742"/>
                  </a:cubicBezTo>
                  <a:cubicBezTo>
                    <a:pt x="25080" y="16836"/>
                    <a:pt x="24970" y="16930"/>
                    <a:pt x="25095" y="17103"/>
                  </a:cubicBezTo>
                  <a:cubicBezTo>
                    <a:pt x="25132" y="17158"/>
                    <a:pt x="25190" y="17181"/>
                    <a:pt x="25254" y="17181"/>
                  </a:cubicBezTo>
                  <a:cubicBezTo>
                    <a:pt x="25300" y="17181"/>
                    <a:pt x="25348" y="17169"/>
                    <a:pt x="25393" y="17150"/>
                  </a:cubicBezTo>
                  <a:cubicBezTo>
                    <a:pt x="25942" y="16899"/>
                    <a:pt x="26475" y="16648"/>
                    <a:pt x="27023" y="16398"/>
                  </a:cubicBezTo>
                  <a:cubicBezTo>
                    <a:pt x="27149" y="16338"/>
                    <a:pt x="27273" y="16306"/>
                    <a:pt x="27392" y="16306"/>
                  </a:cubicBezTo>
                  <a:cubicBezTo>
                    <a:pt x="27554" y="16306"/>
                    <a:pt x="27709" y="16365"/>
                    <a:pt x="27854" y="16492"/>
                  </a:cubicBezTo>
                  <a:cubicBezTo>
                    <a:pt x="27964" y="16601"/>
                    <a:pt x="28042" y="16742"/>
                    <a:pt x="27948" y="16899"/>
                  </a:cubicBezTo>
                  <a:cubicBezTo>
                    <a:pt x="27744" y="17244"/>
                    <a:pt x="27541" y="17589"/>
                    <a:pt x="27070" y="17683"/>
                  </a:cubicBezTo>
                  <a:cubicBezTo>
                    <a:pt x="26585" y="17793"/>
                    <a:pt x="26161" y="18012"/>
                    <a:pt x="25785" y="18341"/>
                  </a:cubicBezTo>
                  <a:cubicBezTo>
                    <a:pt x="25534" y="18545"/>
                    <a:pt x="25268" y="18592"/>
                    <a:pt x="24954" y="18592"/>
                  </a:cubicBezTo>
                  <a:cubicBezTo>
                    <a:pt x="23403" y="18584"/>
                    <a:pt x="21847" y="18584"/>
                    <a:pt x="20291" y="18584"/>
                  </a:cubicBezTo>
                  <a:cubicBezTo>
                    <a:pt x="18736" y="18584"/>
                    <a:pt x="17180" y="18584"/>
                    <a:pt x="15628" y="18576"/>
                  </a:cubicBezTo>
                  <a:cubicBezTo>
                    <a:pt x="14640" y="18562"/>
                    <a:pt x="13665" y="18338"/>
                    <a:pt x="12678" y="18338"/>
                  </a:cubicBezTo>
                  <a:cubicBezTo>
                    <a:pt x="12617" y="18338"/>
                    <a:pt x="12555" y="18339"/>
                    <a:pt x="12493" y="18341"/>
                  </a:cubicBezTo>
                  <a:cubicBezTo>
                    <a:pt x="12450" y="18343"/>
                    <a:pt x="12406" y="18344"/>
                    <a:pt x="12362" y="18344"/>
                  </a:cubicBezTo>
                  <a:cubicBezTo>
                    <a:pt x="12152" y="18344"/>
                    <a:pt x="11941" y="18322"/>
                    <a:pt x="11731" y="18322"/>
                  </a:cubicBezTo>
                  <a:cubicBezTo>
                    <a:pt x="11687" y="18322"/>
                    <a:pt x="11643" y="18323"/>
                    <a:pt x="11600" y="18326"/>
                  </a:cubicBezTo>
                  <a:cubicBezTo>
                    <a:pt x="11368" y="18344"/>
                    <a:pt x="11138" y="18353"/>
                    <a:pt x="10909" y="18353"/>
                  </a:cubicBezTo>
                  <a:cubicBezTo>
                    <a:pt x="10163" y="18353"/>
                    <a:pt x="9432" y="18258"/>
                    <a:pt x="8700" y="18090"/>
                  </a:cubicBezTo>
                  <a:cubicBezTo>
                    <a:pt x="8371" y="18014"/>
                    <a:pt x="8034" y="17975"/>
                    <a:pt x="7695" y="17975"/>
                  </a:cubicBezTo>
                  <a:cubicBezTo>
                    <a:pt x="7550" y="17975"/>
                    <a:pt x="7404" y="17982"/>
                    <a:pt x="7258" y="17996"/>
                  </a:cubicBezTo>
                  <a:cubicBezTo>
                    <a:pt x="7208" y="18001"/>
                    <a:pt x="7160" y="18004"/>
                    <a:pt x="7111" y="18004"/>
                  </a:cubicBezTo>
                  <a:cubicBezTo>
                    <a:pt x="6854" y="18004"/>
                    <a:pt x="6613" y="17930"/>
                    <a:pt x="6349" y="17746"/>
                  </a:cubicBezTo>
                  <a:cubicBezTo>
                    <a:pt x="6725" y="17181"/>
                    <a:pt x="7211" y="17009"/>
                    <a:pt x="7713" y="16836"/>
                  </a:cubicBezTo>
                  <a:cubicBezTo>
                    <a:pt x="8481" y="16554"/>
                    <a:pt x="9233" y="16241"/>
                    <a:pt x="9891" y="15724"/>
                  </a:cubicBezTo>
                  <a:cubicBezTo>
                    <a:pt x="10163" y="15515"/>
                    <a:pt x="10463" y="15403"/>
                    <a:pt x="10781" y="15403"/>
                  </a:cubicBezTo>
                  <a:cubicBezTo>
                    <a:pt x="10940" y="15403"/>
                    <a:pt x="11104" y="15431"/>
                    <a:pt x="11271" y="15488"/>
                  </a:cubicBezTo>
                  <a:cubicBezTo>
                    <a:pt x="11349" y="15520"/>
                    <a:pt x="11412" y="15583"/>
                    <a:pt x="11474" y="15583"/>
                  </a:cubicBezTo>
                  <a:cubicBezTo>
                    <a:pt x="12525" y="15645"/>
                    <a:pt x="13512" y="16006"/>
                    <a:pt x="14547" y="16100"/>
                  </a:cubicBezTo>
                  <a:cubicBezTo>
                    <a:pt x="15362" y="16178"/>
                    <a:pt x="16192" y="16147"/>
                    <a:pt x="16866" y="16695"/>
                  </a:cubicBezTo>
                  <a:cubicBezTo>
                    <a:pt x="16893" y="16716"/>
                    <a:pt x="16927" y="16727"/>
                    <a:pt x="16964" y="16727"/>
                  </a:cubicBezTo>
                  <a:cubicBezTo>
                    <a:pt x="17037" y="16727"/>
                    <a:pt x="17117" y="16685"/>
                    <a:pt x="17149" y="16601"/>
                  </a:cubicBezTo>
                  <a:cubicBezTo>
                    <a:pt x="17196" y="16507"/>
                    <a:pt x="17227" y="16366"/>
                    <a:pt x="17180" y="16288"/>
                  </a:cubicBezTo>
                  <a:cubicBezTo>
                    <a:pt x="17008" y="15912"/>
                    <a:pt x="16663" y="15755"/>
                    <a:pt x="16286" y="15692"/>
                  </a:cubicBezTo>
                  <a:cubicBezTo>
                    <a:pt x="16225" y="15676"/>
                    <a:pt x="16162" y="15671"/>
                    <a:pt x="16098" y="15671"/>
                  </a:cubicBezTo>
                  <a:cubicBezTo>
                    <a:pt x="16009" y="15671"/>
                    <a:pt x="15917" y="15680"/>
                    <a:pt x="15825" y="15680"/>
                  </a:cubicBezTo>
                  <a:cubicBezTo>
                    <a:pt x="15796" y="15680"/>
                    <a:pt x="15767" y="15679"/>
                    <a:pt x="15738" y="15677"/>
                  </a:cubicBezTo>
                  <a:cubicBezTo>
                    <a:pt x="14829" y="15661"/>
                    <a:pt x="13951" y="15457"/>
                    <a:pt x="13120" y="15112"/>
                  </a:cubicBezTo>
                  <a:cubicBezTo>
                    <a:pt x="12728" y="14940"/>
                    <a:pt x="12666" y="14611"/>
                    <a:pt x="13011" y="14329"/>
                  </a:cubicBezTo>
                  <a:cubicBezTo>
                    <a:pt x="13355" y="14046"/>
                    <a:pt x="13716" y="13780"/>
                    <a:pt x="14108" y="13561"/>
                  </a:cubicBezTo>
                  <a:cubicBezTo>
                    <a:pt x="14343" y="13425"/>
                    <a:pt x="14594" y="13357"/>
                    <a:pt x="14848" y="13357"/>
                  </a:cubicBezTo>
                  <a:cubicBezTo>
                    <a:pt x="15035" y="13357"/>
                    <a:pt x="15223" y="13394"/>
                    <a:pt x="15409" y="13466"/>
                  </a:cubicBezTo>
                  <a:cubicBezTo>
                    <a:pt x="15664" y="13566"/>
                    <a:pt x="15919" y="13619"/>
                    <a:pt x="16180" y="13619"/>
                  </a:cubicBezTo>
                  <a:cubicBezTo>
                    <a:pt x="16288" y="13619"/>
                    <a:pt x="16396" y="13610"/>
                    <a:pt x="16506" y="13592"/>
                  </a:cubicBezTo>
                  <a:cubicBezTo>
                    <a:pt x="16590" y="13578"/>
                    <a:pt x="16675" y="13570"/>
                    <a:pt x="16760" y="13570"/>
                  </a:cubicBezTo>
                  <a:cubicBezTo>
                    <a:pt x="16863" y="13570"/>
                    <a:pt x="16967" y="13582"/>
                    <a:pt x="17070" y="13608"/>
                  </a:cubicBezTo>
                  <a:cubicBezTo>
                    <a:pt x="17816" y="13766"/>
                    <a:pt x="18570" y="13777"/>
                    <a:pt x="19327" y="13777"/>
                  </a:cubicBezTo>
                  <a:cubicBezTo>
                    <a:pt x="19456" y="13777"/>
                    <a:pt x="19585" y="13777"/>
                    <a:pt x="19714" y="13777"/>
                  </a:cubicBezTo>
                  <a:cubicBezTo>
                    <a:pt x="19878" y="13777"/>
                    <a:pt x="20041" y="13778"/>
                    <a:pt x="20205" y="13780"/>
                  </a:cubicBezTo>
                  <a:cubicBezTo>
                    <a:pt x="20242" y="13781"/>
                    <a:pt x="20279" y="13782"/>
                    <a:pt x="20316" y="13782"/>
                  </a:cubicBezTo>
                  <a:cubicBezTo>
                    <a:pt x="21339" y="13782"/>
                    <a:pt x="22274" y="13368"/>
                    <a:pt x="23136" y="12824"/>
                  </a:cubicBezTo>
                  <a:cubicBezTo>
                    <a:pt x="23199" y="12792"/>
                    <a:pt x="23230" y="12698"/>
                    <a:pt x="23230" y="12636"/>
                  </a:cubicBezTo>
                  <a:cubicBezTo>
                    <a:pt x="23218" y="12514"/>
                    <a:pt x="23149" y="12468"/>
                    <a:pt x="23068" y="12468"/>
                  </a:cubicBezTo>
                  <a:cubicBezTo>
                    <a:pt x="23044" y="12468"/>
                    <a:pt x="23020" y="12472"/>
                    <a:pt x="22995" y="12479"/>
                  </a:cubicBezTo>
                  <a:cubicBezTo>
                    <a:pt x="22697" y="12510"/>
                    <a:pt x="22384" y="12542"/>
                    <a:pt x="22133" y="12714"/>
                  </a:cubicBezTo>
                  <a:cubicBezTo>
                    <a:pt x="21523" y="13105"/>
                    <a:pt x="20880" y="13285"/>
                    <a:pt x="20203" y="13285"/>
                  </a:cubicBezTo>
                  <a:cubicBezTo>
                    <a:pt x="19957" y="13285"/>
                    <a:pt x="19707" y="13262"/>
                    <a:pt x="19453" y="13216"/>
                  </a:cubicBezTo>
                  <a:cubicBezTo>
                    <a:pt x="18935" y="13137"/>
                    <a:pt x="18403" y="13184"/>
                    <a:pt x="17885" y="13122"/>
                  </a:cubicBezTo>
                  <a:cubicBezTo>
                    <a:pt x="17352" y="13059"/>
                    <a:pt x="17023" y="12824"/>
                    <a:pt x="17102" y="12620"/>
                  </a:cubicBezTo>
                  <a:cubicBezTo>
                    <a:pt x="17227" y="12307"/>
                    <a:pt x="17525" y="12181"/>
                    <a:pt x="17807" y="12118"/>
                  </a:cubicBezTo>
                  <a:cubicBezTo>
                    <a:pt x="18653" y="11962"/>
                    <a:pt x="19500" y="11821"/>
                    <a:pt x="20346" y="11680"/>
                  </a:cubicBezTo>
                  <a:cubicBezTo>
                    <a:pt x="20503" y="11648"/>
                    <a:pt x="20660" y="11648"/>
                    <a:pt x="20785" y="11586"/>
                  </a:cubicBezTo>
                  <a:cubicBezTo>
                    <a:pt x="21221" y="11392"/>
                    <a:pt x="21654" y="11317"/>
                    <a:pt x="22086" y="11317"/>
                  </a:cubicBezTo>
                  <a:close/>
                  <a:moveTo>
                    <a:pt x="5017" y="18482"/>
                  </a:moveTo>
                  <a:cubicBezTo>
                    <a:pt x="5361" y="18498"/>
                    <a:pt x="5691" y="18514"/>
                    <a:pt x="6020" y="18561"/>
                  </a:cubicBezTo>
                  <a:cubicBezTo>
                    <a:pt x="7242" y="18702"/>
                    <a:pt x="8481" y="18608"/>
                    <a:pt x="9703" y="18921"/>
                  </a:cubicBezTo>
                  <a:cubicBezTo>
                    <a:pt x="9909" y="18975"/>
                    <a:pt x="10122" y="18992"/>
                    <a:pt x="10340" y="18992"/>
                  </a:cubicBezTo>
                  <a:cubicBezTo>
                    <a:pt x="10692" y="18992"/>
                    <a:pt x="11055" y="18948"/>
                    <a:pt x="11415" y="18948"/>
                  </a:cubicBezTo>
                  <a:cubicBezTo>
                    <a:pt x="11477" y="18948"/>
                    <a:pt x="11539" y="18949"/>
                    <a:pt x="11600" y="18952"/>
                  </a:cubicBezTo>
                  <a:cubicBezTo>
                    <a:pt x="13058" y="19015"/>
                    <a:pt x="14515" y="19109"/>
                    <a:pt x="15973" y="19188"/>
                  </a:cubicBezTo>
                  <a:cubicBezTo>
                    <a:pt x="16354" y="19206"/>
                    <a:pt x="16736" y="19212"/>
                    <a:pt x="17117" y="19212"/>
                  </a:cubicBezTo>
                  <a:cubicBezTo>
                    <a:pt x="17707" y="19212"/>
                    <a:pt x="18298" y="19197"/>
                    <a:pt x="18888" y="19188"/>
                  </a:cubicBezTo>
                  <a:cubicBezTo>
                    <a:pt x="19356" y="19180"/>
                    <a:pt x="19823" y="19177"/>
                    <a:pt x="20291" y="19177"/>
                  </a:cubicBezTo>
                  <a:cubicBezTo>
                    <a:pt x="21767" y="19177"/>
                    <a:pt x="23243" y="19207"/>
                    <a:pt x="24719" y="19219"/>
                  </a:cubicBezTo>
                  <a:cubicBezTo>
                    <a:pt x="24967" y="19219"/>
                    <a:pt x="25215" y="19205"/>
                    <a:pt x="25461" y="19205"/>
                  </a:cubicBezTo>
                  <a:cubicBezTo>
                    <a:pt x="25665" y="19205"/>
                    <a:pt x="25868" y="19215"/>
                    <a:pt x="26067" y="19250"/>
                  </a:cubicBezTo>
                  <a:cubicBezTo>
                    <a:pt x="26551" y="19335"/>
                    <a:pt x="27033" y="19370"/>
                    <a:pt x="27514" y="19370"/>
                  </a:cubicBezTo>
                  <a:cubicBezTo>
                    <a:pt x="28450" y="19370"/>
                    <a:pt x="29383" y="19239"/>
                    <a:pt x="30315" y="19094"/>
                  </a:cubicBezTo>
                  <a:cubicBezTo>
                    <a:pt x="30864" y="19000"/>
                    <a:pt x="31428" y="18905"/>
                    <a:pt x="31976" y="18843"/>
                  </a:cubicBezTo>
                  <a:cubicBezTo>
                    <a:pt x="32353" y="18811"/>
                    <a:pt x="32729" y="18796"/>
                    <a:pt x="33105" y="18796"/>
                  </a:cubicBezTo>
                  <a:cubicBezTo>
                    <a:pt x="33403" y="18796"/>
                    <a:pt x="33528" y="18984"/>
                    <a:pt x="33403" y="19235"/>
                  </a:cubicBezTo>
                  <a:cubicBezTo>
                    <a:pt x="33074" y="19815"/>
                    <a:pt x="32776" y="20426"/>
                    <a:pt x="32306" y="20912"/>
                  </a:cubicBezTo>
                  <a:cubicBezTo>
                    <a:pt x="32071" y="21163"/>
                    <a:pt x="31851" y="21429"/>
                    <a:pt x="31663" y="21695"/>
                  </a:cubicBezTo>
                  <a:cubicBezTo>
                    <a:pt x="30581" y="23279"/>
                    <a:pt x="29171" y="24580"/>
                    <a:pt x="27948" y="26053"/>
                  </a:cubicBezTo>
                  <a:cubicBezTo>
                    <a:pt x="27572" y="26523"/>
                    <a:pt x="27102" y="26993"/>
                    <a:pt x="26396" y="27103"/>
                  </a:cubicBezTo>
                  <a:cubicBezTo>
                    <a:pt x="26193" y="27119"/>
                    <a:pt x="26005" y="27291"/>
                    <a:pt x="25816" y="27417"/>
                  </a:cubicBezTo>
                  <a:cubicBezTo>
                    <a:pt x="25511" y="27616"/>
                    <a:pt x="25183" y="27725"/>
                    <a:pt x="24832" y="27725"/>
                  </a:cubicBezTo>
                  <a:cubicBezTo>
                    <a:pt x="24769" y="27725"/>
                    <a:pt x="24705" y="27722"/>
                    <a:pt x="24641" y="27714"/>
                  </a:cubicBezTo>
                  <a:cubicBezTo>
                    <a:pt x="24525" y="27704"/>
                    <a:pt x="24410" y="27700"/>
                    <a:pt x="24296" y="27700"/>
                  </a:cubicBezTo>
                  <a:cubicBezTo>
                    <a:pt x="23884" y="27700"/>
                    <a:pt x="23479" y="27756"/>
                    <a:pt x="23073" y="27793"/>
                  </a:cubicBezTo>
                  <a:cubicBezTo>
                    <a:pt x="22643" y="27842"/>
                    <a:pt x="22212" y="27862"/>
                    <a:pt x="21780" y="27862"/>
                  </a:cubicBezTo>
                  <a:cubicBezTo>
                    <a:pt x="21393" y="27862"/>
                    <a:pt x="21005" y="27846"/>
                    <a:pt x="20613" y="27824"/>
                  </a:cubicBezTo>
                  <a:cubicBezTo>
                    <a:pt x="20124" y="27799"/>
                    <a:pt x="19632" y="27794"/>
                    <a:pt x="19139" y="27794"/>
                  </a:cubicBezTo>
                  <a:cubicBezTo>
                    <a:pt x="18810" y="27794"/>
                    <a:pt x="18481" y="27796"/>
                    <a:pt x="18151" y="27796"/>
                  </a:cubicBezTo>
                  <a:cubicBezTo>
                    <a:pt x="17739" y="27796"/>
                    <a:pt x="17326" y="27793"/>
                    <a:pt x="16913" y="27777"/>
                  </a:cubicBezTo>
                  <a:cubicBezTo>
                    <a:pt x="15754" y="27746"/>
                    <a:pt x="14625" y="27479"/>
                    <a:pt x="13528" y="27072"/>
                  </a:cubicBezTo>
                  <a:cubicBezTo>
                    <a:pt x="13042" y="26899"/>
                    <a:pt x="12556" y="26696"/>
                    <a:pt x="12023" y="26664"/>
                  </a:cubicBezTo>
                  <a:cubicBezTo>
                    <a:pt x="11443" y="26633"/>
                    <a:pt x="10942" y="26413"/>
                    <a:pt x="10503" y="26022"/>
                  </a:cubicBezTo>
                  <a:cubicBezTo>
                    <a:pt x="9374" y="25050"/>
                    <a:pt x="8152" y="24172"/>
                    <a:pt x="7148" y="23043"/>
                  </a:cubicBezTo>
                  <a:cubicBezTo>
                    <a:pt x="6709" y="22542"/>
                    <a:pt x="6177" y="22103"/>
                    <a:pt x="5644" y="21711"/>
                  </a:cubicBezTo>
                  <a:cubicBezTo>
                    <a:pt x="4766" y="21053"/>
                    <a:pt x="4296" y="20112"/>
                    <a:pt x="3763" y="19219"/>
                  </a:cubicBezTo>
                  <a:cubicBezTo>
                    <a:pt x="3512" y="18811"/>
                    <a:pt x="3716" y="18529"/>
                    <a:pt x="4233" y="18514"/>
                  </a:cubicBezTo>
                  <a:cubicBezTo>
                    <a:pt x="4259" y="18508"/>
                    <a:pt x="4285" y="18507"/>
                    <a:pt x="4311" y="18507"/>
                  </a:cubicBezTo>
                  <a:cubicBezTo>
                    <a:pt x="4362" y="18507"/>
                    <a:pt x="4411" y="18514"/>
                    <a:pt x="4452" y="18514"/>
                  </a:cubicBezTo>
                  <a:lnTo>
                    <a:pt x="5017" y="18514"/>
                  </a:lnTo>
                  <a:lnTo>
                    <a:pt x="5017" y="18482"/>
                  </a:lnTo>
                  <a:close/>
                  <a:moveTo>
                    <a:pt x="12572" y="27746"/>
                  </a:moveTo>
                  <a:cubicBezTo>
                    <a:pt x="12681" y="27746"/>
                    <a:pt x="12791" y="27793"/>
                    <a:pt x="12885" y="27840"/>
                  </a:cubicBezTo>
                  <a:cubicBezTo>
                    <a:pt x="13371" y="28059"/>
                    <a:pt x="13888" y="28122"/>
                    <a:pt x="14406" y="28185"/>
                  </a:cubicBezTo>
                  <a:cubicBezTo>
                    <a:pt x="14641" y="28200"/>
                    <a:pt x="14876" y="28185"/>
                    <a:pt x="15080" y="28263"/>
                  </a:cubicBezTo>
                  <a:cubicBezTo>
                    <a:pt x="15815" y="28545"/>
                    <a:pt x="16575" y="28607"/>
                    <a:pt x="17341" y="28607"/>
                  </a:cubicBezTo>
                  <a:cubicBezTo>
                    <a:pt x="17768" y="28607"/>
                    <a:pt x="18196" y="28588"/>
                    <a:pt x="18622" y="28577"/>
                  </a:cubicBezTo>
                  <a:cubicBezTo>
                    <a:pt x="18909" y="28571"/>
                    <a:pt x="19195" y="28564"/>
                    <a:pt x="19480" y="28564"/>
                  </a:cubicBezTo>
                  <a:cubicBezTo>
                    <a:pt x="20050" y="28564"/>
                    <a:pt x="20618" y="28592"/>
                    <a:pt x="21193" y="28718"/>
                  </a:cubicBezTo>
                  <a:cubicBezTo>
                    <a:pt x="21275" y="28736"/>
                    <a:pt x="21363" y="28744"/>
                    <a:pt x="21450" y="28744"/>
                  </a:cubicBezTo>
                  <a:cubicBezTo>
                    <a:pt x="21512" y="28744"/>
                    <a:pt x="21573" y="28740"/>
                    <a:pt x="21631" y="28733"/>
                  </a:cubicBezTo>
                  <a:cubicBezTo>
                    <a:pt x="22807" y="28498"/>
                    <a:pt x="24014" y="28577"/>
                    <a:pt x="25190" y="28420"/>
                  </a:cubicBezTo>
                  <a:cubicBezTo>
                    <a:pt x="25213" y="28417"/>
                    <a:pt x="25235" y="28415"/>
                    <a:pt x="25256" y="28415"/>
                  </a:cubicBezTo>
                  <a:cubicBezTo>
                    <a:pt x="25459" y="28415"/>
                    <a:pt x="25544" y="28551"/>
                    <a:pt x="25487" y="28765"/>
                  </a:cubicBezTo>
                  <a:cubicBezTo>
                    <a:pt x="25346" y="29376"/>
                    <a:pt x="25001" y="29752"/>
                    <a:pt x="24343" y="29783"/>
                  </a:cubicBezTo>
                  <a:cubicBezTo>
                    <a:pt x="23335" y="29818"/>
                    <a:pt x="22336" y="29936"/>
                    <a:pt x="21327" y="29936"/>
                  </a:cubicBezTo>
                  <a:cubicBezTo>
                    <a:pt x="20955" y="29936"/>
                    <a:pt x="20581" y="29920"/>
                    <a:pt x="20205" y="29877"/>
                  </a:cubicBezTo>
                  <a:cubicBezTo>
                    <a:pt x="18982" y="29752"/>
                    <a:pt x="17760" y="29627"/>
                    <a:pt x="16537" y="29439"/>
                  </a:cubicBezTo>
                  <a:cubicBezTo>
                    <a:pt x="16448" y="29428"/>
                    <a:pt x="16360" y="29425"/>
                    <a:pt x="16277" y="29425"/>
                  </a:cubicBezTo>
                  <a:cubicBezTo>
                    <a:pt x="16111" y="29425"/>
                    <a:pt x="15968" y="29439"/>
                    <a:pt x="15895" y="29439"/>
                  </a:cubicBezTo>
                  <a:cubicBezTo>
                    <a:pt x="14923" y="29423"/>
                    <a:pt x="14108" y="29313"/>
                    <a:pt x="13308" y="29141"/>
                  </a:cubicBezTo>
                  <a:cubicBezTo>
                    <a:pt x="12838" y="29047"/>
                    <a:pt x="12384" y="28373"/>
                    <a:pt x="12415" y="27856"/>
                  </a:cubicBezTo>
                  <a:cubicBezTo>
                    <a:pt x="12415" y="27824"/>
                    <a:pt x="12525" y="27746"/>
                    <a:pt x="12572" y="27746"/>
                  </a:cubicBezTo>
                  <a:close/>
                  <a:moveTo>
                    <a:pt x="1776" y="0"/>
                  </a:moveTo>
                  <a:cubicBezTo>
                    <a:pt x="1260" y="0"/>
                    <a:pt x="776" y="230"/>
                    <a:pt x="377" y="629"/>
                  </a:cubicBezTo>
                  <a:cubicBezTo>
                    <a:pt x="64" y="958"/>
                    <a:pt x="1" y="1382"/>
                    <a:pt x="220" y="1742"/>
                  </a:cubicBezTo>
                  <a:cubicBezTo>
                    <a:pt x="1286" y="3513"/>
                    <a:pt x="2336" y="5269"/>
                    <a:pt x="3418" y="7024"/>
                  </a:cubicBezTo>
                  <a:cubicBezTo>
                    <a:pt x="4390" y="8592"/>
                    <a:pt x="5314" y="10175"/>
                    <a:pt x="6051" y="11852"/>
                  </a:cubicBezTo>
                  <a:cubicBezTo>
                    <a:pt x="6380" y="12620"/>
                    <a:pt x="6678" y="13372"/>
                    <a:pt x="7446" y="13827"/>
                  </a:cubicBezTo>
                  <a:cubicBezTo>
                    <a:pt x="7572" y="13905"/>
                    <a:pt x="7681" y="14031"/>
                    <a:pt x="7760" y="14156"/>
                  </a:cubicBezTo>
                  <a:cubicBezTo>
                    <a:pt x="7963" y="14485"/>
                    <a:pt x="8449" y="14767"/>
                    <a:pt x="8230" y="15191"/>
                  </a:cubicBezTo>
                  <a:cubicBezTo>
                    <a:pt x="8132" y="15387"/>
                    <a:pt x="7953" y="15434"/>
                    <a:pt x="7750" y="15434"/>
                  </a:cubicBezTo>
                  <a:cubicBezTo>
                    <a:pt x="7565" y="15434"/>
                    <a:pt x="7360" y="15394"/>
                    <a:pt x="7180" y="15394"/>
                  </a:cubicBezTo>
                  <a:cubicBezTo>
                    <a:pt x="5816" y="15410"/>
                    <a:pt x="4499" y="15614"/>
                    <a:pt x="3277" y="16241"/>
                  </a:cubicBezTo>
                  <a:cubicBezTo>
                    <a:pt x="3042" y="16351"/>
                    <a:pt x="2791" y="16429"/>
                    <a:pt x="2540" y="16507"/>
                  </a:cubicBezTo>
                  <a:cubicBezTo>
                    <a:pt x="2054" y="16648"/>
                    <a:pt x="1882" y="16899"/>
                    <a:pt x="2133" y="17307"/>
                  </a:cubicBezTo>
                  <a:cubicBezTo>
                    <a:pt x="2446" y="17824"/>
                    <a:pt x="2618" y="18388"/>
                    <a:pt x="2775" y="18968"/>
                  </a:cubicBezTo>
                  <a:cubicBezTo>
                    <a:pt x="2838" y="19172"/>
                    <a:pt x="2979" y="19360"/>
                    <a:pt x="3104" y="19548"/>
                  </a:cubicBezTo>
                  <a:cubicBezTo>
                    <a:pt x="4452" y="21617"/>
                    <a:pt x="6286" y="23247"/>
                    <a:pt x="8026" y="25003"/>
                  </a:cubicBezTo>
                  <a:cubicBezTo>
                    <a:pt x="8606" y="25583"/>
                    <a:pt x="9186" y="26163"/>
                    <a:pt x="9876" y="26602"/>
                  </a:cubicBezTo>
                  <a:cubicBezTo>
                    <a:pt x="10534" y="27025"/>
                    <a:pt x="11412" y="27354"/>
                    <a:pt x="11772" y="28106"/>
                  </a:cubicBezTo>
                  <a:cubicBezTo>
                    <a:pt x="12023" y="28624"/>
                    <a:pt x="12054" y="29376"/>
                    <a:pt x="12619" y="29689"/>
                  </a:cubicBezTo>
                  <a:cubicBezTo>
                    <a:pt x="12807" y="29799"/>
                    <a:pt x="13058" y="29830"/>
                    <a:pt x="13277" y="29846"/>
                  </a:cubicBezTo>
                  <a:cubicBezTo>
                    <a:pt x="15158" y="30050"/>
                    <a:pt x="17039" y="30238"/>
                    <a:pt x="18920" y="30363"/>
                  </a:cubicBezTo>
                  <a:cubicBezTo>
                    <a:pt x="19860" y="30426"/>
                    <a:pt x="20816" y="30504"/>
                    <a:pt x="21757" y="30520"/>
                  </a:cubicBezTo>
                  <a:cubicBezTo>
                    <a:pt x="22015" y="30520"/>
                    <a:pt x="22274" y="30516"/>
                    <a:pt x="22533" y="30516"/>
                  </a:cubicBezTo>
                  <a:cubicBezTo>
                    <a:pt x="22791" y="30516"/>
                    <a:pt x="23050" y="30520"/>
                    <a:pt x="23309" y="30536"/>
                  </a:cubicBezTo>
                  <a:cubicBezTo>
                    <a:pt x="23653" y="30536"/>
                    <a:pt x="24014" y="30630"/>
                    <a:pt x="24359" y="30646"/>
                  </a:cubicBezTo>
                  <a:cubicBezTo>
                    <a:pt x="24500" y="30646"/>
                    <a:pt x="24641" y="30646"/>
                    <a:pt x="24782" y="30630"/>
                  </a:cubicBezTo>
                  <a:cubicBezTo>
                    <a:pt x="25221" y="30567"/>
                    <a:pt x="25660" y="30316"/>
                    <a:pt x="25832" y="29925"/>
                  </a:cubicBezTo>
                  <a:cubicBezTo>
                    <a:pt x="26036" y="29423"/>
                    <a:pt x="25879" y="28874"/>
                    <a:pt x="26083" y="28373"/>
                  </a:cubicBezTo>
                  <a:cubicBezTo>
                    <a:pt x="26271" y="27965"/>
                    <a:pt x="26600" y="27652"/>
                    <a:pt x="27008" y="27464"/>
                  </a:cubicBezTo>
                  <a:cubicBezTo>
                    <a:pt x="27713" y="27119"/>
                    <a:pt x="28356" y="26633"/>
                    <a:pt x="28889" y="26053"/>
                  </a:cubicBezTo>
                  <a:cubicBezTo>
                    <a:pt x="29798" y="25065"/>
                    <a:pt x="30613" y="23968"/>
                    <a:pt x="31475" y="22918"/>
                  </a:cubicBezTo>
                  <a:cubicBezTo>
                    <a:pt x="32447" y="21774"/>
                    <a:pt x="33481" y="20630"/>
                    <a:pt x="34077" y="19235"/>
                  </a:cubicBezTo>
                  <a:cubicBezTo>
                    <a:pt x="34249" y="18858"/>
                    <a:pt x="34578" y="18623"/>
                    <a:pt x="34986" y="18467"/>
                  </a:cubicBezTo>
                  <a:cubicBezTo>
                    <a:pt x="35895" y="18090"/>
                    <a:pt x="35879" y="18090"/>
                    <a:pt x="35393" y="17197"/>
                  </a:cubicBezTo>
                  <a:cubicBezTo>
                    <a:pt x="35268" y="16962"/>
                    <a:pt x="35096" y="16789"/>
                    <a:pt x="34908" y="16601"/>
                  </a:cubicBezTo>
                  <a:cubicBezTo>
                    <a:pt x="34187" y="15974"/>
                    <a:pt x="33372" y="15520"/>
                    <a:pt x="32462" y="15269"/>
                  </a:cubicBezTo>
                  <a:cubicBezTo>
                    <a:pt x="31851" y="15097"/>
                    <a:pt x="31240" y="14924"/>
                    <a:pt x="30613" y="14814"/>
                  </a:cubicBezTo>
                  <a:cubicBezTo>
                    <a:pt x="30111" y="14720"/>
                    <a:pt x="29704" y="14501"/>
                    <a:pt x="29406" y="14078"/>
                  </a:cubicBezTo>
                  <a:cubicBezTo>
                    <a:pt x="29328" y="13952"/>
                    <a:pt x="29218" y="13858"/>
                    <a:pt x="29139" y="13717"/>
                  </a:cubicBezTo>
                  <a:cubicBezTo>
                    <a:pt x="28936" y="13388"/>
                    <a:pt x="28622" y="13200"/>
                    <a:pt x="28230" y="13122"/>
                  </a:cubicBezTo>
                  <a:cubicBezTo>
                    <a:pt x="27729" y="13028"/>
                    <a:pt x="27211" y="12918"/>
                    <a:pt x="26710" y="12777"/>
                  </a:cubicBezTo>
                  <a:cubicBezTo>
                    <a:pt x="26083" y="12589"/>
                    <a:pt x="25503" y="12338"/>
                    <a:pt x="25221" y="11680"/>
                  </a:cubicBezTo>
                  <a:cubicBezTo>
                    <a:pt x="25142" y="11476"/>
                    <a:pt x="25001" y="11303"/>
                    <a:pt x="24813" y="11162"/>
                  </a:cubicBezTo>
                  <a:cubicBezTo>
                    <a:pt x="24092" y="10598"/>
                    <a:pt x="23199" y="10661"/>
                    <a:pt x="22368" y="10551"/>
                  </a:cubicBezTo>
                  <a:cubicBezTo>
                    <a:pt x="22290" y="10551"/>
                    <a:pt x="22227" y="10598"/>
                    <a:pt x="22149" y="10614"/>
                  </a:cubicBezTo>
                  <a:cubicBezTo>
                    <a:pt x="20832" y="11053"/>
                    <a:pt x="19468" y="11303"/>
                    <a:pt x="18105" y="11523"/>
                  </a:cubicBezTo>
                  <a:cubicBezTo>
                    <a:pt x="17446" y="11633"/>
                    <a:pt x="16882" y="11836"/>
                    <a:pt x="16428" y="12322"/>
                  </a:cubicBezTo>
                  <a:cubicBezTo>
                    <a:pt x="16177" y="12573"/>
                    <a:pt x="15895" y="12714"/>
                    <a:pt x="15534" y="12714"/>
                  </a:cubicBezTo>
                  <a:cubicBezTo>
                    <a:pt x="14609" y="12745"/>
                    <a:pt x="13763" y="12981"/>
                    <a:pt x="13089" y="13655"/>
                  </a:cubicBezTo>
                  <a:cubicBezTo>
                    <a:pt x="13003" y="13741"/>
                    <a:pt x="12919" y="13782"/>
                    <a:pt x="12839" y="13782"/>
                  </a:cubicBezTo>
                  <a:cubicBezTo>
                    <a:pt x="12729" y="13782"/>
                    <a:pt x="12624" y="13705"/>
                    <a:pt x="12525" y="13561"/>
                  </a:cubicBezTo>
                  <a:cubicBezTo>
                    <a:pt x="12258" y="13169"/>
                    <a:pt x="12007" y="12745"/>
                    <a:pt x="11741" y="12338"/>
                  </a:cubicBezTo>
                  <a:cubicBezTo>
                    <a:pt x="10659" y="10770"/>
                    <a:pt x="9578" y="9203"/>
                    <a:pt x="8465" y="7651"/>
                  </a:cubicBezTo>
                  <a:cubicBezTo>
                    <a:pt x="7744" y="6648"/>
                    <a:pt x="7180" y="5551"/>
                    <a:pt x="6537" y="4501"/>
                  </a:cubicBezTo>
                  <a:cubicBezTo>
                    <a:pt x="5973" y="3576"/>
                    <a:pt x="5409" y="2651"/>
                    <a:pt x="4797" y="1758"/>
                  </a:cubicBezTo>
                  <a:cubicBezTo>
                    <a:pt x="4155" y="817"/>
                    <a:pt x="3230" y="253"/>
                    <a:pt x="2117" y="34"/>
                  </a:cubicBezTo>
                  <a:cubicBezTo>
                    <a:pt x="2002" y="11"/>
                    <a:pt x="1888" y="0"/>
                    <a:pt x="17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355;p15">
              <a:extLst>
                <a:ext uri="{FF2B5EF4-FFF2-40B4-BE49-F238E27FC236}">
                  <a16:creationId xmlns:a16="http://schemas.microsoft.com/office/drawing/2014/main" id="{EF048B07-151A-8463-1771-DC82A04641AE}"/>
                </a:ext>
              </a:extLst>
            </p:cNvPr>
            <p:cNvSpPr/>
            <p:nvPr/>
          </p:nvSpPr>
          <p:spPr>
            <a:xfrm>
              <a:off x="8947450" y="981600"/>
              <a:ext cx="46000" cy="49200"/>
            </a:xfrm>
            <a:custGeom>
              <a:avLst/>
              <a:gdLst/>
              <a:ahLst/>
              <a:cxnLst/>
              <a:rect l="l" t="t" r="r" b="b"/>
              <a:pathLst>
                <a:path w="1840" h="1968" extrusionOk="0">
                  <a:moveTo>
                    <a:pt x="439" y="1"/>
                  </a:moveTo>
                  <a:cubicBezTo>
                    <a:pt x="298" y="1"/>
                    <a:pt x="47" y="299"/>
                    <a:pt x="32" y="487"/>
                  </a:cubicBezTo>
                  <a:cubicBezTo>
                    <a:pt x="0" y="1098"/>
                    <a:pt x="612" y="1866"/>
                    <a:pt x="1192" y="1960"/>
                  </a:cubicBezTo>
                  <a:cubicBezTo>
                    <a:pt x="1222" y="1965"/>
                    <a:pt x="1251" y="1968"/>
                    <a:pt x="1280" y="1968"/>
                  </a:cubicBezTo>
                  <a:cubicBezTo>
                    <a:pt x="1610" y="1968"/>
                    <a:pt x="1840" y="1649"/>
                    <a:pt x="1725" y="1318"/>
                  </a:cubicBezTo>
                  <a:cubicBezTo>
                    <a:pt x="1521" y="785"/>
                    <a:pt x="1129" y="377"/>
                    <a:pt x="659" y="64"/>
                  </a:cubicBezTo>
                  <a:cubicBezTo>
                    <a:pt x="596" y="17"/>
                    <a:pt x="518" y="17"/>
                    <a:pt x="4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356;p15">
              <a:extLst>
                <a:ext uri="{FF2B5EF4-FFF2-40B4-BE49-F238E27FC236}">
                  <a16:creationId xmlns:a16="http://schemas.microsoft.com/office/drawing/2014/main" id="{54BDCF84-AAE2-143B-DECB-B8DF61ABD4FD}"/>
                </a:ext>
              </a:extLst>
            </p:cNvPr>
            <p:cNvSpPr/>
            <p:nvPr/>
          </p:nvSpPr>
          <p:spPr>
            <a:xfrm>
              <a:off x="9391425" y="1425175"/>
              <a:ext cx="318100" cy="28925"/>
            </a:xfrm>
            <a:custGeom>
              <a:avLst/>
              <a:gdLst/>
              <a:ahLst/>
              <a:cxnLst/>
              <a:rect l="l" t="t" r="r" b="b"/>
              <a:pathLst>
                <a:path w="12724" h="1157" extrusionOk="0">
                  <a:moveTo>
                    <a:pt x="12600" y="0"/>
                  </a:moveTo>
                  <a:cubicBezTo>
                    <a:pt x="12596" y="0"/>
                    <a:pt x="12592" y="1"/>
                    <a:pt x="12587" y="1"/>
                  </a:cubicBezTo>
                  <a:cubicBezTo>
                    <a:pt x="11584" y="64"/>
                    <a:pt x="10581" y="299"/>
                    <a:pt x="9593" y="440"/>
                  </a:cubicBezTo>
                  <a:cubicBezTo>
                    <a:pt x="8512" y="581"/>
                    <a:pt x="7430" y="691"/>
                    <a:pt x="6364" y="754"/>
                  </a:cubicBezTo>
                  <a:cubicBezTo>
                    <a:pt x="5203" y="823"/>
                    <a:pt x="4047" y="844"/>
                    <a:pt x="2890" y="844"/>
                  </a:cubicBezTo>
                  <a:cubicBezTo>
                    <a:pt x="1954" y="844"/>
                    <a:pt x="1018" y="830"/>
                    <a:pt x="79" y="816"/>
                  </a:cubicBezTo>
                  <a:cubicBezTo>
                    <a:pt x="74" y="815"/>
                    <a:pt x="70" y="815"/>
                    <a:pt x="66" y="815"/>
                  </a:cubicBezTo>
                  <a:cubicBezTo>
                    <a:pt x="1" y="815"/>
                    <a:pt x="5" y="927"/>
                    <a:pt x="79" y="942"/>
                  </a:cubicBezTo>
                  <a:cubicBezTo>
                    <a:pt x="1331" y="1090"/>
                    <a:pt x="2599" y="1156"/>
                    <a:pt x="3868" y="1156"/>
                  </a:cubicBezTo>
                  <a:cubicBezTo>
                    <a:pt x="4744" y="1156"/>
                    <a:pt x="5619" y="1125"/>
                    <a:pt x="6490" y="1067"/>
                  </a:cubicBezTo>
                  <a:cubicBezTo>
                    <a:pt x="7524" y="1004"/>
                    <a:pt x="8574" y="910"/>
                    <a:pt x="9609" y="769"/>
                  </a:cubicBezTo>
                  <a:cubicBezTo>
                    <a:pt x="10612" y="644"/>
                    <a:pt x="11662" y="534"/>
                    <a:pt x="12618" y="221"/>
                  </a:cubicBezTo>
                  <a:cubicBezTo>
                    <a:pt x="12724" y="191"/>
                    <a:pt x="12713" y="0"/>
                    <a:pt x="126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357;p15">
              <a:extLst>
                <a:ext uri="{FF2B5EF4-FFF2-40B4-BE49-F238E27FC236}">
                  <a16:creationId xmlns:a16="http://schemas.microsoft.com/office/drawing/2014/main" id="{AC7855B7-2EFF-96CE-0772-EE2658A38A02}"/>
                </a:ext>
              </a:extLst>
            </p:cNvPr>
            <p:cNvSpPr/>
            <p:nvPr/>
          </p:nvSpPr>
          <p:spPr>
            <a:xfrm>
              <a:off x="9546200" y="1456350"/>
              <a:ext cx="127000" cy="18650"/>
            </a:xfrm>
            <a:custGeom>
              <a:avLst/>
              <a:gdLst/>
              <a:ahLst/>
              <a:cxnLst/>
              <a:rect l="l" t="t" r="r" b="b"/>
              <a:pathLst>
                <a:path w="5080" h="746" extrusionOk="0">
                  <a:moveTo>
                    <a:pt x="4542" y="1"/>
                  </a:moveTo>
                  <a:cubicBezTo>
                    <a:pt x="3101" y="1"/>
                    <a:pt x="1583" y="307"/>
                    <a:pt x="158" y="494"/>
                  </a:cubicBezTo>
                  <a:cubicBezTo>
                    <a:pt x="6" y="509"/>
                    <a:pt x="1" y="746"/>
                    <a:pt x="144" y="746"/>
                  </a:cubicBezTo>
                  <a:cubicBezTo>
                    <a:pt x="148" y="746"/>
                    <a:pt x="153" y="745"/>
                    <a:pt x="158" y="745"/>
                  </a:cubicBezTo>
                  <a:cubicBezTo>
                    <a:pt x="1725" y="620"/>
                    <a:pt x="3433" y="620"/>
                    <a:pt x="4954" y="212"/>
                  </a:cubicBezTo>
                  <a:cubicBezTo>
                    <a:pt x="5079" y="181"/>
                    <a:pt x="5048" y="8"/>
                    <a:pt x="4923" y="8"/>
                  </a:cubicBezTo>
                  <a:cubicBezTo>
                    <a:pt x="4796" y="3"/>
                    <a:pt x="4669" y="1"/>
                    <a:pt x="454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358;p15">
              <a:extLst>
                <a:ext uri="{FF2B5EF4-FFF2-40B4-BE49-F238E27FC236}">
                  <a16:creationId xmlns:a16="http://schemas.microsoft.com/office/drawing/2014/main" id="{4C676C29-C9B0-CBB0-E355-DEE544DCDD6E}"/>
                </a:ext>
              </a:extLst>
            </p:cNvPr>
            <p:cNvSpPr/>
            <p:nvPr/>
          </p:nvSpPr>
          <p:spPr>
            <a:xfrm>
              <a:off x="9057650" y="1459525"/>
              <a:ext cx="128500" cy="107025"/>
            </a:xfrm>
            <a:custGeom>
              <a:avLst/>
              <a:gdLst/>
              <a:ahLst/>
              <a:cxnLst/>
              <a:rect l="l" t="t" r="r" b="b"/>
              <a:pathLst>
                <a:path w="5140" h="4281" extrusionOk="0">
                  <a:moveTo>
                    <a:pt x="144" y="1"/>
                  </a:moveTo>
                  <a:cubicBezTo>
                    <a:pt x="67" y="1"/>
                    <a:pt x="0" y="108"/>
                    <a:pt x="60" y="179"/>
                  </a:cubicBezTo>
                  <a:cubicBezTo>
                    <a:pt x="1392" y="1731"/>
                    <a:pt x="3069" y="3392"/>
                    <a:pt x="4934" y="4270"/>
                  </a:cubicBezTo>
                  <a:cubicBezTo>
                    <a:pt x="4951" y="4277"/>
                    <a:pt x="4967" y="4280"/>
                    <a:pt x="4983" y="4280"/>
                  </a:cubicBezTo>
                  <a:cubicBezTo>
                    <a:pt x="5072" y="4280"/>
                    <a:pt x="5140" y="4178"/>
                    <a:pt x="5060" y="4098"/>
                  </a:cubicBezTo>
                  <a:cubicBezTo>
                    <a:pt x="4260" y="3424"/>
                    <a:pt x="3351" y="2875"/>
                    <a:pt x="2536" y="2185"/>
                  </a:cubicBezTo>
                  <a:cubicBezTo>
                    <a:pt x="1737" y="1511"/>
                    <a:pt x="953" y="790"/>
                    <a:pt x="216" y="38"/>
                  </a:cubicBezTo>
                  <a:cubicBezTo>
                    <a:pt x="194" y="11"/>
                    <a:pt x="168" y="1"/>
                    <a:pt x="1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359;p15">
              <a:extLst>
                <a:ext uri="{FF2B5EF4-FFF2-40B4-BE49-F238E27FC236}">
                  <a16:creationId xmlns:a16="http://schemas.microsoft.com/office/drawing/2014/main" id="{586EBC66-480F-088E-6819-9351BDDDCFD8}"/>
                </a:ext>
              </a:extLst>
            </p:cNvPr>
            <p:cNvSpPr/>
            <p:nvPr/>
          </p:nvSpPr>
          <p:spPr>
            <a:xfrm>
              <a:off x="8997875" y="1023525"/>
              <a:ext cx="111475" cy="154075"/>
            </a:xfrm>
            <a:custGeom>
              <a:avLst/>
              <a:gdLst/>
              <a:ahLst/>
              <a:cxnLst/>
              <a:rect l="l" t="t" r="r" b="b"/>
              <a:pathLst>
                <a:path w="4459" h="6163" extrusionOk="0">
                  <a:moveTo>
                    <a:pt x="113" y="1"/>
                  </a:moveTo>
                  <a:cubicBezTo>
                    <a:pt x="57" y="1"/>
                    <a:pt x="1" y="54"/>
                    <a:pt x="37" y="127"/>
                  </a:cubicBezTo>
                  <a:cubicBezTo>
                    <a:pt x="679" y="1145"/>
                    <a:pt x="1541" y="2039"/>
                    <a:pt x="2247" y="3026"/>
                  </a:cubicBezTo>
                  <a:cubicBezTo>
                    <a:pt x="2952" y="4029"/>
                    <a:pt x="3532" y="5111"/>
                    <a:pt x="4237" y="6114"/>
                  </a:cubicBezTo>
                  <a:cubicBezTo>
                    <a:pt x="4262" y="6148"/>
                    <a:pt x="4294" y="6163"/>
                    <a:pt x="4325" y="6163"/>
                  </a:cubicBezTo>
                  <a:cubicBezTo>
                    <a:pt x="4393" y="6163"/>
                    <a:pt x="4458" y="6091"/>
                    <a:pt x="4426" y="6004"/>
                  </a:cubicBezTo>
                  <a:cubicBezTo>
                    <a:pt x="3908" y="4860"/>
                    <a:pt x="3156" y="3810"/>
                    <a:pt x="2435" y="2791"/>
                  </a:cubicBezTo>
                  <a:cubicBezTo>
                    <a:pt x="1761" y="1851"/>
                    <a:pt x="1056" y="769"/>
                    <a:pt x="162" y="17"/>
                  </a:cubicBezTo>
                  <a:cubicBezTo>
                    <a:pt x="147" y="6"/>
                    <a:pt x="130" y="1"/>
                    <a:pt x="1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" name="Google Shape;360;p15">
            <a:extLst>
              <a:ext uri="{FF2B5EF4-FFF2-40B4-BE49-F238E27FC236}">
                <a16:creationId xmlns:a16="http://schemas.microsoft.com/office/drawing/2014/main" id="{F2335FE4-DB0D-CEBF-4036-28117D949DF0}"/>
              </a:ext>
            </a:extLst>
          </p:cNvPr>
          <p:cNvSpPr/>
          <p:nvPr/>
        </p:nvSpPr>
        <p:spPr>
          <a:xfrm>
            <a:off x="68609" y="1933398"/>
            <a:ext cx="340651" cy="1132240"/>
          </a:xfrm>
          <a:custGeom>
            <a:avLst/>
            <a:gdLst/>
            <a:ahLst/>
            <a:cxnLst/>
            <a:rect l="l" t="t" r="r" b="b"/>
            <a:pathLst>
              <a:path w="3106" h="10321" extrusionOk="0">
                <a:moveTo>
                  <a:pt x="194" y="1"/>
                </a:moveTo>
                <a:cubicBezTo>
                  <a:pt x="91" y="1"/>
                  <a:pt x="1" y="135"/>
                  <a:pt x="87" y="240"/>
                </a:cubicBezTo>
                <a:cubicBezTo>
                  <a:pt x="1043" y="1433"/>
                  <a:pt x="1863" y="3148"/>
                  <a:pt x="2186" y="4639"/>
                </a:cubicBezTo>
                <a:cubicBezTo>
                  <a:pt x="2410" y="5583"/>
                  <a:pt x="2360" y="6552"/>
                  <a:pt x="2087" y="7484"/>
                </a:cubicBezTo>
                <a:cubicBezTo>
                  <a:pt x="1814" y="8404"/>
                  <a:pt x="969" y="8963"/>
                  <a:pt x="633" y="9845"/>
                </a:cubicBezTo>
                <a:cubicBezTo>
                  <a:pt x="524" y="10122"/>
                  <a:pt x="778" y="10321"/>
                  <a:pt x="1031" y="10321"/>
                </a:cubicBezTo>
                <a:cubicBezTo>
                  <a:pt x="1095" y="10321"/>
                  <a:pt x="1159" y="10308"/>
                  <a:pt x="1217" y="10280"/>
                </a:cubicBezTo>
                <a:cubicBezTo>
                  <a:pt x="2820" y="9485"/>
                  <a:pt x="3106" y="6590"/>
                  <a:pt x="2857" y="5024"/>
                </a:cubicBezTo>
                <a:cubicBezTo>
                  <a:pt x="2534" y="2999"/>
                  <a:pt x="1677" y="1508"/>
                  <a:pt x="285" y="42"/>
                </a:cubicBezTo>
                <a:cubicBezTo>
                  <a:pt x="257" y="13"/>
                  <a:pt x="225" y="1"/>
                  <a:pt x="194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361;p15">
            <a:extLst>
              <a:ext uri="{FF2B5EF4-FFF2-40B4-BE49-F238E27FC236}">
                <a16:creationId xmlns:a16="http://schemas.microsoft.com/office/drawing/2014/main" id="{F3C1F517-5E1D-DDAC-00A7-B11A8D87100E}"/>
              </a:ext>
            </a:extLst>
          </p:cNvPr>
          <p:cNvSpPr/>
          <p:nvPr/>
        </p:nvSpPr>
        <p:spPr>
          <a:xfrm>
            <a:off x="8641140" y="3489479"/>
            <a:ext cx="602270" cy="1411890"/>
          </a:xfrm>
          <a:custGeom>
            <a:avLst/>
            <a:gdLst/>
            <a:ahLst/>
            <a:cxnLst/>
            <a:rect l="l" t="t" r="r" b="b"/>
            <a:pathLst>
              <a:path w="13643" h="31983" extrusionOk="0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362;p15">
            <a:extLst>
              <a:ext uri="{FF2B5EF4-FFF2-40B4-BE49-F238E27FC236}">
                <a16:creationId xmlns:a16="http://schemas.microsoft.com/office/drawing/2014/main" id="{D65305BF-7D94-85F8-3601-5099CA36F783}"/>
              </a:ext>
            </a:extLst>
          </p:cNvPr>
          <p:cNvSpPr/>
          <p:nvPr/>
        </p:nvSpPr>
        <p:spPr>
          <a:xfrm>
            <a:off x="8892914" y="3625163"/>
            <a:ext cx="340667" cy="1069898"/>
          </a:xfrm>
          <a:custGeom>
            <a:avLst/>
            <a:gdLst/>
            <a:ahLst/>
            <a:cxnLst/>
            <a:rect l="l" t="t" r="r" b="b"/>
            <a:pathLst>
              <a:path w="7717" h="24236" extrusionOk="0">
                <a:moveTo>
                  <a:pt x="5190" y="1"/>
                </a:moveTo>
                <a:cubicBezTo>
                  <a:pt x="5172" y="1"/>
                  <a:pt x="5152" y="3"/>
                  <a:pt x="5132" y="7"/>
                </a:cubicBezTo>
                <a:cubicBezTo>
                  <a:pt x="3715" y="280"/>
                  <a:pt x="2001" y="814"/>
                  <a:pt x="1094" y="2020"/>
                </a:cubicBezTo>
                <a:cubicBezTo>
                  <a:pt x="75" y="3386"/>
                  <a:pt x="0" y="4989"/>
                  <a:pt x="709" y="6518"/>
                </a:cubicBezTo>
                <a:cubicBezTo>
                  <a:pt x="1504" y="8220"/>
                  <a:pt x="2634" y="9636"/>
                  <a:pt x="3119" y="11488"/>
                </a:cubicBezTo>
                <a:cubicBezTo>
                  <a:pt x="3703" y="13761"/>
                  <a:pt x="3367" y="15849"/>
                  <a:pt x="2150" y="17837"/>
                </a:cubicBezTo>
                <a:cubicBezTo>
                  <a:pt x="1442" y="18980"/>
                  <a:pt x="795" y="20073"/>
                  <a:pt x="1094" y="21465"/>
                </a:cubicBezTo>
                <a:cubicBezTo>
                  <a:pt x="1417" y="22931"/>
                  <a:pt x="3044" y="23503"/>
                  <a:pt x="4287" y="23913"/>
                </a:cubicBezTo>
                <a:cubicBezTo>
                  <a:pt x="5306" y="24236"/>
                  <a:pt x="6536" y="24149"/>
                  <a:pt x="7716" y="24186"/>
                </a:cubicBezTo>
                <a:cubicBezTo>
                  <a:pt x="7679" y="23689"/>
                  <a:pt x="7642" y="23180"/>
                  <a:pt x="7617" y="22683"/>
                </a:cubicBezTo>
                <a:cubicBezTo>
                  <a:pt x="7381" y="22670"/>
                  <a:pt x="7182" y="22658"/>
                  <a:pt x="7020" y="22645"/>
                </a:cubicBezTo>
                <a:cubicBezTo>
                  <a:pt x="5840" y="22596"/>
                  <a:pt x="4722" y="22583"/>
                  <a:pt x="3604" y="22099"/>
                </a:cubicBezTo>
                <a:cubicBezTo>
                  <a:pt x="2013" y="21391"/>
                  <a:pt x="2398" y="19974"/>
                  <a:pt x="3131" y="18732"/>
                </a:cubicBezTo>
                <a:cubicBezTo>
                  <a:pt x="4038" y="17191"/>
                  <a:pt x="4647" y="15687"/>
                  <a:pt x="4697" y="13886"/>
                </a:cubicBezTo>
                <a:cubicBezTo>
                  <a:pt x="4734" y="12208"/>
                  <a:pt x="4225" y="10444"/>
                  <a:pt x="3430" y="8978"/>
                </a:cubicBezTo>
                <a:cubicBezTo>
                  <a:pt x="2622" y="7499"/>
                  <a:pt x="1292" y="6170"/>
                  <a:pt x="1206" y="4393"/>
                </a:cubicBezTo>
                <a:cubicBezTo>
                  <a:pt x="1094" y="2194"/>
                  <a:pt x="3492" y="964"/>
                  <a:pt x="5256" y="454"/>
                </a:cubicBezTo>
                <a:cubicBezTo>
                  <a:pt x="5534" y="373"/>
                  <a:pt x="5445" y="1"/>
                  <a:pt x="519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363;p15">
            <a:extLst>
              <a:ext uri="{FF2B5EF4-FFF2-40B4-BE49-F238E27FC236}">
                <a16:creationId xmlns:a16="http://schemas.microsoft.com/office/drawing/2014/main" id="{09FC9838-4FD5-92D3-7166-006332E63BC2}"/>
              </a:ext>
            </a:extLst>
          </p:cNvPr>
          <p:cNvSpPr/>
          <p:nvPr/>
        </p:nvSpPr>
        <p:spPr>
          <a:xfrm rot="-6299822">
            <a:off x="-175534" y="988606"/>
            <a:ext cx="827904" cy="325750"/>
          </a:xfrm>
          <a:custGeom>
            <a:avLst/>
            <a:gdLst/>
            <a:ahLst/>
            <a:cxnLst/>
            <a:rect l="l" t="t" r="r" b="b"/>
            <a:pathLst>
              <a:path w="15955" h="6278" extrusionOk="0">
                <a:moveTo>
                  <a:pt x="15955" y="0"/>
                </a:moveTo>
                <a:lnTo>
                  <a:pt x="15955" y="0"/>
                </a:lnTo>
                <a:cubicBezTo>
                  <a:pt x="15539" y="70"/>
                  <a:pt x="15116" y="107"/>
                  <a:pt x="14679" y="107"/>
                </a:cubicBezTo>
                <a:cubicBezTo>
                  <a:pt x="14567" y="107"/>
                  <a:pt x="14453" y="105"/>
                  <a:pt x="14339" y="100"/>
                </a:cubicBezTo>
                <a:cubicBezTo>
                  <a:pt x="14302" y="1094"/>
                  <a:pt x="13991" y="1877"/>
                  <a:pt x="13420" y="2746"/>
                </a:cubicBezTo>
                <a:cubicBezTo>
                  <a:pt x="12861" y="3579"/>
                  <a:pt x="12016" y="4362"/>
                  <a:pt x="11071" y="4734"/>
                </a:cubicBezTo>
                <a:cubicBezTo>
                  <a:pt x="10856" y="4819"/>
                  <a:pt x="10656" y="4857"/>
                  <a:pt x="10469" y="4857"/>
                </a:cubicBezTo>
                <a:cubicBezTo>
                  <a:pt x="9642" y="4857"/>
                  <a:pt x="9064" y="4127"/>
                  <a:pt x="8487" y="3529"/>
                </a:cubicBezTo>
                <a:cubicBezTo>
                  <a:pt x="7511" y="2516"/>
                  <a:pt x="6257" y="2296"/>
                  <a:pt x="4964" y="2296"/>
                </a:cubicBezTo>
                <a:cubicBezTo>
                  <a:pt x="4529" y="2296"/>
                  <a:pt x="4089" y="2321"/>
                  <a:pt x="3654" y="2349"/>
                </a:cubicBezTo>
                <a:cubicBezTo>
                  <a:pt x="3429" y="2365"/>
                  <a:pt x="3201" y="2379"/>
                  <a:pt x="2975" y="2379"/>
                </a:cubicBezTo>
                <a:cubicBezTo>
                  <a:pt x="2338" y="2379"/>
                  <a:pt x="1717" y="2270"/>
                  <a:pt x="1231" y="1802"/>
                </a:cubicBezTo>
                <a:cubicBezTo>
                  <a:pt x="870" y="1442"/>
                  <a:pt x="771" y="845"/>
                  <a:pt x="796" y="212"/>
                </a:cubicBezTo>
                <a:lnTo>
                  <a:pt x="796" y="212"/>
                </a:lnTo>
                <a:cubicBezTo>
                  <a:pt x="659" y="361"/>
                  <a:pt x="535" y="522"/>
                  <a:pt x="423" y="684"/>
                </a:cubicBezTo>
                <a:cubicBezTo>
                  <a:pt x="249" y="907"/>
                  <a:pt x="112" y="1156"/>
                  <a:pt x="1" y="1404"/>
                </a:cubicBezTo>
                <a:cubicBezTo>
                  <a:pt x="199" y="2423"/>
                  <a:pt x="833" y="3069"/>
                  <a:pt x="1827" y="3405"/>
                </a:cubicBezTo>
                <a:cubicBezTo>
                  <a:pt x="2320" y="3573"/>
                  <a:pt x="2851" y="3617"/>
                  <a:pt x="3388" y="3617"/>
                </a:cubicBezTo>
                <a:cubicBezTo>
                  <a:pt x="3968" y="3617"/>
                  <a:pt x="4555" y="3566"/>
                  <a:pt x="5110" y="3566"/>
                </a:cubicBezTo>
                <a:cubicBezTo>
                  <a:pt x="5143" y="3566"/>
                  <a:pt x="5175" y="3566"/>
                  <a:pt x="5207" y="3566"/>
                </a:cubicBezTo>
                <a:cubicBezTo>
                  <a:pt x="6748" y="3591"/>
                  <a:pt x="7369" y="4411"/>
                  <a:pt x="8375" y="5405"/>
                </a:cubicBezTo>
                <a:cubicBezTo>
                  <a:pt x="9000" y="6026"/>
                  <a:pt x="9698" y="6277"/>
                  <a:pt x="10405" y="6277"/>
                </a:cubicBezTo>
                <a:cubicBezTo>
                  <a:pt x="11864" y="6277"/>
                  <a:pt x="13364" y="5209"/>
                  <a:pt x="14352" y="4113"/>
                </a:cubicBezTo>
                <a:cubicBezTo>
                  <a:pt x="15259" y="3119"/>
                  <a:pt x="15781" y="1926"/>
                  <a:pt x="15917" y="584"/>
                </a:cubicBezTo>
                <a:cubicBezTo>
                  <a:pt x="15942" y="410"/>
                  <a:pt x="15942" y="212"/>
                  <a:pt x="1595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364;p15">
            <a:extLst>
              <a:ext uri="{FF2B5EF4-FFF2-40B4-BE49-F238E27FC236}">
                <a16:creationId xmlns:a16="http://schemas.microsoft.com/office/drawing/2014/main" id="{06EE8136-43B2-C730-247D-5E820641CC4F}"/>
              </a:ext>
            </a:extLst>
          </p:cNvPr>
          <p:cNvSpPr/>
          <p:nvPr/>
        </p:nvSpPr>
        <p:spPr>
          <a:xfrm rot="-6299822">
            <a:off x="-144957" y="1199205"/>
            <a:ext cx="463636" cy="109535"/>
          </a:xfrm>
          <a:custGeom>
            <a:avLst/>
            <a:gdLst/>
            <a:ahLst/>
            <a:cxnLst/>
            <a:rect l="l" t="t" r="r" b="b"/>
            <a:pathLst>
              <a:path w="8935" h="2111" extrusionOk="0">
                <a:moveTo>
                  <a:pt x="473" y="1"/>
                </a:moveTo>
                <a:cubicBezTo>
                  <a:pt x="311" y="75"/>
                  <a:pt x="162" y="162"/>
                  <a:pt x="1" y="249"/>
                </a:cubicBezTo>
                <a:cubicBezTo>
                  <a:pt x="125" y="448"/>
                  <a:pt x="274" y="622"/>
                  <a:pt x="473" y="808"/>
                </a:cubicBezTo>
                <a:cubicBezTo>
                  <a:pt x="1380" y="1616"/>
                  <a:pt x="2921" y="1889"/>
                  <a:pt x="4089" y="2051"/>
                </a:cubicBezTo>
                <a:cubicBezTo>
                  <a:pt x="4366" y="2089"/>
                  <a:pt x="4676" y="2110"/>
                  <a:pt x="5004" y="2110"/>
                </a:cubicBezTo>
                <a:cubicBezTo>
                  <a:pt x="6372" y="2110"/>
                  <a:pt x="8053" y="1750"/>
                  <a:pt x="8935" y="808"/>
                </a:cubicBezTo>
                <a:cubicBezTo>
                  <a:pt x="8413" y="634"/>
                  <a:pt x="7903" y="436"/>
                  <a:pt x="7394" y="237"/>
                </a:cubicBezTo>
                <a:cubicBezTo>
                  <a:pt x="7270" y="336"/>
                  <a:pt x="7120" y="436"/>
                  <a:pt x="6959" y="523"/>
                </a:cubicBezTo>
                <a:cubicBezTo>
                  <a:pt x="6217" y="894"/>
                  <a:pt x="5323" y="959"/>
                  <a:pt x="4497" y="959"/>
                </a:cubicBezTo>
                <a:cubicBezTo>
                  <a:pt x="4410" y="959"/>
                  <a:pt x="4323" y="959"/>
                  <a:pt x="4238" y="958"/>
                </a:cubicBezTo>
                <a:cubicBezTo>
                  <a:pt x="3231" y="933"/>
                  <a:pt x="2076" y="1007"/>
                  <a:pt x="1156" y="572"/>
                </a:cubicBezTo>
                <a:cubicBezTo>
                  <a:pt x="871" y="436"/>
                  <a:pt x="647" y="237"/>
                  <a:pt x="47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365;p15">
            <a:extLst>
              <a:ext uri="{FF2B5EF4-FFF2-40B4-BE49-F238E27FC236}">
                <a16:creationId xmlns:a16="http://schemas.microsoft.com/office/drawing/2014/main" id="{A1FA40DA-6F3F-AEF9-0BBF-537E25B28290}"/>
              </a:ext>
            </a:extLst>
          </p:cNvPr>
          <p:cNvSpPr/>
          <p:nvPr/>
        </p:nvSpPr>
        <p:spPr>
          <a:xfrm>
            <a:off x="-329765" y="2900992"/>
            <a:ext cx="531899" cy="1012035"/>
          </a:xfrm>
          <a:custGeom>
            <a:avLst/>
            <a:gdLst/>
            <a:ahLst/>
            <a:cxnLst/>
            <a:rect l="l" t="t" r="r" b="b"/>
            <a:pathLst>
              <a:path w="3082" h="5865" extrusionOk="0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2;p38">
            <a:extLst>
              <a:ext uri="{FF2B5EF4-FFF2-40B4-BE49-F238E27FC236}">
                <a16:creationId xmlns:a16="http://schemas.microsoft.com/office/drawing/2014/main" id="{B3FF9EA3-3281-538A-C56C-04E5D67C0722}"/>
              </a:ext>
            </a:extLst>
          </p:cNvPr>
          <p:cNvSpPr txBox="1">
            <a:spLocks/>
          </p:cNvSpPr>
          <p:nvPr/>
        </p:nvSpPr>
        <p:spPr>
          <a:xfrm>
            <a:off x="1846692" y="6271335"/>
            <a:ext cx="5445600" cy="7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9pPr>
          </a:lstStyle>
          <a:p>
            <a:r>
              <a:rPr lang="en-US" sz="6000" dirty="0"/>
              <a:t>Now lets move to the site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CEA35E-C95B-9050-B33B-49A0B17E6E77}"/>
              </a:ext>
            </a:extLst>
          </p:cNvPr>
          <p:cNvSpPr txBox="1"/>
          <p:nvPr/>
        </p:nvSpPr>
        <p:spPr>
          <a:xfrm>
            <a:off x="1963304" y="1510887"/>
            <a:ext cx="292482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>
                <a:latin typeface="Playfair Display SemiBold"/>
              </a:rPr>
              <a:t>User selfies: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29FB75-983A-22B7-6325-18F6AC1F342C}"/>
              </a:ext>
            </a:extLst>
          </p:cNvPr>
          <p:cNvSpPr txBox="1"/>
          <p:nvPr/>
        </p:nvSpPr>
        <p:spPr>
          <a:xfrm>
            <a:off x="1963304" y="2206053"/>
            <a:ext cx="387517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layfair Display SemiBold"/>
              </a:rPr>
              <a:t>Get deleted immediately after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Playfair Display SemiBold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layfair Display SemiBold"/>
              </a:rPr>
              <a:t>Never get saved to any databases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Playfair Display SemiBold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layfair Display SemiBold"/>
              </a:rPr>
              <a:t>Are never passed through any APIs/external services</a:t>
            </a:r>
          </a:p>
        </p:txBody>
      </p:sp>
    </p:spTree>
    <p:extLst>
      <p:ext uri="{BB962C8B-B14F-4D97-AF65-F5344CB8AC3E}">
        <p14:creationId xmlns:p14="http://schemas.microsoft.com/office/powerpoint/2010/main" val="331309567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4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Used Technologies</a:t>
            </a:r>
            <a:endParaRPr sz="3600" dirty="0"/>
          </a:p>
        </p:txBody>
      </p:sp>
      <p:grpSp>
        <p:nvGrpSpPr>
          <p:cNvPr id="1210" name="Google Shape;1210;p40"/>
          <p:cNvGrpSpPr/>
          <p:nvPr/>
        </p:nvGrpSpPr>
        <p:grpSpPr>
          <a:xfrm rot="-700979">
            <a:off x="636058" y="853352"/>
            <a:ext cx="735163" cy="424157"/>
            <a:chOff x="9589700" y="3420525"/>
            <a:chExt cx="735150" cy="424150"/>
          </a:xfrm>
        </p:grpSpPr>
        <p:sp>
          <p:nvSpPr>
            <p:cNvPr id="1211" name="Google Shape;1211;p40"/>
            <p:cNvSpPr/>
            <p:nvPr/>
          </p:nvSpPr>
          <p:spPr>
            <a:xfrm>
              <a:off x="9589700" y="3420525"/>
              <a:ext cx="735150" cy="424150"/>
            </a:xfrm>
            <a:custGeom>
              <a:avLst/>
              <a:gdLst/>
              <a:ahLst/>
              <a:cxnLst/>
              <a:rect l="l" t="t" r="r" b="b"/>
              <a:pathLst>
                <a:path w="29406" h="16966" extrusionOk="0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40"/>
            <p:cNvSpPr/>
            <p:nvPr/>
          </p:nvSpPr>
          <p:spPr>
            <a:xfrm>
              <a:off x="10025050" y="3507475"/>
              <a:ext cx="107000" cy="155300"/>
            </a:xfrm>
            <a:custGeom>
              <a:avLst/>
              <a:gdLst/>
              <a:ahLst/>
              <a:cxnLst/>
              <a:rect l="l" t="t" r="r" b="b"/>
              <a:pathLst>
                <a:path w="4280" h="6212" extrusionOk="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40"/>
            <p:cNvSpPr/>
            <p:nvPr/>
          </p:nvSpPr>
          <p:spPr>
            <a:xfrm>
              <a:off x="9764075" y="3530325"/>
              <a:ext cx="119150" cy="158800"/>
            </a:xfrm>
            <a:custGeom>
              <a:avLst/>
              <a:gdLst/>
              <a:ahLst/>
              <a:cxnLst/>
              <a:rect l="l" t="t" r="r" b="b"/>
              <a:pathLst>
                <a:path w="4766" h="6352" extrusionOk="0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40"/>
            <p:cNvSpPr/>
            <p:nvPr/>
          </p:nvSpPr>
          <p:spPr>
            <a:xfrm>
              <a:off x="9932575" y="3520100"/>
              <a:ext cx="77225" cy="135250"/>
            </a:xfrm>
            <a:custGeom>
              <a:avLst/>
              <a:gdLst/>
              <a:ahLst/>
              <a:cxnLst/>
              <a:rect l="l" t="t" r="r" b="b"/>
              <a:pathLst>
                <a:path w="3089" h="5410" extrusionOk="0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40"/>
            <p:cNvSpPr/>
            <p:nvPr/>
          </p:nvSpPr>
          <p:spPr>
            <a:xfrm>
              <a:off x="9641425" y="3803025"/>
              <a:ext cx="196350" cy="7875"/>
            </a:xfrm>
            <a:custGeom>
              <a:avLst/>
              <a:gdLst/>
              <a:ahLst/>
              <a:cxnLst/>
              <a:rect l="l" t="t" r="r" b="b"/>
              <a:pathLst>
                <a:path w="7854" h="315" extrusionOk="0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40"/>
            <p:cNvSpPr/>
            <p:nvPr/>
          </p:nvSpPr>
          <p:spPr>
            <a:xfrm>
              <a:off x="9702950" y="3780250"/>
              <a:ext cx="183425" cy="13300"/>
            </a:xfrm>
            <a:custGeom>
              <a:avLst/>
              <a:gdLst/>
              <a:ahLst/>
              <a:cxnLst/>
              <a:rect l="l" t="t" r="r" b="b"/>
              <a:pathLst>
                <a:path w="7337" h="532" extrusionOk="0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40"/>
            <p:cNvSpPr/>
            <p:nvPr/>
          </p:nvSpPr>
          <p:spPr>
            <a:xfrm>
              <a:off x="10197075" y="3481625"/>
              <a:ext cx="51650" cy="87900"/>
            </a:xfrm>
            <a:custGeom>
              <a:avLst/>
              <a:gdLst/>
              <a:ahLst/>
              <a:cxnLst/>
              <a:rect l="l" t="t" r="r" b="b"/>
              <a:pathLst>
                <a:path w="2066" h="3516" extrusionOk="0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126;p38">
            <a:extLst>
              <a:ext uri="{FF2B5EF4-FFF2-40B4-BE49-F238E27FC236}">
                <a16:creationId xmlns:a16="http://schemas.microsoft.com/office/drawing/2014/main" id="{3C8D407F-3F30-4EC6-9422-EDE81CB66A22}"/>
              </a:ext>
            </a:extLst>
          </p:cNvPr>
          <p:cNvSpPr/>
          <p:nvPr/>
        </p:nvSpPr>
        <p:spPr>
          <a:xfrm rot="-5400000">
            <a:off x="-3965942" y="-574519"/>
            <a:ext cx="999306" cy="1900928"/>
          </a:xfrm>
          <a:custGeom>
            <a:avLst/>
            <a:gdLst/>
            <a:ahLst/>
            <a:cxnLst/>
            <a:rect l="l" t="t" r="r" b="b"/>
            <a:pathLst>
              <a:path w="8276" h="15743" extrusionOk="0">
                <a:moveTo>
                  <a:pt x="8151" y="0"/>
                </a:moveTo>
                <a:cubicBezTo>
                  <a:pt x="7741" y="149"/>
                  <a:pt x="7344" y="336"/>
                  <a:pt x="6971" y="584"/>
                </a:cubicBezTo>
                <a:cubicBezTo>
                  <a:pt x="4486" y="2187"/>
                  <a:pt x="5082" y="4610"/>
                  <a:pt x="5530" y="7082"/>
                </a:cubicBezTo>
                <a:cubicBezTo>
                  <a:pt x="5642" y="7679"/>
                  <a:pt x="5666" y="8300"/>
                  <a:pt x="5368" y="8834"/>
                </a:cubicBezTo>
                <a:cubicBezTo>
                  <a:pt x="5115" y="9270"/>
                  <a:pt x="4607" y="9344"/>
                  <a:pt x="4082" y="9344"/>
                </a:cubicBezTo>
                <a:cubicBezTo>
                  <a:pt x="3812" y="9344"/>
                  <a:pt x="3537" y="9325"/>
                  <a:pt x="3290" y="9325"/>
                </a:cubicBezTo>
                <a:cubicBezTo>
                  <a:pt x="3167" y="9325"/>
                  <a:pt x="3051" y="9330"/>
                  <a:pt x="2945" y="9344"/>
                </a:cubicBezTo>
                <a:cubicBezTo>
                  <a:pt x="1753" y="9518"/>
                  <a:pt x="957" y="10798"/>
                  <a:pt x="585" y="11816"/>
                </a:cubicBezTo>
                <a:cubicBezTo>
                  <a:pt x="162" y="12984"/>
                  <a:pt x="1" y="14289"/>
                  <a:pt x="162" y="15544"/>
                </a:cubicBezTo>
                <a:lnTo>
                  <a:pt x="945" y="15743"/>
                </a:lnTo>
                <a:cubicBezTo>
                  <a:pt x="796" y="14364"/>
                  <a:pt x="1082" y="12885"/>
                  <a:pt x="1628" y="11680"/>
                </a:cubicBezTo>
                <a:cubicBezTo>
                  <a:pt x="1939" y="10984"/>
                  <a:pt x="2573" y="10363"/>
                  <a:pt x="3355" y="10263"/>
                </a:cubicBezTo>
                <a:cubicBezTo>
                  <a:pt x="3429" y="10254"/>
                  <a:pt x="3502" y="10250"/>
                  <a:pt x="3576" y="10250"/>
                </a:cubicBezTo>
                <a:cubicBezTo>
                  <a:pt x="3902" y="10250"/>
                  <a:pt x="4229" y="10324"/>
                  <a:pt x="4555" y="10324"/>
                </a:cubicBezTo>
                <a:cubicBezTo>
                  <a:pt x="4652" y="10324"/>
                  <a:pt x="4749" y="10318"/>
                  <a:pt x="4846" y="10301"/>
                </a:cubicBezTo>
                <a:cubicBezTo>
                  <a:pt x="5753" y="10164"/>
                  <a:pt x="6325" y="9505"/>
                  <a:pt x="6611" y="8673"/>
                </a:cubicBezTo>
                <a:cubicBezTo>
                  <a:pt x="7257" y="6747"/>
                  <a:pt x="5555" y="4622"/>
                  <a:pt x="6487" y="2746"/>
                </a:cubicBezTo>
                <a:cubicBezTo>
                  <a:pt x="6834" y="2063"/>
                  <a:pt x="7530" y="1541"/>
                  <a:pt x="8276" y="1230"/>
                </a:cubicBezTo>
                <a:cubicBezTo>
                  <a:pt x="8226" y="820"/>
                  <a:pt x="8189" y="410"/>
                  <a:pt x="81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1127;p38">
            <a:extLst>
              <a:ext uri="{FF2B5EF4-FFF2-40B4-BE49-F238E27FC236}">
                <a16:creationId xmlns:a16="http://schemas.microsoft.com/office/drawing/2014/main" id="{9E451EDF-2CB3-42A2-B440-16E800E62E86}"/>
              </a:ext>
            </a:extLst>
          </p:cNvPr>
          <p:cNvSpPr/>
          <p:nvPr/>
        </p:nvSpPr>
        <p:spPr>
          <a:xfrm rot="-5400000">
            <a:off x="-4994122" y="-245115"/>
            <a:ext cx="897154" cy="2043168"/>
          </a:xfrm>
          <a:custGeom>
            <a:avLst/>
            <a:gdLst/>
            <a:ahLst/>
            <a:cxnLst/>
            <a:rect l="l" t="t" r="r" b="b"/>
            <a:pathLst>
              <a:path w="7430" h="16921" extrusionOk="0">
                <a:moveTo>
                  <a:pt x="234" y="1"/>
                </a:moveTo>
                <a:cubicBezTo>
                  <a:pt x="95" y="1"/>
                  <a:pt x="1" y="213"/>
                  <a:pt x="149" y="308"/>
                </a:cubicBezTo>
                <a:cubicBezTo>
                  <a:pt x="1341" y="1053"/>
                  <a:pt x="2683" y="1389"/>
                  <a:pt x="3963" y="1948"/>
                </a:cubicBezTo>
                <a:cubicBezTo>
                  <a:pt x="5877" y="2793"/>
                  <a:pt x="6784" y="4731"/>
                  <a:pt x="7020" y="6732"/>
                </a:cubicBezTo>
                <a:cubicBezTo>
                  <a:pt x="7231" y="8546"/>
                  <a:pt x="6809" y="10471"/>
                  <a:pt x="6262" y="12186"/>
                </a:cubicBezTo>
                <a:cubicBezTo>
                  <a:pt x="6013" y="12981"/>
                  <a:pt x="5504" y="13789"/>
                  <a:pt x="4994" y="14435"/>
                </a:cubicBezTo>
                <a:cubicBezTo>
                  <a:pt x="4497" y="15069"/>
                  <a:pt x="3715" y="15379"/>
                  <a:pt x="3131" y="15901"/>
                </a:cubicBezTo>
                <a:cubicBezTo>
                  <a:pt x="2757" y="16231"/>
                  <a:pt x="3064" y="16920"/>
                  <a:pt x="3518" y="16920"/>
                </a:cubicBezTo>
                <a:cubicBezTo>
                  <a:pt x="3577" y="16920"/>
                  <a:pt x="3639" y="16909"/>
                  <a:pt x="3702" y="16883"/>
                </a:cubicBezTo>
                <a:cubicBezTo>
                  <a:pt x="5156" y="16299"/>
                  <a:pt x="6125" y="14597"/>
                  <a:pt x="6498" y="13130"/>
                </a:cubicBezTo>
                <a:cubicBezTo>
                  <a:pt x="7020" y="11118"/>
                  <a:pt x="7430" y="9192"/>
                  <a:pt x="7330" y="7079"/>
                </a:cubicBezTo>
                <a:cubicBezTo>
                  <a:pt x="7256" y="5327"/>
                  <a:pt x="6796" y="3339"/>
                  <a:pt x="5280" y="2246"/>
                </a:cubicBezTo>
                <a:cubicBezTo>
                  <a:pt x="3789" y="1177"/>
                  <a:pt x="1876" y="966"/>
                  <a:pt x="310" y="22"/>
                </a:cubicBezTo>
                <a:cubicBezTo>
                  <a:pt x="284" y="7"/>
                  <a:pt x="259" y="1"/>
                  <a:pt x="234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1128;p38">
            <a:extLst>
              <a:ext uri="{FF2B5EF4-FFF2-40B4-BE49-F238E27FC236}">
                <a16:creationId xmlns:a16="http://schemas.microsoft.com/office/drawing/2014/main" id="{E4EB5D01-36F7-48C6-A840-45629ADCD452}"/>
              </a:ext>
            </a:extLst>
          </p:cNvPr>
          <p:cNvGrpSpPr/>
          <p:nvPr/>
        </p:nvGrpSpPr>
        <p:grpSpPr>
          <a:xfrm>
            <a:off x="-4573640" y="783697"/>
            <a:ext cx="715575" cy="662550"/>
            <a:chOff x="6865500" y="2954725"/>
            <a:chExt cx="715575" cy="662550"/>
          </a:xfrm>
        </p:grpSpPr>
        <p:sp>
          <p:nvSpPr>
            <p:cNvPr id="26" name="Google Shape;1129;p38">
              <a:extLst>
                <a:ext uri="{FF2B5EF4-FFF2-40B4-BE49-F238E27FC236}">
                  <a16:creationId xmlns:a16="http://schemas.microsoft.com/office/drawing/2014/main" id="{D0362B9A-4468-40DF-BC76-55F69C777EE2}"/>
                </a:ext>
              </a:extLst>
            </p:cNvPr>
            <p:cNvSpPr/>
            <p:nvPr/>
          </p:nvSpPr>
          <p:spPr>
            <a:xfrm>
              <a:off x="6865500" y="2954725"/>
              <a:ext cx="715575" cy="662550"/>
            </a:xfrm>
            <a:custGeom>
              <a:avLst/>
              <a:gdLst/>
              <a:ahLst/>
              <a:cxnLst/>
              <a:rect l="l" t="t" r="r" b="b"/>
              <a:pathLst>
                <a:path w="28623" h="26502" extrusionOk="0">
                  <a:moveTo>
                    <a:pt x="6317" y="3570"/>
                  </a:moveTo>
                  <a:cubicBezTo>
                    <a:pt x="6349" y="3570"/>
                    <a:pt x="6380" y="3586"/>
                    <a:pt x="6412" y="3601"/>
                  </a:cubicBezTo>
                  <a:cubicBezTo>
                    <a:pt x="6412" y="3633"/>
                    <a:pt x="6412" y="3664"/>
                    <a:pt x="6396" y="3680"/>
                  </a:cubicBezTo>
                  <a:cubicBezTo>
                    <a:pt x="6385" y="3691"/>
                    <a:pt x="6358" y="3702"/>
                    <a:pt x="6332" y="3702"/>
                  </a:cubicBezTo>
                  <a:cubicBezTo>
                    <a:pt x="6322" y="3702"/>
                    <a:pt x="6311" y="3700"/>
                    <a:pt x="6302" y="3695"/>
                  </a:cubicBezTo>
                  <a:cubicBezTo>
                    <a:pt x="6208" y="3648"/>
                    <a:pt x="6208" y="3601"/>
                    <a:pt x="6317" y="3570"/>
                  </a:cubicBezTo>
                  <a:close/>
                  <a:moveTo>
                    <a:pt x="14967" y="603"/>
                  </a:moveTo>
                  <a:cubicBezTo>
                    <a:pt x="15221" y="603"/>
                    <a:pt x="15474" y="643"/>
                    <a:pt x="15722" y="717"/>
                  </a:cubicBezTo>
                  <a:cubicBezTo>
                    <a:pt x="16741" y="999"/>
                    <a:pt x="16741" y="1015"/>
                    <a:pt x="16835" y="1955"/>
                  </a:cubicBezTo>
                  <a:cubicBezTo>
                    <a:pt x="17007" y="3711"/>
                    <a:pt x="16992" y="3398"/>
                    <a:pt x="15456" y="3554"/>
                  </a:cubicBezTo>
                  <a:cubicBezTo>
                    <a:pt x="15382" y="3554"/>
                    <a:pt x="15302" y="3575"/>
                    <a:pt x="15229" y="3575"/>
                  </a:cubicBezTo>
                  <a:cubicBezTo>
                    <a:pt x="15193" y="3575"/>
                    <a:pt x="15158" y="3570"/>
                    <a:pt x="15126" y="3554"/>
                  </a:cubicBezTo>
                  <a:cubicBezTo>
                    <a:pt x="14820" y="3411"/>
                    <a:pt x="14513" y="3365"/>
                    <a:pt x="14207" y="3365"/>
                  </a:cubicBezTo>
                  <a:cubicBezTo>
                    <a:pt x="13776" y="3365"/>
                    <a:pt x="13346" y="3455"/>
                    <a:pt x="12916" y="3492"/>
                  </a:cubicBezTo>
                  <a:cubicBezTo>
                    <a:pt x="12872" y="3503"/>
                    <a:pt x="12820" y="3514"/>
                    <a:pt x="12765" y="3514"/>
                  </a:cubicBezTo>
                  <a:cubicBezTo>
                    <a:pt x="12743" y="3514"/>
                    <a:pt x="12720" y="3512"/>
                    <a:pt x="12697" y="3507"/>
                  </a:cubicBezTo>
                  <a:cubicBezTo>
                    <a:pt x="12363" y="3458"/>
                    <a:pt x="12030" y="3439"/>
                    <a:pt x="11699" y="3439"/>
                  </a:cubicBezTo>
                  <a:cubicBezTo>
                    <a:pt x="10878" y="3439"/>
                    <a:pt x="10063" y="3552"/>
                    <a:pt x="9249" y="3586"/>
                  </a:cubicBezTo>
                  <a:cubicBezTo>
                    <a:pt x="9167" y="3592"/>
                    <a:pt x="9086" y="3595"/>
                    <a:pt x="9008" y="3595"/>
                  </a:cubicBezTo>
                  <a:cubicBezTo>
                    <a:pt x="8680" y="3595"/>
                    <a:pt x="8379" y="3531"/>
                    <a:pt x="8089" y="3303"/>
                  </a:cubicBezTo>
                  <a:cubicBezTo>
                    <a:pt x="7867" y="3121"/>
                    <a:pt x="6798" y="2971"/>
                    <a:pt x="6274" y="2971"/>
                  </a:cubicBezTo>
                  <a:cubicBezTo>
                    <a:pt x="6169" y="2971"/>
                    <a:pt x="6085" y="2977"/>
                    <a:pt x="6035" y="2990"/>
                  </a:cubicBezTo>
                  <a:cubicBezTo>
                    <a:pt x="5706" y="3068"/>
                    <a:pt x="5377" y="3131"/>
                    <a:pt x="5267" y="3539"/>
                  </a:cubicBezTo>
                  <a:cubicBezTo>
                    <a:pt x="5220" y="3742"/>
                    <a:pt x="5017" y="3789"/>
                    <a:pt x="4828" y="3805"/>
                  </a:cubicBezTo>
                  <a:cubicBezTo>
                    <a:pt x="4672" y="3805"/>
                    <a:pt x="4499" y="3758"/>
                    <a:pt x="4468" y="3601"/>
                  </a:cubicBezTo>
                  <a:cubicBezTo>
                    <a:pt x="4390" y="3084"/>
                    <a:pt x="4327" y="2567"/>
                    <a:pt x="4280" y="2050"/>
                  </a:cubicBezTo>
                  <a:cubicBezTo>
                    <a:pt x="4248" y="1673"/>
                    <a:pt x="4437" y="1407"/>
                    <a:pt x="4813" y="1297"/>
                  </a:cubicBezTo>
                  <a:cubicBezTo>
                    <a:pt x="5032" y="1250"/>
                    <a:pt x="5267" y="1219"/>
                    <a:pt x="5487" y="1219"/>
                  </a:cubicBezTo>
                  <a:cubicBezTo>
                    <a:pt x="5816" y="1219"/>
                    <a:pt x="6145" y="1250"/>
                    <a:pt x="6490" y="1281"/>
                  </a:cubicBezTo>
                  <a:cubicBezTo>
                    <a:pt x="6589" y="1284"/>
                    <a:pt x="6689" y="1285"/>
                    <a:pt x="6789" y="1285"/>
                  </a:cubicBezTo>
                  <a:cubicBezTo>
                    <a:pt x="7320" y="1285"/>
                    <a:pt x="7859" y="1248"/>
                    <a:pt x="8387" y="1156"/>
                  </a:cubicBezTo>
                  <a:cubicBezTo>
                    <a:pt x="8956" y="1047"/>
                    <a:pt x="9525" y="1021"/>
                    <a:pt x="10100" y="1021"/>
                  </a:cubicBezTo>
                  <a:cubicBezTo>
                    <a:pt x="10348" y="1021"/>
                    <a:pt x="10597" y="1026"/>
                    <a:pt x="10847" y="1031"/>
                  </a:cubicBezTo>
                  <a:cubicBezTo>
                    <a:pt x="10972" y="1032"/>
                    <a:pt x="11097" y="1033"/>
                    <a:pt x="11221" y="1033"/>
                  </a:cubicBezTo>
                  <a:cubicBezTo>
                    <a:pt x="12253" y="1033"/>
                    <a:pt x="13273" y="967"/>
                    <a:pt x="14280" y="702"/>
                  </a:cubicBezTo>
                  <a:cubicBezTo>
                    <a:pt x="14510" y="635"/>
                    <a:pt x="14739" y="603"/>
                    <a:pt x="14967" y="603"/>
                  </a:cubicBezTo>
                  <a:close/>
                  <a:moveTo>
                    <a:pt x="12275" y="3999"/>
                  </a:moveTo>
                  <a:cubicBezTo>
                    <a:pt x="12405" y="3999"/>
                    <a:pt x="12535" y="4002"/>
                    <a:pt x="12666" y="4009"/>
                  </a:cubicBezTo>
                  <a:cubicBezTo>
                    <a:pt x="12995" y="4025"/>
                    <a:pt x="13340" y="4025"/>
                    <a:pt x="13653" y="4072"/>
                  </a:cubicBezTo>
                  <a:cubicBezTo>
                    <a:pt x="13974" y="4134"/>
                    <a:pt x="14292" y="4166"/>
                    <a:pt x="14607" y="4166"/>
                  </a:cubicBezTo>
                  <a:cubicBezTo>
                    <a:pt x="14923" y="4166"/>
                    <a:pt x="15236" y="4134"/>
                    <a:pt x="15550" y="4072"/>
                  </a:cubicBezTo>
                  <a:cubicBezTo>
                    <a:pt x="15779" y="4022"/>
                    <a:pt x="16013" y="3999"/>
                    <a:pt x="16246" y="3999"/>
                  </a:cubicBezTo>
                  <a:cubicBezTo>
                    <a:pt x="16460" y="3999"/>
                    <a:pt x="16673" y="4018"/>
                    <a:pt x="16882" y="4056"/>
                  </a:cubicBezTo>
                  <a:cubicBezTo>
                    <a:pt x="17007" y="4087"/>
                    <a:pt x="17164" y="4244"/>
                    <a:pt x="17180" y="4354"/>
                  </a:cubicBezTo>
                  <a:cubicBezTo>
                    <a:pt x="17209" y="4499"/>
                    <a:pt x="17063" y="4590"/>
                    <a:pt x="16916" y="4590"/>
                  </a:cubicBezTo>
                  <a:cubicBezTo>
                    <a:pt x="16905" y="4590"/>
                    <a:pt x="16893" y="4590"/>
                    <a:pt x="16882" y="4589"/>
                  </a:cubicBezTo>
                  <a:cubicBezTo>
                    <a:pt x="16786" y="4586"/>
                    <a:pt x="16691" y="4584"/>
                    <a:pt x="16595" y="4584"/>
                  </a:cubicBezTo>
                  <a:cubicBezTo>
                    <a:pt x="15192" y="4584"/>
                    <a:pt x="13825" y="4889"/>
                    <a:pt x="12430" y="4918"/>
                  </a:cubicBezTo>
                  <a:cubicBezTo>
                    <a:pt x="12133" y="4926"/>
                    <a:pt x="11831" y="4930"/>
                    <a:pt x="11529" y="4930"/>
                  </a:cubicBezTo>
                  <a:cubicBezTo>
                    <a:pt x="11227" y="4930"/>
                    <a:pt x="10926" y="4926"/>
                    <a:pt x="10628" y="4918"/>
                  </a:cubicBezTo>
                  <a:cubicBezTo>
                    <a:pt x="10399" y="4909"/>
                    <a:pt x="10170" y="4904"/>
                    <a:pt x="9941" y="4904"/>
                  </a:cubicBezTo>
                  <a:cubicBezTo>
                    <a:pt x="9355" y="4904"/>
                    <a:pt x="8769" y="4937"/>
                    <a:pt x="8183" y="5028"/>
                  </a:cubicBezTo>
                  <a:cubicBezTo>
                    <a:pt x="8009" y="5061"/>
                    <a:pt x="7836" y="5072"/>
                    <a:pt x="7662" y="5072"/>
                  </a:cubicBezTo>
                  <a:cubicBezTo>
                    <a:pt x="7428" y="5072"/>
                    <a:pt x="7194" y="5052"/>
                    <a:pt x="6960" y="5043"/>
                  </a:cubicBezTo>
                  <a:cubicBezTo>
                    <a:pt x="5910" y="4981"/>
                    <a:pt x="4875" y="4918"/>
                    <a:pt x="3794" y="4855"/>
                  </a:cubicBezTo>
                  <a:cubicBezTo>
                    <a:pt x="4029" y="4495"/>
                    <a:pt x="4343" y="4542"/>
                    <a:pt x="4625" y="4510"/>
                  </a:cubicBezTo>
                  <a:cubicBezTo>
                    <a:pt x="6145" y="4354"/>
                    <a:pt x="7665" y="4213"/>
                    <a:pt x="9202" y="4197"/>
                  </a:cubicBezTo>
                  <a:cubicBezTo>
                    <a:pt x="10219" y="4197"/>
                    <a:pt x="11236" y="3999"/>
                    <a:pt x="12275" y="3999"/>
                  </a:cubicBezTo>
                  <a:close/>
                  <a:moveTo>
                    <a:pt x="21862" y="4166"/>
                  </a:moveTo>
                  <a:cubicBezTo>
                    <a:pt x="21936" y="4166"/>
                    <a:pt x="22013" y="4186"/>
                    <a:pt x="22055" y="4228"/>
                  </a:cubicBezTo>
                  <a:cubicBezTo>
                    <a:pt x="22149" y="4307"/>
                    <a:pt x="22102" y="4432"/>
                    <a:pt x="22023" y="4510"/>
                  </a:cubicBezTo>
                  <a:cubicBezTo>
                    <a:pt x="21271" y="5216"/>
                    <a:pt x="20409" y="5686"/>
                    <a:pt x="19406" y="5937"/>
                  </a:cubicBezTo>
                  <a:lnTo>
                    <a:pt x="19312" y="5937"/>
                  </a:lnTo>
                  <a:cubicBezTo>
                    <a:pt x="19264" y="5905"/>
                    <a:pt x="19217" y="5905"/>
                    <a:pt x="19217" y="5874"/>
                  </a:cubicBezTo>
                  <a:cubicBezTo>
                    <a:pt x="19186" y="5811"/>
                    <a:pt x="19170" y="5733"/>
                    <a:pt x="19186" y="5686"/>
                  </a:cubicBezTo>
                  <a:cubicBezTo>
                    <a:pt x="19217" y="5608"/>
                    <a:pt x="19264" y="5545"/>
                    <a:pt x="19327" y="5498"/>
                  </a:cubicBezTo>
                  <a:cubicBezTo>
                    <a:pt x="20080" y="4965"/>
                    <a:pt x="20863" y="4463"/>
                    <a:pt x="21757" y="4181"/>
                  </a:cubicBezTo>
                  <a:cubicBezTo>
                    <a:pt x="21788" y="4171"/>
                    <a:pt x="21825" y="4166"/>
                    <a:pt x="21862" y="4166"/>
                  </a:cubicBezTo>
                  <a:close/>
                  <a:moveTo>
                    <a:pt x="16071" y="5133"/>
                  </a:moveTo>
                  <a:cubicBezTo>
                    <a:pt x="16272" y="5133"/>
                    <a:pt x="16473" y="5149"/>
                    <a:pt x="16678" y="5184"/>
                  </a:cubicBezTo>
                  <a:cubicBezTo>
                    <a:pt x="16788" y="5200"/>
                    <a:pt x="16898" y="5231"/>
                    <a:pt x="16992" y="5278"/>
                  </a:cubicBezTo>
                  <a:cubicBezTo>
                    <a:pt x="17227" y="5372"/>
                    <a:pt x="17290" y="5608"/>
                    <a:pt x="17305" y="5827"/>
                  </a:cubicBezTo>
                  <a:cubicBezTo>
                    <a:pt x="17321" y="6062"/>
                    <a:pt x="17133" y="6172"/>
                    <a:pt x="16960" y="6203"/>
                  </a:cubicBezTo>
                  <a:cubicBezTo>
                    <a:pt x="16067" y="6329"/>
                    <a:pt x="15205" y="6626"/>
                    <a:pt x="14311" y="6642"/>
                  </a:cubicBezTo>
                  <a:cubicBezTo>
                    <a:pt x="14050" y="6647"/>
                    <a:pt x="13787" y="6649"/>
                    <a:pt x="13524" y="6649"/>
                  </a:cubicBezTo>
                  <a:cubicBezTo>
                    <a:pt x="12997" y="6649"/>
                    <a:pt x="12467" y="6642"/>
                    <a:pt x="11945" y="6642"/>
                  </a:cubicBezTo>
                  <a:lnTo>
                    <a:pt x="11945" y="6673"/>
                  </a:lnTo>
                  <a:cubicBezTo>
                    <a:pt x="11443" y="6673"/>
                    <a:pt x="10935" y="6650"/>
                    <a:pt x="10429" y="6650"/>
                  </a:cubicBezTo>
                  <a:cubicBezTo>
                    <a:pt x="10113" y="6650"/>
                    <a:pt x="9797" y="6659"/>
                    <a:pt x="9484" y="6689"/>
                  </a:cubicBezTo>
                  <a:cubicBezTo>
                    <a:pt x="9075" y="6731"/>
                    <a:pt x="8667" y="6745"/>
                    <a:pt x="8257" y="6745"/>
                  </a:cubicBezTo>
                  <a:cubicBezTo>
                    <a:pt x="7739" y="6745"/>
                    <a:pt x="7219" y="6722"/>
                    <a:pt x="6694" y="6705"/>
                  </a:cubicBezTo>
                  <a:cubicBezTo>
                    <a:pt x="6570" y="6702"/>
                    <a:pt x="6446" y="6701"/>
                    <a:pt x="6323" y="6701"/>
                  </a:cubicBezTo>
                  <a:cubicBezTo>
                    <a:pt x="5773" y="6701"/>
                    <a:pt x="5225" y="6726"/>
                    <a:pt x="4687" y="6752"/>
                  </a:cubicBezTo>
                  <a:cubicBezTo>
                    <a:pt x="4644" y="6754"/>
                    <a:pt x="4601" y="6755"/>
                    <a:pt x="4558" y="6755"/>
                  </a:cubicBezTo>
                  <a:cubicBezTo>
                    <a:pt x="4216" y="6755"/>
                    <a:pt x="3900" y="6693"/>
                    <a:pt x="3622" y="6470"/>
                  </a:cubicBezTo>
                  <a:cubicBezTo>
                    <a:pt x="3496" y="6376"/>
                    <a:pt x="3355" y="6282"/>
                    <a:pt x="3418" y="6125"/>
                  </a:cubicBezTo>
                  <a:cubicBezTo>
                    <a:pt x="3465" y="6015"/>
                    <a:pt x="3606" y="5905"/>
                    <a:pt x="3731" y="5858"/>
                  </a:cubicBezTo>
                  <a:cubicBezTo>
                    <a:pt x="3904" y="5780"/>
                    <a:pt x="4092" y="5749"/>
                    <a:pt x="4280" y="5749"/>
                  </a:cubicBezTo>
                  <a:cubicBezTo>
                    <a:pt x="4593" y="5743"/>
                    <a:pt x="4905" y="5742"/>
                    <a:pt x="5216" y="5742"/>
                  </a:cubicBezTo>
                  <a:cubicBezTo>
                    <a:pt x="5839" y="5742"/>
                    <a:pt x="6459" y="5749"/>
                    <a:pt x="7086" y="5749"/>
                  </a:cubicBezTo>
                  <a:cubicBezTo>
                    <a:pt x="7336" y="5749"/>
                    <a:pt x="7593" y="5772"/>
                    <a:pt x="7845" y="5772"/>
                  </a:cubicBezTo>
                  <a:cubicBezTo>
                    <a:pt x="8002" y="5772"/>
                    <a:pt x="8157" y="5763"/>
                    <a:pt x="8308" y="5733"/>
                  </a:cubicBezTo>
                  <a:cubicBezTo>
                    <a:pt x="9020" y="5584"/>
                    <a:pt x="9724" y="5552"/>
                    <a:pt x="10431" y="5552"/>
                  </a:cubicBezTo>
                  <a:cubicBezTo>
                    <a:pt x="10690" y="5552"/>
                    <a:pt x="10948" y="5556"/>
                    <a:pt x="11208" y="5561"/>
                  </a:cubicBezTo>
                  <a:cubicBezTo>
                    <a:pt x="12603" y="5561"/>
                    <a:pt x="13967" y="5404"/>
                    <a:pt x="15330" y="5200"/>
                  </a:cubicBezTo>
                  <a:cubicBezTo>
                    <a:pt x="15580" y="5157"/>
                    <a:pt x="15825" y="5133"/>
                    <a:pt x="16071" y="5133"/>
                  </a:cubicBezTo>
                  <a:close/>
                  <a:moveTo>
                    <a:pt x="17255" y="6653"/>
                  </a:moveTo>
                  <a:cubicBezTo>
                    <a:pt x="17368" y="6653"/>
                    <a:pt x="17461" y="6708"/>
                    <a:pt x="17509" y="6877"/>
                  </a:cubicBezTo>
                  <a:cubicBezTo>
                    <a:pt x="17603" y="7206"/>
                    <a:pt x="17086" y="7222"/>
                    <a:pt x="16835" y="7269"/>
                  </a:cubicBezTo>
                  <a:cubicBezTo>
                    <a:pt x="15221" y="7614"/>
                    <a:pt x="13606" y="7912"/>
                    <a:pt x="11960" y="8037"/>
                  </a:cubicBezTo>
                  <a:cubicBezTo>
                    <a:pt x="10877" y="8114"/>
                    <a:pt x="9794" y="8211"/>
                    <a:pt x="8703" y="8211"/>
                  </a:cubicBezTo>
                  <a:cubicBezTo>
                    <a:pt x="8451" y="8211"/>
                    <a:pt x="8200" y="8206"/>
                    <a:pt x="7948" y="8194"/>
                  </a:cubicBezTo>
                  <a:cubicBezTo>
                    <a:pt x="7455" y="8205"/>
                    <a:pt x="6963" y="8217"/>
                    <a:pt x="6472" y="8217"/>
                  </a:cubicBezTo>
                  <a:cubicBezTo>
                    <a:pt x="5617" y="8217"/>
                    <a:pt x="4765" y="8182"/>
                    <a:pt x="3919" y="8053"/>
                  </a:cubicBezTo>
                  <a:cubicBezTo>
                    <a:pt x="3778" y="8037"/>
                    <a:pt x="3622" y="8021"/>
                    <a:pt x="3480" y="7959"/>
                  </a:cubicBezTo>
                  <a:cubicBezTo>
                    <a:pt x="3324" y="7896"/>
                    <a:pt x="3308" y="7739"/>
                    <a:pt x="3308" y="7583"/>
                  </a:cubicBezTo>
                  <a:cubicBezTo>
                    <a:pt x="3324" y="7426"/>
                    <a:pt x="3418" y="7300"/>
                    <a:pt x="3590" y="7300"/>
                  </a:cubicBezTo>
                  <a:cubicBezTo>
                    <a:pt x="4907" y="7316"/>
                    <a:pt x="6208" y="7316"/>
                    <a:pt x="7524" y="7347"/>
                  </a:cubicBezTo>
                  <a:cubicBezTo>
                    <a:pt x="8120" y="7347"/>
                    <a:pt x="8716" y="7316"/>
                    <a:pt x="9311" y="7253"/>
                  </a:cubicBezTo>
                  <a:cubicBezTo>
                    <a:pt x="10020" y="7168"/>
                    <a:pt x="10733" y="7129"/>
                    <a:pt x="11445" y="7129"/>
                  </a:cubicBezTo>
                  <a:cubicBezTo>
                    <a:pt x="12041" y="7129"/>
                    <a:pt x="12637" y="7156"/>
                    <a:pt x="13230" y="7206"/>
                  </a:cubicBezTo>
                  <a:cubicBezTo>
                    <a:pt x="13412" y="7221"/>
                    <a:pt x="13593" y="7228"/>
                    <a:pt x="13773" y="7228"/>
                  </a:cubicBezTo>
                  <a:cubicBezTo>
                    <a:pt x="14755" y="7228"/>
                    <a:pt x="15709" y="7029"/>
                    <a:pt x="16663" y="6830"/>
                  </a:cubicBezTo>
                  <a:cubicBezTo>
                    <a:pt x="16845" y="6792"/>
                    <a:pt x="17075" y="6653"/>
                    <a:pt x="17255" y="6653"/>
                  </a:cubicBezTo>
                  <a:close/>
                  <a:moveTo>
                    <a:pt x="23186" y="6225"/>
                  </a:moveTo>
                  <a:cubicBezTo>
                    <a:pt x="23385" y="6225"/>
                    <a:pt x="23619" y="6293"/>
                    <a:pt x="23685" y="6391"/>
                  </a:cubicBezTo>
                  <a:cubicBezTo>
                    <a:pt x="23747" y="6485"/>
                    <a:pt x="23794" y="6595"/>
                    <a:pt x="23826" y="6705"/>
                  </a:cubicBezTo>
                  <a:cubicBezTo>
                    <a:pt x="24061" y="7598"/>
                    <a:pt x="24766" y="7896"/>
                    <a:pt x="25566" y="8053"/>
                  </a:cubicBezTo>
                  <a:cubicBezTo>
                    <a:pt x="25957" y="8131"/>
                    <a:pt x="26381" y="8053"/>
                    <a:pt x="26882" y="8366"/>
                  </a:cubicBezTo>
                  <a:cubicBezTo>
                    <a:pt x="26389" y="8492"/>
                    <a:pt x="25945" y="8541"/>
                    <a:pt x="25529" y="8541"/>
                  </a:cubicBezTo>
                  <a:cubicBezTo>
                    <a:pt x="25164" y="8541"/>
                    <a:pt x="24821" y="8503"/>
                    <a:pt x="24484" y="8445"/>
                  </a:cubicBezTo>
                  <a:cubicBezTo>
                    <a:pt x="23591" y="8304"/>
                    <a:pt x="22807" y="7739"/>
                    <a:pt x="22823" y="6658"/>
                  </a:cubicBezTo>
                  <a:cubicBezTo>
                    <a:pt x="22823" y="6501"/>
                    <a:pt x="22807" y="6360"/>
                    <a:pt x="22964" y="6266"/>
                  </a:cubicBezTo>
                  <a:cubicBezTo>
                    <a:pt x="23020" y="6238"/>
                    <a:pt x="23100" y="6225"/>
                    <a:pt x="23186" y="6225"/>
                  </a:cubicBezTo>
                  <a:close/>
                  <a:moveTo>
                    <a:pt x="17870" y="7583"/>
                  </a:moveTo>
                  <a:cubicBezTo>
                    <a:pt x="18139" y="7583"/>
                    <a:pt x="18388" y="7676"/>
                    <a:pt x="18606" y="7943"/>
                  </a:cubicBezTo>
                  <a:cubicBezTo>
                    <a:pt x="18826" y="8210"/>
                    <a:pt x="19108" y="8398"/>
                    <a:pt x="19421" y="8523"/>
                  </a:cubicBezTo>
                  <a:cubicBezTo>
                    <a:pt x="19735" y="8648"/>
                    <a:pt x="19986" y="8899"/>
                    <a:pt x="20189" y="9166"/>
                  </a:cubicBezTo>
                  <a:cubicBezTo>
                    <a:pt x="20299" y="9307"/>
                    <a:pt x="20236" y="9463"/>
                    <a:pt x="20080" y="9526"/>
                  </a:cubicBezTo>
                  <a:cubicBezTo>
                    <a:pt x="19719" y="9636"/>
                    <a:pt x="19374" y="9761"/>
                    <a:pt x="18998" y="9808"/>
                  </a:cubicBezTo>
                  <a:cubicBezTo>
                    <a:pt x="17258" y="10043"/>
                    <a:pt x="15518" y="10263"/>
                    <a:pt x="13763" y="10467"/>
                  </a:cubicBezTo>
                  <a:cubicBezTo>
                    <a:pt x="12807" y="10576"/>
                    <a:pt x="11835" y="10639"/>
                    <a:pt x="10832" y="10717"/>
                  </a:cubicBezTo>
                  <a:cubicBezTo>
                    <a:pt x="10189" y="10655"/>
                    <a:pt x="9515" y="10592"/>
                    <a:pt x="8841" y="10514"/>
                  </a:cubicBezTo>
                  <a:cubicBezTo>
                    <a:pt x="8547" y="10476"/>
                    <a:pt x="8258" y="10455"/>
                    <a:pt x="7965" y="10455"/>
                  </a:cubicBezTo>
                  <a:cubicBezTo>
                    <a:pt x="7774" y="10455"/>
                    <a:pt x="7581" y="10464"/>
                    <a:pt x="7383" y="10482"/>
                  </a:cubicBezTo>
                  <a:cubicBezTo>
                    <a:pt x="6784" y="10557"/>
                    <a:pt x="6183" y="10582"/>
                    <a:pt x="5581" y="10582"/>
                  </a:cubicBezTo>
                  <a:cubicBezTo>
                    <a:pt x="4280" y="10582"/>
                    <a:pt x="2975" y="10462"/>
                    <a:pt x="1678" y="10451"/>
                  </a:cubicBezTo>
                  <a:cubicBezTo>
                    <a:pt x="1600" y="10451"/>
                    <a:pt x="1521" y="10451"/>
                    <a:pt x="1458" y="10404"/>
                  </a:cubicBezTo>
                  <a:cubicBezTo>
                    <a:pt x="1396" y="10388"/>
                    <a:pt x="1333" y="10326"/>
                    <a:pt x="1317" y="10263"/>
                  </a:cubicBezTo>
                  <a:cubicBezTo>
                    <a:pt x="1302" y="10200"/>
                    <a:pt x="1333" y="10106"/>
                    <a:pt x="1380" y="10059"/>
                  </a:cubicBezTo>
                  <a:cubicBezTo>
                    <a:pt x="2334" y="9395"/>
                    <a:pt x="3220" y="8663"/>
                    <a:pt x="4483" y="8663"/>
                  </a:cubicBezTo>
                  <a:cubicBezTo>
                    <a:pt x="4590" y="8663"/>
                    <a:pt x="4700" y="8669"/>
                    <a:pt x="4813" y="8680"/>
                  </a:cubicBezTo>
                  <a:cubicBezTo>
                    <a:pt x="5639" y="8762"/>
                    <a:pt x="6468" y="8787"/>
                    <a:pt x="7298" y="8787"/>
                  </a:cubicBezTo>
                  <a:cubicBezTo>
                    <a:pt x="8373" y="8787"/>
                    <a:pt x="9448" y="8744"/>
                    <a:pt x="10518" y="8727"/>
                  </a:cubicBezTo>
                  <a:cubicBezTo>
                    <a:pt x="12713" y="8711"/>
                    <a:pt x="14829" y="8210"/>
                    <a:pt x="16945" y="7771"/>
                  </a:cubicBezTo>
                  <a:cubicBezTo>
                    <a:pt x="17101" y="7739"/>
                    <a:pt x="17242" y="7708"/>
                    <a:pt x="17384" y="7661"/>
                  </a:cubicBezTo>
                  <a:cubicBezTo>
                    <a:pt x="17551" y="7615"/>
                    <a:pt x="17714" y="7583"/>
                    <a:pt x="17870" y="7583"/>
                  </a:cubicBezTo>
                  <a:close/>
                  <a:moveTo>
                    <a:pt x="20412" y="10143"/>
                  </a:moveTo>
                  <a:cubicBezTo>
                    <a:pt x="20633" y="10143"/>
                    <a:pt x="20841" y="10209"/>
                    <a:pt x="21020" y="10388"/>
                  </a:cubicBezTo>
                  <a:cubicBezTo>
                    <a:pt x="21663" y="11000"/>
                    <a:pt x="21475" y="11297"/>
                    <a:pt x="20848" y="11533"/>
                  </a:cubicBezTo>
                  <a:cubicBezTo>
                    <a:pt x="20360" y="11712"/>
                    <a:pt x="19862" y="11871"/>
                    <a:pt x="19345" y="11871"/>
                  </a:cubicBezTo>
                  <a:cubicBezTo>
                    <a:pt x="19230" y="11871"/>
                    <a:pt x="19115" y="11863"/>
                    <a:pt x="18998" y="11846"/>
                  </a:cubicBezTo>
                  <a:cubicBezTo>
                    <a:pt x="18885" y="11829"/>
                    <a:pt x="18776" y="11820"/>
                    <a:pt x="18670" y="11820"/>
                  </a:cubicBezTo>
                  <a:cubicBezTo>
                    <a:pt x="18290" y="11820"/>
                    <a:pt x="17953" y="11934"/>
                    <a:pt x="17634" y="12191"/>
                  </a:cubicBezTo>
                  <a:cubicBezTo>
                    <a:pt x="17305" y="12457"/>
                    <a:pt x="16913" y="12536"/>
                    <a:pt x="16490" y="12598"/>
                  </a:cubicBezTo>
                  <a:cubicBezTo>
                    <a:pt x="15687" y="12711"/>
                    <a:pt x="14884" y="12773"/>
                    <a:pt x="14081" y="12773"/>
                  </a:cubicBezTo>
                  <a:cubicBezTo>
                    <a:pt x="13990" y="12773"/>
                    <a:pt x="13900" y="12772"/>
                    <a:pt x="13810" y="12771"/>
                  </a:cubicBezTo>
                  <a:cubicBezTo>
                    <a:pt x="13599" y="12763"/>
                    <a:pt x="13381" y="12741"/>
                    <a:pt x="13165" y="12741"/>
                  </a:cubicBezTo>
                  <a:cubicBezTo>
                    <a:pt x="12930" y="12741"/>
                    <a:pt x="12698" y="12767"/>
                    <a:pt x="12478" y="12865"/>
                  </a:cubicBezTo>
                  <a:cubicBezTo>
                    <a:pt x="12426" y="12890"/>
                    <a:pt x="12354" y="12916"/>
                    <a:pt x="12295" y="12916"/>
                  </a:cubicBezTo>
                  <a:cubicBezTo>
                    <a:pt x="12282" y="12916"/>
                    <a:pt x="12270" y="12915"/>
                    <a:pt x="12258" y="12912"/>
                  </a:cubicBezTo>
                  <a:cubicBezTo>
                    <a:pt x="11940" y="12834"/>
                    <a:pt x="11630" y="12795"/>
                    <a:pt x="11322" y="12795"/>
                  </a:cubicBezTo>
                  <a:cubicBezTo>
                    <a:pt x="10826" y="12795"/>
                    <a:pt x="10338" y="12897"/>
                    <a:pt x="9844" y="13100"/>
                  </a:cubicBezTo>
                  <a:cubicBezTo>
                    <a:pt x="9804" y="13117"/>
                    <a:pt x="9753" y="13124"/>
                    <a:pt x="9698" y="13124"/>
                  </a:cubicBezTo>
                  <a:cubicBezTo>
                    <a:pt x="9603" y="13124"/>
                    <a:pt x="9495" y="13104"/>
                    <a:pt x="9405" y="13084"/>
                  </a:cubicBezTo>
                  <a:cubicBezTo>
                    <a:pt x="9147" y="13022"/>
                    <a:pt x="8896" y="12975"/>
                    <a:pt x="8645" y="12975"/>
                  </a:cubicBezTo>
                  <a:cubicBezTo>
                    <a:pt x="8394" y="12975"/>
                    <a:pt x="8144" y="13022"/>
                    <a:pt x="7885" y="13147"/>
                  </a:cubicBezTo>
                  <a:cubicBezTo>
                    <a:pt x="7802" y="13189"/>
                    <a:pt x="7720" y="13207"/>
                    <a:pt x="7640" y="13207"/>
                  </a:cubicBezTo>
                  <a:cubicBezTo>
                    <a:pt x="7391" y="13207"/>
                    <a:pt x="7162" y="13031"/>
                    <a:pt x="6960" y="12865"/>
                  </a:cubicBezTo>
                  <a:cubicBezTo>
                    <a:pt x="6781" y="12720"/>
                    <a:pt x="6617" y="12668"/>
                    <a:pt x="6438" y="12668"/>
                  </a:cubicBezTo>
                  <a:cubicBezTo>
                    <a:pt x="6288" y="12668"/>
                    <a:pt x="6128" y="12705"/>
                    <a:pt x="5941" y="12755"/>
                  </a:cubicBezTo>
                  <a:cubicBezTo>
                    <a:pt x="5111" y="12943"/>
                    <a:pt x="4248" y="13006"/>
                    <a:pt x="3402" y="13116"/>
                  </a:cubicBezTo>
                  <a:cubicBezTo>
                    <a:pt x="2618" y="12677"/>
                    <a:pt x="1756" y="12771"/>
                    <a:pt x="910" y="12708"/>
                  </a:cubicBezTo>
                  <a:cubicBezTo>
                    <a:pt x="737" y="12708"/>
                    <a:pt x="643" y="12567"/>
                    <a:pt x="643" y="12410"/>
                  </a:cubicBezTo>
                  <a:cubicBezTo>
                    <a:pt x="643" y="12050"/>
                    <a:pt x="800" y="11752"/>
                    <a:pt x="988" y="11470"/>
                  </a:cubicBezTo>
                  <a:cubicBezTo>
                    <a:pt x="1145" y="11235"/>
                    <a:pt x="1427" y="11172"/>
                    <a:pt x="1694" y="11172"/>
                  </a:cubicBezTo>
                  <a:cubicBezTo>
                    <a:pt x="1903" y="11167"/>
                    <a:pt x="2113" y="11165"/>
                    <a:pt x="2325" y="11165"/>
                  </a:cubicBezTo>
                  <a:cubicBezTo>
                    <a:pt x="2747" y="11165"/>
                    <a:pt x="3172" y="11172"/>
                    <a:pt x="3590" y="11172"/>
                  </a:cubicBezTo>
                  <a:cubicBezTo>
                    <a:pt x="3590" y="11156"/>
                    <a:pt x="3590" y="11156"/>
                    <a:pt x="3590" y="11141"/>
                  </a:cubicBezTo>
                  <a:cubicBezTo>
                    <a:pt x="4311" y="11188"/>
                    <a:pt x="5017" y="11250"/>
                    <a:pt x="5722" y="11282"/>
                  </a:cubicBezTo>
                  <a:cubicBezTo>
                    <a:pt x="5847" y="11287"/>
                    <a:pt x="5973" y="11290"/>
                    <a:pt x="6097" y="11290"/>
                  </a:cubicBezTo>
                  <a:cubicBezTo>
                    <a:pt x="6347" y="11290"/>
                    <a:pt x="6594" y="11276"/>
                    <a:pt x="6835" y="11235"/>
                  </a:cubicBezTo>
                  <a:cubicBezTo>
                    <a:pt x="7209" y="11170"/>
                    <a:pt x="7580" y="11143"/>
                    <a:pt x="7949" y="11143"/>
                  </a:cubicBezTo>
                  <a:cubicBezTo>
                    <a:pt x="8477" y="11143"/>
                    <a:pt x="8999" y="11199"/>
                    <a:pt x="9515" y="11282"/>
                  </a:cubicBezTo>
                  <a:cubicBezTo>
                    <a:pt x="9892" y="11337"/>
                    <a:pt x="10263" y="11360"/>
                    <a:pt x="10635" y="11360"/>
                  </a:cubicBezTo>
                  <a:cubicBezTo>
                    <a:pt x="10898" y="11360"/>
                    <a:pt x="11161" y="11348"/>
                    <a:pt x="11427" y="11329"/>
                  </a:cubicBezTo>
                  <a:cubicBezTo>
                    <a:pt x="13512" y="11125"/>
                    <a:pt x="15581" y="10874"/>
                    <a:pt x="17650" y="10561"/>
                  </a:cubicBezTo>
                  <a:cubicBezTo>
                    <a:pt x="18465" y="10435"/>
                    <a:pt x="19280" y="10388"/>
                    <a:pt x="20080" y="10185"/>
                  </a:cubicBezTo>
                  <a:cubicBezTo>
                    <a:pt x="20192" y="10159"/>
                    <a:pt x="20304" y="10143"/>
                    <a:pt x="20412" y="10143"/>
                  </a:cubicBezTo>
                  <a:close/>
                  <a:moveTo>
                    <a:pt x="20802" y="12196"/>
                  </a:moveTo>
                  <a:cubicBezTo>
                    <a:pt x="20870" y="12196"/>
                    <a:pt x="20940" y="12204"/>
                    <a:pt x="21004" y="12222"/>
                  </a:cubicBezTo>
                  <a:cubicBezTo>
                    <a:pt x="21271" y="12269"/>
                    <a:pt x="21490" y="12395"/>
                    <a:pt x="21537" y="12692"/>
                  </a:cubicBezTo>
                  <a:cubicBezTo>
                    <a:pt x="21553" y="12739"/>
                    <a:pt x="21553" y="12771"/>
                    <a:pt x="21569" y="12802"/>
                  </a:cubicBezTo>
                  <a:cubicBezTo>
                    <a:pt x="21788" y="14808"/>
                    <a:pt x="22086" y="16815"/>
                    <a:pt x="22007" y="18837"/>
                  </a:cubicBezTo>
                  <a:cubicBezTo>
                    <a:pt x="21960" y="19652"/>
                    <a:pt x="21992" y="20483"/>
                    <a:pt x="21851" y="21298"/>
                  </a:cubicBezTo>
                  <a:cubicBezTo>
                    <a:pt x="21772" y="21846"/>
                    <a:pt x="21851" y="22410"/>
                    <a:pt x="21851" y="22975"/>
                  </a:cubicBezTo>
                  <a:cubicBezTo>
                    <a:pt x="21851" y="23116"/>
                    <a:pt x="21882" y="23273"/>
                    <a:pt x="21835" y="23414"/>
                  </a:cubicBezTo>
                  <a:cubicBezTo>
                    <a:pt x="21600" y="24417"/>
                    <a:pt x="21835" y="24432"/>
                    <a:pt x="20707" y="24636"/>
                  </a:cubicBezTo>
                  <a:cubicBezTo>
                    <a:pt x="19719" y="24809"/>
                    <a:pt x="18732" y="24997"/>
                    <a:pt x="17744" y="25169"/>
                  </a:cubicBezTo>
                  <a:cubicBezTo>
                    <a:pt x="16976" y="25310"/>
                    <a:pt x="16208" y="25514"/>
                    <a:pt x="15440" y="25624"/>
                  </a:cubicBezTo>
                  <a:cubicBezTo>
                    <a:pt x="15023" y="25682"/>
                    <a:pt x="14607" y="25722"/>
                    <a:pt x="14190" y="25722"/>
                  </a:cubicBezTo>
                  <a:cubicBezTo>
                    <a:pt x="13933" y="25722"/>
                    <a:pt x="13675" y="25707"/>
                    <a:pt x="13418" y="25671"/>
                  </a:cubicBezTo>
                  <a:cubicBezTo>
                    <a:pt x="13248" y="25640"/>
                    <a:pt x="13075" y="25629"/>
                    <a:pt x="12902" y="25629"/>
                  </a:cubicBezTo>
                  <a:cubicBezTo>
                    <a:pt x="12629" y="25629"/>
                    <a:pt x="12354" y="25658"/>
                    <a:pt x="12086" y="25686"/>
                  </a:cubicBezTo>
                  <a:cubicBezTo>
                    <a:pt x="11291" y="25795"/>
                    <a:pt x="10497" y="25821"/>
                    <a:pt x="9704" y="25821"/>
                  </a:cubicBezTo>
                  <a:cubicBezTo>
                    <a:pt x="8960" y="25821"/>
                    <a:pt x="8217" y="25798"/>
                    <a:pt x="7475" y="25798"/>
                  </a:cubicBezTo>
                  <a:cubicBezTo>
                    <a:pt x="7183" y="25798"/>
                    <a:pt x="6891" y="25802"/>
                    <a:pt x="6600" y="25812"/>
                  </a:cubicBezTo>
                  <a:cubicBezTo>
                    <a:pt x="5502" y="25561"/>
                    <a:pt x="4405" y="25310"/>
                    <a:pt x="3324" y="25044"/>
                  </a:cubicBezTo>
                  <a:cubicBezTo>
                    <a:pt x="2916" y="24950"/>
                    <a:pt x="2540" y="24793"/>
                    <a:pt x="2148" y="24668"/>
                  </a:cubicBezTo>
                  <a:cubicBezTo>
                    <a:pt x="1600" y="24479"/>
                    <a:pt x="1270" y="24150"/>
                    <a:pt x="1270" y="23523"/>
                  </a:cubicBezTo>
                  <a:cubicBezTo>
                    <a:pt x="1270" y="23006"/>
                    <a:pt x="1270" y="22489"/>
                    <a:pt x="863" y="22066"/>
                  </a:cubicBezTo>
                  <a:cubicBezTo>
                    <a:pt x="628" y="21815"/>
                    <a:pt x="659" y="21439"/>
                    <a:pt x="643" y="21094"/>
                  </a:cubicBezTo>
                  <a:cubicBezTo>
                    <a:pt x="596" y="20012"/>
                    <a:pt x="549" y="18931"/>
                    <a:pt x="502" y="17849"/>
                  </a:cubicBezTo>
                  <a:lnTo>
                    <a:pt x="455" y="17849"/>
                  </a:lnTo>
                  <a:cubicBezTo>
                    <a:pt x="455" y="17097"/>
                    <a:pt x="455" y="16345"/>
                    <a:pt x="455" y="15608"/>
                  </a:cubicBezTo>
                  <a:cubicBezTo>
                    <a:pt x="455" y="15263"/>
                    <a:pt x="455" y="14934"/>
                    <a:pt x="487" y="14589"/>
                  </a:cubicBezTo>
                  <a:cubicBezTo>
                    <a:pt x="534" y="14276"/>
                    <a:pt x="424" y="13868"/>
                    <a:pt x="769" y="13680"/>
                  </a:cubicBezTo>
                  <a:cubicBezTo>
                    <a:pt x="1100" y="13503"/>
                    <a:pt x="1471" y="13318"/>
                    <a:pt x="1831" y="13318"/>
                  </a:cubicBezTo>
                  <a:cubicBezTo>
                    <a:pt x="1982" y="13318"/>
                    <a:pt x="2130" y="13351"/>
                    <a:pt x="2274" y="13429"/>
                  </a:cubicBezTo>
                  <a:cubicBezTo>
                    <a:pt x="2704" y="13673"/>
                    <a:pt x="3135" y="13746"/>
                    <a:pt x="3567" y="13746"/>
                  </a:cubicBezTo>
                  <a:cubicBezTo>
                    <a:pt x="4079" y="13746"/>
                    <a:pt x="4592" y="13644"/>
                    <a:pt x="5111" y="13602"/>
                  </a:cubicBezTo>
                  <a:cubicBezTo>
                    <a:pt x="5267" y="13602"/>
                    <a:pt x="5408" y="13570"/>
                    <a:pt x="5549" y="13539"/>
                  </a:cubicBezTo>
                  <a:cubicBezTo>
                    <a:pt x="5770" y="13480"/>
                    <a:pt x="5988" y="13446"/>
                    <a:pt x="6203" y="13446"/>
                  </a:cubicBezTo>
                  <a:cubicBezTo>
                    <a:pt x="6506" y="13446"/>
                    <a:pt x="6801" y="13515"/>
                    <a:pt x="7086" y="13680"/>
                  </a:cubicBezTo>
                  <a:cubicBezTo>
                    <a:pt x="7251" y="13775"/>
                    <a:pt x="7444" y="13869"/>
                    <a:pt x="7637" y="13869"/>
                  </a:cubicBezTo>
                  <a:cubicBezTo>
                    <a:pt x="7699" y="13869"/>
                    <a:pt x="7761" y="13860"/>
                    <a:pt x="7822" y="13837"/>
                  </a:cubicBezTo>
                  <a:cubicBezTo>
                    <a:pt x="8155" y="13714"/>
                    <a:pt x="8483" y="13675"/>
                    <a:pt x="8811" y="13675"/>
                  </a:cubicBezTo>
                  <a:cubicBezTo>
                    <a:pt x="9071" y="13675"/>
                    <a:pt x="9331" y="13699"/>
                    <a:pt x="9593" y="13727"/>
                  </a:cubicBezTo>
                  <a:cubicBezTo>
                    <a:pt x="9614" y="13730"/>
                    <a:pt x="9634" y="13731"/>
                    <a:pt x="9655" y="13731"/>
                  </a:cubicBezTo>
                  <a:cubicBezTo>
                    <a:pt x="9749" y="13731"/>
                    <a:pt x="9849" y="13705"/>
                    <a:pt x="9938" y="13680"/>
                  </a:cubicBezTo>
                  <a:cubicBezTo>
                    <a:pt x="10367" y="13554"/>
                    <a:pt x="10795" y="13429"/>
                    <a:pt x="11233" y="13429"/>
                  </a:cubicBezTo>
                  <a:cubicBezTo>
                    <a:pt x="11452" y="13429"/>
                    <a:pt x="11673" y="13460"/>
                    <a:pt x="11898" y="13539"/>
                  </a:cubicBezTo>
                  <a:cubicBezTo>
                    <a:pt x="12791" y="13335"/>
                    <a:pt x="13700" y="13445"/>
                    <a:pt x="14594" y="13366"/>
                  </a:cubicBezTo>
                  <a:cubicBezTo>
                    <a:pt x="15221" y="13319"/>
                    <a:pt x="15847" y="13257"/>
                    <a:pt x="16490" y="13210"/>
                  </a:cubicBezTo>
                  <a:cubicBezTo>
                    <a:pt x="17086" y="13163"/>
                    <a:pt x="17666" y="13100"/>
                    <a:pt x="18167" y="12677"/>
                  </a:cubicBezTo>
                  <a:cubicBezTo>
                    <a:pt x="18253" y="12591"/>
                    <a:pt x="18405" y="12518"/>
                    <a:pt x="18526" y="12518"/>
                  </a:cubicBezTo>
                  <a:cubicBezTo>
                    <a:pt x="18537" y="12518"/>
                    <a:pt x="18548" y="12519"/>
                    <a:pt x="18559" y="12520"/>
                  </a:cubicBezTo>
                  <a:cubicBezTo>
                    <a:pt x="18584" y="12521"/>
                    <a:pt x="18608" y="12521"/>
                    <a:pt x="18633" y="12521"/>
                  </a:cubicBezTo>
                  <a:cubicBezTo>
                    <a:pt x="19327" y="12521"/>
                    <a:pt x="19993" y="12312"/>
                    <a:pt x="20660" y="12206"/>
                  </a:cubicBezTo>
                  <a:cubicBezTo>
                    <a:pt x="20705" y="12200"/>
                    <a:pt x="20753" y="12196"/>
                    <a:pt x="20802" y="12196"/>
                  </a:cubicBezTo>
                  <a:close/>
                  <a:moveTo>
                    <a:pt x="14878" y="0"/>
                  </a:moveTo>
                  <a:cubicBezTo>
                    <a:pt x="14573" y="0"/>
                    <a:pt x="14269" y="32"/>
                    <a:pt x="13967" y="122"/>
                  </a:cubicBezTo>
                  <a:cubicBezTo>
                    <a:pt x="13141" y="342"/>
                    <a:pt x="12316" y="408"/>
                    <a:pt x="11484" y="408"/>
                  </a:cubicBezTo>
                  <a:cubicBezTo>
                    <a:pt x="11194" y="408"/>
                    <a:pt x="10904" y="400"/>
                    <a:pt x="10612" y="388"/>
                  </a:cubicBezTo>
                  <a:cubicBezTo>
                    <a:pt x="10499" y="385"/>
                    <a:pt x="10387" y="383"/>
                    <a:pt x="10275" y="383"/>
                  </a:cubicBezTo>
                  <a:cubicBezTo>
                    <a:pt x="9828" y="383"/>
                    <a:pt x="9387" y="413"/>
                    <a:pt x="8935" y="513"/>
                  </a:cubicBezTo>
                  <a:cubicBezTo>
                    <a:pt x="8430" y="633"/>
                    <a:pt x="7920" y="683"/>
                    <a:pt x="7411" y="683"/>
                  </a:cubicBezTo>
                  <a:cubicBezTo>
                    <a:pt x="6988" y="683"/>
                    <a:pt x="6565" y="649"/>
                    <a:pt x="6145" y="592"/>
                  </a:cubicBezTo>
                  <a:cubicBezTo>
                    <a:pt x="5938" y="560"/>
                    <a:pt x="5739" y="538"/>
                    <a:pt x="5544" y="538"/>
                  </a:cubicBezTo>
                  <a:cubicBezTo>
                    <a:pt x="5266" y="538"/>
                    <a:pt x="4995" y="582"/>
                    <a:pt x="4719" y="702"/>
                  </a:cubicBezTo>
                  <a:cubicBezTo>
                    <a:pt x="4619" y="745"/>
                    <a:pt x="4520" y="761"/>
                    <a:pt x="4420" y="761"/>
                  </a:cubicBezTo>
                  <a:cubicBezTo>
                    <a:pt x="4269" y="761"/>
                    <a:pt x="4118" y="724"/>
                    <a:pt x="3966" y="686"/>
                  </a:cubicBezTo>
                  <a:cubicBezTo>
                    <a:pt x="3898" y="665"/>
                    <a:pt x="3836" y="655"/>
                    <a:pt x="3780" y="655"/>
                  </a:cubicBezTo>
                  <a:cubicBezTo>
                    <a:pt x="3580" y="655"/>
                    <a:pt x="3456" y="783"/>
                    <a:pt x="3371" y="1015"/>
                  </a:cubicBezTo>
                  <a:cubicBezTo>
                    <a:pt x="3261" y="1297"/>
                    <a:pt x="3324" y="1517"/>
                    <a:pt x="3496" y="1752"/>
                  </a:cubicBezTo>
                  <a:cubicBezTo>
                    <a:pt x="3825" y="2238"/>
                    <a:pt x="3872" y="2802"/>
                    <a:pt x="3904" y="3366"/>
                  </a:cubicBezTo>
                  <a:cubicBezTo>
                    <a:pt x="3919" y="3648"/>
                    <a:pt x="3794" y="3868"/>
                    <a:pt x="3496" y="3946"/>
                  </a:cubicBezTo>
                  <a:cubicBezTo>
                    <a:pt x="3167" y="4040"/>
                    <a:pt x="2838" y="4134"/>
                    <a:pt x="2524" y="4244"/>
                  </a:cubicBezTo>
                  <a:cubicBezTo>
                    <a:pt x="2132" y="4385"/>
                    <a:pt x="2054" y="4777"/>
                    <a:pt x="2430" y="4996"/>
                  </a:cubicBezTo>
                  <a:cubicBezTo>
                    <a:pt x="2822" y="5231"/>
                    <a:pt x="2916" y="5514"/>
                    <a:pt x="2838" y="5921"/>
                  </a:cubicBezTo>
                  <a:cubicBezTo>
                    <a:pt x="2775" y="6329"/>
                    <a:pt x="2697" y="6752"/>
                    <a:pt x="2728" y="7144"/>
                  </a:cubicBezTo>
                  <a:cubicBezTo>
                    <a:pt x="2791" y="7739"/>
                    <a:pt x="2556" y="8163"/>
                    <a:pt x="2179" y="8554"/>
                  </a:cubicBezTo>
                  <a:cubicBezTo>
                    <a:pt x="1647" y="9087"/>
                    <a:pt x="1192" y="9683"/>
                    <a:pt x="518" y="10059"/>
                  </a:cubicBezTo>
                  <a:cubicBezTo>
                    <a:pt x="157" y="10263"/>
                    <a:pt x="63" y="10576"/>
                    <a:pt x="79" y="11000"/>
                  </a:cubicBezTo>
                  <a:cubicBezTo>
                    <a:pt x="110" y="11893"/>
                    <a:pt x="79" y="12786"/>
                    <a:pt x="63" y="13696"/>
                  </a:cubicBezTo>
                  <a:cubicBezTo>
                    <a:pt x="63" y="14323"/>
                    <a:pt x="1" y="14965"/>
                    <a:pt x="1" y="15592"/>
                  </a:cubicBezTo>
                  <a:cubicBezTo>
                    <a:pt x="48" y="17316"/>
                    <a:pt x="110" y="19041"/>
                    <a:pt x="173" y="20765"/>
                  </a:cubicBezTo>
                  <a:cubicBezTo>
                    <a:pt x="220" y="21831"/>
                    <a:pt x="299" y="22912"/>
                    <a:pt x="534" y="23978"/>
                  </a:cubicBezTo>
                  <a:cubicBezTo>
                    <a:pt x="675" y="24605"/>
                    <a:pt x="973" y="25075"/>
                    <a:pt x="1631" y="25248"/>
                  </a:cubicBezTo>
                  <a:cubicBezTo>
                    <a:pt x="1850" y="25310"/>
                    <a:pt x="2054" y="25420"/>
                    <a:pt x="2274" y="25483"/>
                  </a:cubicBezTo>
                  <a:cubicBezTo>
                    <a:pt x="3245" y="25749"/>
                    <a:pt x="4217" y="26000"/>
                    <a:pt x="5189" y="26266"/>
                  </a:cubicBezTo>
                  <a:cubicBezTo>
                    <a:pt x="5816" y="26423"/>
                    <a:pt x="6443" y="26501"/>
                    <a:pt x="7086" y="26501"/>
                  </a:cubicBezTo>
                  <a:cubicBezTo>
                    <a:pt x="7509" y="26496"/>
                    <a:pt x="7932" y="26495"/>
                    <a:pt x="8355" y="26495"/>
                  </a:cubicBezTo>
                  <a:cubicBezTo>
                    <a:pt x="9202" y="26495"/>
                    <a:pt x="10048" y="26501"/>
                    <a:pt x="10894" y="26501"/>
                  </a:cubicBezTo>
                  <a:cubicBezTo>
                    <a:pt x="10894" y="26454"/>
                    <a:pt x="10894" y="26423"/>
                    <a:pt x="10894" y="26376"/>
                  </a:cubicBezTo>
                  <a:cubicBezTo>
                    <a:pt x="11344" y="26376"/>
                    <a:pt x="11793" y="26383"/>
                    <a:pt x="12242" y="26383"/>
                  </a:cubicBezTo>
                  <a:cubicBezTo>
                    <a:pt x="12467" y="26383"/>
                    <a:pt x="12692" y="26381"/>
                    <a:pt x="12916" y="26376"/>
                  </a:cubicBezTo>
                  <a:cubicBezTo>
                    <a:pt x="14155" y="26360"/>
                    <a:pt x="15409" y="26376"/>
                    <a:pt x="16616" y="26094"/>
                  </a:cubicBezTo>
                  <a:cubicBezTo>
                    <a:pt x="18183" y="25749"/>
                    <a:pt x="19766" y="25530"/>
                    <a:pt x="21349" y="25248"/>
                  </a:cubicBezTo>
                  <a:cubicBezTo>
                    <a:pt x="21584" y="25201"/>
                    <a:pt x="21819" y="25185"/>
                    <a:pt x="21960" y="25012"/>
                  </a:cubicBezTo>
                  <a:cubicBezTo>
                    <a:pt x="22368" y="24558"/>
                    <a:pt x="22729" y="24088"/>
                    <a:pt x="22525" y="23398"/>
                  </a:cubicBezTo>
                  <a:cubicBezTo>
                    <a:pt x="22352" y="22865"/>
                    <a:pt x="22321" y="22285"/>
                    <a:pt x="22415" y="21736"/>
                  </a:cubicBezTo>
                  <a:cubicBezTo>
                    <a:pt x="22587" y="20702"/>
                    <a:pt x="22650" y="19652"/>
                    <a:pt x="22587" y="18617"/>
                  </a:cubicBezTo>
                  <a:cubicBezTo>
                    <a:pt x="22525" y="17379"/>
                    <a:pt x="22525" y="16141"/>
                    <a:pt x="22352" y="14918"/>
                  </a:cubicBezTo>
                  <a:cubicBezTo>
                    <a:pt x="22211" y="13915"/>
                    <a:pt x="22086" y="12912"/>
                    <a:pt x="22227" y="11909"/>
                  </a:cubicBezTo>
                  <a:cubicBezTo>
                    <a:pt x="22290" y="11423"/>
                    <a:pt x="22196" y="11015"/>
                    <a:pt x="22023" y="10608"/>
                  </a:cubicBezTo>
                  <a:cubicBezTo>
                    <a:pt x="21882" y="10279"/>
                    <a:pt x="21600" y="9981"/>
                    <a:pt x="21898" y="9573"/>
                  </a:cubicBezTo>
                  <a:cubicBezTo>
                    <a:pt x="21976" y="9463"/>
                    <a:pt x="21835" y="9291"/>
                    <a:pt x="21710" y="9213"/>
                  </a:cubicBezTo>
                  <a:cubicBezTo>
                    <a:pt x="21553" y="9103"/>
                    <a:pt x="21381" y="9009"/>
                    <a:pt x="21208" y="8946"/>
                  </a:cubicBezTo>
                  <a:cubicBezTo>
                    <a:pt x="20315" y="8601"/>
                    <a:pt x="19750" y="7786"/>
                    <a:pt x="18967" y="7285"/>
                  </a:cubicBezTo>
                  <a:cubicBezTo>
                    <a:pt x="18810" y="7191"/>
                    <a:pt x="18888" y="6893"/>
                    <a:pt x="19076" y="6846"/>
                  </a:cubicBezTo>
                  <a:cubicBezTo>
                    <a:pt x="19578" y="6705"/>
                    <a:pt x="20095" y="6579"/>
                    <a:pt x="20597" y="6501"/>
                  </a:cubicBezTo>
                  <a:cubicBezTo>
                    <a:pt x="20799" y="6469"/>
                    <a:pt x="20974" y="6451"/>
                    <a:pt x="21129" y="6451"/>
                  </a:cubicBezTo>
                  <a:cubicBezTo>
                    <a:pt x="21725" y="6451"/>
                    <a:pt x="22010" y="6716"/>
                    <a:pt x="22384" y="7426"/>
                  </a:cubicBezTo>
                  <a:cubicBezTo>
                    <a:pt x="22901" y="8429"/>
                    <a:pt x="23716" y="8915"/>
                    <a:pt x="24829" y="8915"/>
                  </a:cubicBezTo>
                  <a:cubicBezTo>
                    <a:pt x="25472" y="8915"/>
                    <a:pt x="26098" y="8899"/>
                    <a:pt x="26725" y="8774"/>
                  </a:cubicBezTo>
                  <a:cubicBezTo>
                    <a:pt x="26889" y="8741"/>
                    <a:pt x="27004" y="8720"/>
                    <a:pt x="27092" y="8720"/>
                  </a:cubicBezTo>
                  <a:cubicBezTo>
                    <a:pt x="27299" y="8720"/>
                    <a:pt x="27358" y="8839"/>
                    <a:pt x="27556" y="9213"/>
                  </a:cubicBezTo>
                  <a:cubicBezTo>
                    <a:pt x="27603" y="9307"/>
                    <a:pt x="27650" y="9416"/>
                    <a:pt x="27729" y="9495"/>
                  </a:cubicBezTo>
                  <a:cubicBezTo>
                    <a:pt x="27797" y="9556"/>
                    <a:pt x="27924" y="9585"/>
                    <a:pt x="28056" y="9585"/>
                  </a:cubicBezTo>
                  <a:cubicBezTo>
                    <a:pt x="28226" y="9585"/>
                    <a:pt x="28403" y="9536"/>
                    <a:pt x="28465" y="9448"/>
                  </a:cubicBezTo>
                  <a:cubicBezTo>
                    <a:pt x="28622" y="9244"/>
                    <a:pt x="28622" y="8695"/>
                    <a:pt x="28434" y="8507"/>
                  </a:cubicBezTo>
                  <a:cubicBezTo>
                    <a:pt x="28277" y="8351"/>
                    <a:pt x="28042" y="8257"/>
                    <a:pt x="27917" y="8084"/>
                  </a:cubicBezTo>
                  <a:cubicBezTo>
                    <a:pt x="27647" y="7734"/>
                    <a:pt x="27332" y="7604"/>
                    <a:pt x="26930" y="7604"/>
                  </a:cubicBezTo>
                  <a:cubicBezTo>
                    <a:pt x="26864" y="7604"/>
                    <a:pt x="26796" y="7607"/>
                    <a:pt x="26725" y="7614"/>
                  </a:cubicBezTo>
                  <a:cubicBezTo>
                    <a:pt x="26633" y="7624"/>
                    <a:pt x="26542" y="7629"/>
                    <a:pt x="26451" y="7629"/>
                  </a:cubicBezTo>
                  <a:cubicBezTo>
                    <a:pt x="25983" y="7629"/>
                    <a:pt x="25526" y="7502"/>
                    <a:pt x="25080" y="7332"/>
                  </a:cubicBezTo>
                  <a:cubicBezTo>
                    <a:pt x="24782" y="7222"/>
                    <a:pt x="24562" y="7050"/>
                    <a:pt x="24468" y="6736"/>
                  </a:cubicBezTo>
                  <a:cubicBezTo>
                    <a:pt x="24437" y="6595"/>
                    <a:pt x="24406" y="6438"/>
                    <a:pt x="24359" y="6297"/>
                  </a:cubicBezTo>
                  <a:cubicBezTo>
                    <a:pt x="24233" y="5921"/>
                    <a:pt x="24139" y="5827"/>
                    <a:pt x="23716" y="5827"/>
                  </a:cubicBezTo>
                  <a:cubicBezTo>
                    <a:pt x="23120" y="5827"/>
                    <a:pt x="22525" y="5874"/>
                    <a:pt x="21913" y="5890"/>
                  </a:cubicBezTo>
                  <a:cubicBezTo>
                    <a:pt x="21819" y="5890"/>
                    <a:pt x="21710" y="5811"/>
                    <a:pt x="21647" y="5733"/>
                  </a:cubicBezTo>
                  <a:cubicBezTo>
                    <a:pt x="21569" y="5623"/>
                    <a:pt x="21663" y="5529"/>
                    <a:pt x="21757" y="5467"/>
                  </a:cubicBezTo>
                  <a:cubicBezTo>
                    <a:pt x="22117" y="5216"/>
                    <a:pt x="22493" y="4949"/>
                    <a:pt x="22744" y="4573"/>
                  </a:cubicBezTo>
                  <a:cubicBezTo>
                    <a:pt x="22885" y="4338"/>
                    <a:pt x="22979" y="4087"/>
                    <a:pt x="22807" y="3836"/>
                  </a:cubicBezTo>
                  <a:cubicBezTo>
                    <a:pt x="22689" y="3647"/>
                    <a:pt x="22499" y="3583"/>
                    <a:pt x="22299" y="3583"/>
                  </a:cubicBezTo>
                  <a:cubicBezTo>
                    <a:pt x="22233" y="3583"/>
                    <a:pt x="22167" y="3590"/>
                    <a:pt x="22102" y="3601"/>
                  </a:cubicBezTo>
                  <a:cubicBezTo>
                    <a:pt x="21882" y="3633"/>
                    <a:pt x="21678" y="3742"/>
                    <a:pt x="21475" y="3836"/>
                  </a:cubicBezTo>
                  <a:cubicBezTo>
                    <a:pt x="20503" y="4228"/>
                    <a:pt x="19609" y="4777"/>
                    <a:pt x="18747" y="5372"/>
                  </a:cubicBezTo>
                  <a:cubicBezTo>
                    <a:pt x="18636" y="5445"/>
                    <a:pt x="18534" y="5480"/>
                    <a:pt x="18450" y="5480"/>
                  </a:cubicBezTo>
                  <a:cubicBezTo>
                    <a:pt x="18296" y="5480"/>
                    <a:pt x="18199" y="5365"/>
                    <a:pt x="18199" y="5153"/>
                  </a:cubicBezTo>
                  <a:cubicBezTo>
                    <a:pt x="18183" y="4934"/>
                    <a:pt x="18167" y="4698"/>
                    <a:pt x="18214" y="4495"/>
                  </a:cubicBezTo>
                  <a:cubicBezTo>
                    <a:pt x="18308" y="4072"/>
                    <a:pt x="18167" y="3758"/>
                    <a:pt x="17838" y="3507"/>
                  </a:cubicBezTo>
                  <a:cubicBezTo>
                    <a:pt x="17556" y="3319"/>
                    <a:pt x="17509" y="3053"/>
                    <a:pt x="17509" y="2724"/>
                  </a:cubicBezTo>
                  <a:cubicBezTo>
                    <a:pt x="17509" y="2206"/>
                    <a:pt x="17462" y="1673"/>
                    <a:pt x="17399" y="1156"/>
                  </a:cubicBezTo>
                  <a:cubicBezTo>
                    <a:pt x="17352" y="576"/>
                    <a:pt x="17070" y="216"/>
                    <a:pt x="16521" y="153"/>
                  </a:cubicBezTo>
                  <a:cubicBezTo>
                    <a:pt x="15977" y="103"/>
                    <a:pt x="15427" y="0"/>
                    <a:pt x="1487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130;p38">
              <a:extLst>
                <a:ext uri="{FF2B5EF4-FFF2-40B4-BE49-F238E27FC236}">
                  <a16:creationId xmlns:a16="http://schemas.microsoft.com/office/drawing/2014/main" id="{6F47FD86-CE18-42F0-B3EE-16147E395E38}"/>
                </a:ext>
              </a:extLst>
            </p:cNvPr>
            <p:cNvSpPr/>
            <p:nvPr/>
          </p:nvSpPr>
          <p:spPr>
            <a:xfrm>
              <a:off x="6936825" y="3457675"/>
              <a:ext cx="56825" cy="50275"/>
            </a:xfrm>
            <a:custGeom>
              <a:avLst/>
              <a:gdLst/>
              <a:ahLst/>
              <a:cxnLst/>
              <a:rect l="l" t="t" r="r" b="b"/>
              <a:pathLst>
                <a:path w="2273" h="2011" extrusionOk="0">
                  <a:moveTo>
                    <a:pt x="1477" y="425"/>
                  </a:moveTo>
                  <a:cubicBezTo>
                    <a:pt x="1623" y="425"/>
                    <a:pt x="1729" y="490"/>
                    <a:pt x="1772" y="631"/>
                  </a:cubicBezTo>
                  <a:cubicBezTo>
                    <a:pt x="1864" y="1032"/>
                    <a:pt x="1517" y="1478"/>
                    <a:pt x="1103" y="1478"/>
                  </a:cubicBezTo>
                  <a:cubicBezTo>
                    <a:pt x="1096" y="1478"/>
                    <a:pt x="1089" y="1478"/>
                    <a:pt x="1082" y="1477"/>
                  </a:cubicBezTo>
                  <a:cubicBezTo>
                    <a:pt x="1019" y="1430"/>
                    <a:pt x="910" y="1368"/>
                    <a:pt x="878" y="1289"/>
                  </a:cubicBezTo>
                  <a:cubicBezTo>
                    <a:pt x="800" y="1117"/>
                    <a:pt x="737" y="929"/>
                    <a:pt x="878" y="772"/>
                  </a:cubicBezTo>
                  <a:cubicBezTo>
                    <a:pt x="1019" y="600"/>
                    <a:pt x="1207" y="459"/>
                    <a:pt x="1427" y="427"/>
                  </a:cubicBezTo>
                  <a:cubicBezTo>
                    <a:pt x="1444" y="426"/>
                    <a:pt x="1461" y="425"/>
                    <a:pt x="1477" y="425"/>
                  </a:cubicBezTo>
                  <a:close/>
                  <a:moveTo>
                    <a:pt x="1387" y="1"/>
                  </a:moveTo>
                  <a:cubicBezTo>
                    <a:pt x="656" y="1"/>
                    <a:pt x="173" y="396"/>
                    <a:pt x="47" y="1383"/>
                  </a:cubicBezTo>
                  <a:cubicBezTo>
                    <a:pt x="0" y="1634"/>
                    <a:pt x="142" y="1807"/>
                    <a:pt x="377" y="1901"/>
                  </a:cubicBezTo>
                  <a:cubicBezTo>
                    <a:pt x="502" y="1948"/>
                    <a:pt x="659" y="1979"/>
                    <a:pt x="737" y="2010"/>
                  </a:cubicBezTo>
                  <a:cubicBezTo>
                    <a:pt x="747" y="2011"/>
                    <a:pt x="756" y="2011"/>
                    <a:pt x="766" y="2011"/>
                  </a:cubicBezTo>
                  <a:cubicBezTo>
                    <a:pt x="1599" y="2011"/>
                    <a:pt x="2273" y="1344"/>
                    <a:pt x="2211" y="631"/>
                  </a:cubicBezTo>
                  <a:cubicBezTo>
                    <a:pt x="2195" y="302"/>
                    <a:pt x="1991" y="67"/>
                    <a:pt x="1678" y="20"/>
                  </a:cubicBezTo>
                  <a:cubicBezTo>
                    <a:pt x="1577" y="7"/>
                    <a:pt x="1480" y="1"/>
                    <a:pt x="13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131;p38">
              <a:extLst>
                <a:ext uri="{FF2B5EF4-FFF2-40B4-BE49-F238E27FC236}">
                  <a16:creationId xmlns:a16="http://schemas.microsoft.com/office/drawing/2014/main" id="{FE490CC1-BBCF-4FB0-B2F3-02E329A6BC10}"/>
                </a:ext>
              </a:extLst>
            </p:cNvPr>
            <p:cNvSpPr/>
            <p:nvPr/>
          </p:nvSpPr>
          <p:spPr>
            <a:xfrm>
              <a:off x="7093575" y="3448975"/>
              <a:ext cx="41550" cy="40225"/>
            </a:xfrm>
            <a:custGeom>
              <a:avLst/>
              <a:gdLst/>
              <a:ahLst/>
              <a:cxnLst/>
              <a:rect l="l" t="t" r="r" b="b"/>
              <a:pathLst>
                <a:path w="1662" h="1609" extrusionOk="0">
                  <a:moveTo>
                    <a:pt x="1124" y="0"/>
                  </a:moveTo>
                  <a:cubicBezTo>
                    <a:pt x="641" y="0"/>
                    <a:pt x="149" y="356"/>
                    <a:pt x="47" y="807"/>
                  </a:cubicBezTo>
                  <a:cubicBezTo>
                    <a:pt x="0" y="1042"/>
                    <a:pt x="63" y="1245"/>
                    <a:pt x="204" y="1434"/>
                  </a:cubicBezTo>
                  <a:cubicBezTo>
                    <a:pt x="303" y="1546"/>
                    <a:pt x="414" y="1608"/>
                    <a:pt x="549" y="1608"/>
                  </a:cubicBezTo>
                  <a:cubicBezTo>
                    <a:pt x="564" y="1608"/>
                    <a:pt x="580" y="1608"/>
                    <a:pt x="596" y="1606"/>
                  </a:cubicBezTo>
                  <a:cubicBezTo>
                    <a:pt x="1113" y="1559"/>
                    <a:pt x="1630" y="979"/>
                    <a:pt x="1646" y="462"/>
                  </a:cubicBezTo>
                  <a:cubicBezTo>
                    <a:pt x="1662" y="258"/>
                    <a:pt x="1458" y="23"/>
                    <a:pt x="1238" y="7"/>
                  </a:cubicBezTo>
                  <a:cubicBezTo>
                    <a:pt x="1200" y="3"/>
                    <a:pt x="1162" y="0"/>
                    <a:pt x="11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132;p38">
              <a:extLst>
                <a:ext uri="{FF2B5EF4-FFF2-40B4-BE49-F238E27FC236}">
                  <a16:creationId xmlns:a16="http://schemas.microsoft.com/office/drawing/2014/main" id="{A4A91213-A5A8-416E-B502-35219E3BA89C}"/>
                </a:ext>
              </a:extLst>
            </p:cNvPr>
            <p:cNvSpPr/>
            <p:nvPr/>
          </p:nvSpPr>
          <p:spPr>
            <a:xfrm>
              <a:off x="7217000" y="3498975"/>
              <a:ext cx="45475" cy="47825"/>
            </a:xfrm>
            <a:custGeom>
              <a:avLst/>
              <a:gdLst/>
              <a:ahLst/>
              <a:cxnLst/>
              <a:rect l="l" t="t" r="r" b="b"/>
              <a:pathLst>
                <a:path w="1819" h="1913" extrusionOk="0">
                  <a:moveTo>
                    <a:pt x="1218" y="589"/>
                  </a:moveTo>
                  <a:cubicBezTo>
                    <a:pt x="1231" y="589"/>
                    <a:pt x="1243" y="591"/>
                    <a:pt x="1255" y="593"/>
                  </a:cubicBezTo>
                  <a:cubicBezTo>
                    <a:pt x="1302" y="609"/>
                    <a:pt x="1317" y="703"/>
                    <a:pt x="1349" y="750"/>
                  </a:cubicBezTo>
                  <a:cubicBezTo>
                    <a:pt x="1364" y="985"/>
                    <a:pt x="1317" y="1189"/>
                    <a:pt x="1113" y="1314"/>
                  </a:cubicBezTo>
                  <a:cubicBezTo>
                    <a:pt x="1086" y="1333"/>
                    <a:pt x="1048" y="1340"/>
                    <a:pt x="1008" y="1340"/>
                  </a:cubicBezTo>
                  <a:cubicBezTo>
                    <a:pt x="980" y="1340"/>
                    <a:pt x="951" y="1337"/>
                    <a:pt x="925" y="1330"/>
                  </a:cubicBezTo>
                  <a:cubicBezTo>
                    <a:pt x="894" y="1330"/>
                    <a:pt x="863" y="1267"/>
                    <a:pt x="863" y="1252"/>
                  </a:cubicBezTo>
                  <a:cubicBezTo>
                    <a:pt x="925" y="1048"/>
                    <a:pt x="988" y="844"/>
                    <a:pt x="1066" y="656"/>
                  </a:cubicBezTo>
                  <a:cubicBezTo>
                    <a:pt x="1079" y="617"/>
                    <a:pt x="1156" y="589"/>
                    <a:pt x="1218" y="589"/>
                  </a:cubicBezTo>
                  <a:close/>
                  <a:moveTo>
                    <a:pt x="1226" y="0"/>
                  </a:moveTo>
                  <a:cubicBezTo>
                    <a:pt x="1064" y="0"/>
                    <a:pt x="913" y="83"/>
                    <a:pt x="769" y="186"/>
                  </a:cubicBezTo>
                  <a:cubicBezTo>
                    <a:pt x="455" y="421"/>
                    <a:pt x="267" y="750"/>
                    <a:pt x="110" y="1079"/>
                  </a:cubicBezTo>
                  <a:cubicBezTo>
                    <a:pt x="1" y="1314"/>
                    <a:pt x="79" y="1518"/>
                    <a:pt x="267" y="1691"/>
                  </a:cubicBezTo>
                  <a:cubicBezTo>
                    <a:pt x="447" y="1838"/>
                    <a:pt x="627" y="1912"/>
                    <a:pt x="804" y="1912"/>
                  </a:cubicBezTo>
                  <a:cubicBezTo>
                    <a:pt x="967" y="1912"/>
                    <a:pt x="1128" y="1850"/>
                    <a:pt x="1286" y="1722"/>
                  </a:cubicBezTo>
                  <a:cubicBezTo>
                    <a:pt x="1631" y="1440"/>
                    <a:pt x="1819" y="1095"/>
                    <a:pt x="1787" y="640"/>
                  </a:cubicBezTo>
                  <a:cubicBezTo>
                    <a:pt x="1772" y="405"/>
                    <a:pt x="1709" y="202"/>
                    <a:pt x="1490" y="76"/>
                  </a:cubicBezTo>
                  <a:cubicBezTo>
                    <a:pt x="1398" y="23"/>
                    <a:pt x="1311" y="0"/>
                    <a:pt x="122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1133;p38">
              <a:extLst>
                <a:ext uri="{FF2B5EF4-FFF2-40B4-BE49-F238E27FC236}">
                  <a16:creationId xmlns:a16="http://schemas.microsoft.com/office/drawing/2014/main" id="{4A97048A-6A76-4EF0-B648-381169B59C42}"/>
                </a:ext>
              </a:extLst>
            </p:cNvPr>
            <p:cNvSpPr/>
            <p:nvPr/>
          </p:nvSpPr>
          <p:spPr>
            <a:xfrm>
              <a:off x="6912125" y="3363375"/>
              <a:ext cx="38050" cy="27800"/>
            </a:xfrm>
            <a:custGeom>
              <a:avLst/>
              <a:gdLst/>
              <a:ahLst/>
              <a:cxnLst/>
              <a:rect l="l" t="t" r="r" b="b"/>
              <a:pathLst>
                <a:path w="1522" h="1112" extrusionOk="0">
                  <a:moveTo>
                    <a:pt x="805" y="0"/>
                  </a:moveTo>
                  <a:cubicBezTo>
                    <a:pt x="499" y="0"/>
                    <a:pt x="212" y="190"/>
                    <a:pt x="95" y="531"/>
                  </a:cubicBezTo>
                  <a:cubicBezTo>
                    <a:pt x="1" y="798"/>
                    <a:pt x="189" y="1096"/>
                    <a:pt x="456" y="1111"/>
                  </a:cubicBezTo>
                  <a:cubicBezTo>
                    <a:pt x="800" y="1111"/>
                    <a:pt x="1161" y="923"/>
                    <a:pt x="1396" y="625"/>
                  </a:cubicBezTo>
                  <a:cubicBezTo>
                    <a:pt x="1521" y="484"/>
                    <a:pt x="1459" y="328"/>
                    <a:pt x="1349" y="218"/>
                  </a:cubicBezTo>
                  <a:cubicBezTo>
                    <a:pt x="1183" y="70"/>
                    <a:pt x="991" y="0"/>
                    <a:pt x="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1134;p38">
              <a:extLst>
                <a:ext uri="{FF2B5EF4-FFF2-40B4-BE49-F238E27FC236}">
                  <a16:creationId xmlns:a16="http://schemas.microsoft.com/office/drawing/2014/main" id="{BF7A35F8-3260-4681-B381-F402209A497B}"/>
                </a:ext>
              </a:extLst>
            </p:cNvPr>
            <p:cNvSpPr/>
            <p:nvPr/>
          </p:nvSpPr>
          <p:spPr>
            <a:xfrm>
              <a:off x="7175475" y="3356250"/>
              <a:ext cx="23925" cy="24600"/>
            </a:xfrm>
            <a:custGeom>
              <a:avLst/>
              <a:gdLst/>
              <a:ahLst/>
              <a:cxnLst/>
              <a:rect l="l" t="t" r="r" b="b"/>
              <a:pathLst>
                <a:path w="957" h="984" extrusionOk="0">
                  <a:moveTo>
                    <a:pt x="452" y="1"/>
                  </a:moveTo>
                  <a:cubicBezTo>
                    <a:pt x="224" y="1"/>
                    <a:pt x="16" y="278"/>
                    <a:pt x="16" y="644"/>
                  </a:cubicBezTo>
                  <a:cubicBezTo>
                    <a:pt x="0" y="816"/>
                    <a:pt x="94" y="942"/>
                    <a:pt x="251" y="973"/>
                  </a:cubicBezTo>
                  <a:cubicBezTo>
                    <a:pt x="288" y="981"/>
                    <a:pt x="324" y="984"/>
                    <a:pt x="361" y="984"/>
                  </a:cubicBezTo>
                  <a:cubicBezTo>
                    <a:pt x="637" y="984"/>
                    <a:pt x="897" y="785"/>
                    <a:pt x="925" y="550"/>
                  </a:cubicBezTo>
                  <a:cubicBezTo>
                    <a:pt x="956" y="315"/>
                    <a:pt x="705" y="17"/>
                    <a:pt x="470" y="1"/>
                  </a:cubicBezTo>
                  <a:cubicBezTo>
                    <a:pt x="464" y="1"/>
                    <a:pt x="458" y="1"/>
                    <a:pt x="4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1135;p38">
              <a:extLst>
                <a:ext uri="{FF2B5EF4-FFF2-40B4-BE49-F238E27FC236}">
                  <a16:creationId xmlns:a16="http://schemas.microsoft.com/office/drawing/2014/main" id="{B0BCC4FD-9D88-44E3-9C3D-951D4D3A250D}"/>
                </a:ext>
              </a:extLst>
            </p:cNvPr>
            <p:cNvSpPr/>
            <p:nvPr/>
          </p:nvSpPr>
          <p:spPr>
            <a:xfrm>
              <a:off x="7342800" y="3370350"/>
              <a:ext cx="22350" cy="21275"/>
            </a:xfrm>
            <a:custGeom>
              <a:avLst/>
              <a:gdLst/>
              <a:ahLst/>
              <a:cxnLst/>
              <a:rect l="l" t="t" r="r" b="b"/>
              <a:pathLst>
                <a:path w="894" h="851" extrusionOk="0">
                  <a:moveTo>
                    <a:pt x="508" y="1"/>
                  </a:moveTo>
                  <a:cubicBezTo>
                    <a:pt x="501" y="1"/>
                    <a:pt x="493" y="1"/>
                    <a:pt x="486" y="2"/>
                  </a:cubicBezTo>
                  <a:cubicBezTo>
                    <a:pt x="204" y="17"/>
                    <a:pt x="0" y="205"/>
                    <a:pt x="0" y="488"/>
                  </a:cubicBezTo>
                  <a:cubicBezTo>
                    <a:pt x="0" y="691"/>
                    <a:pt x="110" y="817"/>
                    <a:pt x="329" y="848"/>
                  </a:cubicBezTo>
                  <a:cubicBezTo>
                    <a:pt x="342" y="850"/>
                    <a:pt x="355" y="850"/>
                    <a:pt x="368" y="850"/>
                  </a:cubicBezTo>
                  <a:cubicBezTo>
                    <a:pt x="624" y="850"/>
                    <a:pt x="894" y="568"/>
                    <a:pt x="894" y="299"/>
                  </a:cubicBezTo>
                  <a:cubicBezTo>
                    <a:pt x="879" y="164"/>
                    <a:pt x="677" y="1"/>
                    <a:pt x="5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136;p38">
              <a:extLst>
                <a:ext uri="{FF2B5EF4-FFF2-40B4-BE49-F238E27FC236}">
                  <a16:creationId xmlns:a16="http://schemas.microsoft.com/office/drawing/2014/main" id="{033E8A14-7D09-49F2-9A56-3F2A16868402}"/>
                </a:ext>
              </a:extLst>
            </p:cNvPr>
            <p:cNvSpPr/>
            <p:nvPr/>
          </p:nvSpPr>
          <p:spPr>
            <a:xfrm>
              <a:off x="7136275" y="2994975"/>
              <a:ext cx="20025" cy="18250"/>
            </a:xfrm>
            <a:custGeom>
              <a:avLst/>
              <a:gdLst/>
              <a:ahLst/>
              <a:cxnLst/>
              <a:rect l="l" t="t" r="r" b="b"/>
              <a:pathLst>
                <a:path w="801" h="730" extrusionOk="0">
                  <a:moveTo>
                    <a:pt x="471" y="1"/>
                  </a:moveTo>
                  <a:cubicBezTo>
                    <a:pt x="236" y="1"/>
                    <a:pt x="16" y="157"/>
                    <a:pt x="1" y="361"/>
                  </a:cubicBezTo>
                  <a:cubicBezTo>
                    <a:pt x="1" y="581"/>
                    <a:pt x="157" y="675"/>
                    <a:pt x="346" y="722"/>
                  </a:cubicBezTo>
                  <a:cubicBezTo>
                    <a:pt x="372" y="727"/>
                    <a:pt x="397" y="729"/>
                    <a:pt x="422" y="729"/>
                  </a:cubicBezTo>
                  <a:cubicBezTo>
                    <a:pt x="620" y="729"/>
                    <a:pt x="770" y="570"/>
                    <a:pt x="784" y="361"/>
                  </a:cubicBezTo>
                  <a:cubicBezTo>
                    <a:pt x="800" y="157"/>
                    <a:pt x="659" y="1"/>
                    <a:pt x="4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137;p38">
              <a:extLst>
                <a:ext uri="{FF2B5EF4-FFF2-40B4-BE49-F238E27FC236}">
                  <a16:creationId xmlns:a16="http://schemas.microsoft.com/office/drawing/2014/main" id="{5CDC2586-4409-498B-96CF-97F181702F0D}"/>
                </a:ext>
              </a:extLst>
            </p:cNvPr>
            <p:cNvSpPr/>
            <p:nvPr/>
          </p:nvSpPr>
          <p:spPr>
            <a:xfrm>
              <a:off x="7237025" y="2983600"/>
              <a:ext cx="16050" cy="14975"/>
            </a:xfrm>
            <a:custGeom>
              <a:avLst/>
              <a:gdLst/>
              <a:ahLst/>
              <a:cxnLst/>
              <a:rect l="l" t="t" r="r" b="b"/>
              <a:pathLst>
                <a:path w="642" h="599" extrusionOk="0">
                  <a:moveTo>
                    <a:pt x="337" y="0"/>
                  </a:moveTo>
                  <a:cubicBezTo>
                    <a:pt x="158" y="0"/>
                    <a:pt x="1" y="181"/>
                    <a:pt x="46" y="362"/>
                  </a:cubicBezTo>
                  <a:cubicBezTo>
                    <a:pt x="75" y="507"/>
                    <a:pt x="185" y="598"/>
                    <a:pt x="338" y="598"/>
                  </a:cubicBezTo>
                  <a:cubicBezTo>
                    <a:pt x="350" y="598"/>
                    <a:pt x="363" y="598"/>
                    <a:pt x="375" y="597"/>
                  </a:cubicBezTo>
                  <a:cubicBezTo>
                    <a:pt x="532" y="565"/>
                    <a:pt x="626" y="471"/>
                    <a:pt x="642" y="299"/>
                  </a:cubicBezTo>
                  <a:cubicBezTo>
                    <a:pt x="642" y="158"/>
                    <a:pt x="501" y="17"/>
                    <a:pt x="360" y="1"/>
                  </a:cubicBezTo>
                  <a:cubicBezTo>
                    <a:pt x="352" y="0"/>
                    <a:pt x="345" y="0"/>
                    <a:pt x="3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1138;p38">
              <a:extLst>
                <a:ext uri="{FF2B5EF4-FFF2-40B4-BE49-F238E27FC236}">
                  <a16:creationId xmlns:a16="http://schemas.microsoft.com/office/drawing/2014/main" id="{81F59003-C462-489C-B115-10CDDFA1C8F9}"/>
                </a:ext>
              </a:extLst>
            </p:cNvPr>
            <p:cNvSpPr/>
            <p:nvPr/>
          </p:nvSpPr>
          <p:spPr>
            <a:xfrm>
              <a:off x="7003825" y="2998150"/>
              <a:ext cx="9425" cy="7000"/>
            </a:xfrm>
            <a:custGeom>
              <a:avLst/>
              <a:gdLst/>
              <a:ahLst/>
              <a:cxnLst/>
              <a:rect l="l" t="t" r="r" b="b"/>
              <a:pathLst>
                <a:path w="377" h="280" extrusionOk="0">
                  <a:moveTo>
                    <a:pt x="168" y="1"/>
                  </a:moveTo>
                  <a:cubicBezTo>
                    <a:pt x="109" y="1"/>
                    <a:pt x="54" y="27"/>
                    <a:pt x="16" y="93"/>
                  </a:cubicBezTo>
                  <a:cubicBezTo>
                    <a:pt x="1" y="124"/>
                    <a:pt x="63" y="218"/>
                    <a:pt x="111" y="250"/>
                  </a:cubicBezTo>
                  <a:cubicBezTo>
                    <a:pt x="148" y="268"/>
                    <a:pt x="187" y="280"/>
                    <a:pt x="226" y="280"/>
                  </a:cubicBezTo>
                  <a:cubicBezTo>
                    <a:pt x="284" y="280"/>
                    <a:pt x="339" y="253"/>
                    <a:pt x="377" y="187"/>
                  </a:cubicBezTo>
                  <a:cubicBezTo>
                    <a:pt x="346" y="140"/>
                    <a:pt x="330" y="62"/>
                    <a:pt x="283" y="30"/>
                  </a:cubicBezTo>
                  <a:cubicBezTo>
                    <a:pt x="246" y="12"/>
                    <a:pt x="206" y="1"/>
                    <a:pt x="1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1139;p38">
              <a:extLst>
                <a:ext uri="{FF2B5EF4-FFF2-40B4-BE49-F238E27FC236}">
                  <a16:creationId xmlns:a16="http://schemas.microsoft.com/office/drawing/2014/main" id="{A55DCC87-CBA3-408A-9BD5-C0A876A26D00}"/>
                </a:ext>
              </a:extLst>
            </p:cNvPr>
            <p:cNvSpPr/>
            <p:nvPr/>
          </p:nvSpPr>
          <p:spPr>
            <a:xfrm>
              <a:off x="7152350" y="3141700"/>
              <a:ext cx="7075" cy="6900"/>
            </a:xfrm>
            <a:custGeom>
              <a:avLst/>
              <a:gdLst/>
              <a:ahLst/>
              <a:cxnLst/>
              <a:rect l="l" t="t" r="r" b="b"/>
              <a:pathLst>
                <a:path w="283" h="276" extrusionOk="0">
                  <a:moveTo>
                    <a:pt x="135" y="0"/>
                  </a:moveTo>
                  <a:cubicBezTo>
                    <a:pt x="65" y="0"/>
                    <a:pt x="12" y="55"/>
                    <a:pt x="0" y="135"/>
                  </a:cubicBezTo>
                  <a:cubicBezTo>
                    <a:pt x="0" y="182"/>
                    <a:pt x="63" y="229"/>
                    <a:pt x="94" y="276"/>
                  </a:cubicBezTo>
                  <a:cubicBezTo>
                    <a:pt x="157" y="260"/>
                    <a:pt x="251" y="245"/>
                    <a:pt x="267" y="198"/>
                  </a:cubicBezTo>
                  <a:cubicBezTo>
                    <a:pt x="282" y="151"/>
                    <a:pt x="251" y="41"/>
                    <a:pt x="220" y="25"/>
                  </a:cubicBezTo>
                  <a:cubicBezTo>
                    <a:pt x="190" y="8"/>
                    <a:pt x="161" y="0"/>
                    <a:pt x="1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" name="Google Shape;1156;p38">
            <a:extLst>
              <a:ext uri="{FF2B5EF4-FFF2-40B4-BE49-F238E27FC236}">
                <a16:creationId xmlns:a16="http://schemas.microsoft.com/office/drawing/2014/main" id="{0BAE9AB3-91A6-438C-A07A-2D0405CF2F51}"/>
              </a:ext>
            </a:extLst>
          </p:cNvPr>
          <p:cNvGrpSpPr/>
          <p:nvPr/>
        </p:nvGrpSpPr>
        <p:grpSpPr>
          <a:xfrm flipH="1">
            <a:off x="-1717403" y="731137"/>
            <a:ext cx="230935" cy="341547"/>
            <a:chOff x="4510355" y="4299794"/>
            <a:chExt cx="138144" cy="204299"/>
          </a:xfrm>
        </p:grpSpPr>
        <p:sp>
          <p:nvSpPr>
            <p:cNvPr id="38" name="Google Shape;1157;p38">
              <a:extLst>
                <a:ext uri="{FF2B5EF4-FFF2-40B4-BE49-F238E27FC236}">
                  <a16:creationId xmlns:a16="http://schemas.microsoft.com/office/drawing/2014/main" id="{EE2C5542-E43B-4B4D-B8E7-52A601FB94C2}"/>
                </a:ext>
              </a:extLst>
            </p:cNvPr>
            <p:cNvSpPr/>
            <p:nvPr/>
          </p:nvSpPr>
          <p:spPr>
            <a:xfrm>
              <a:off x="4510355" y="4392307"/>
              <a:ext cx="138144" cy="27946"/>
            </a:xfrm>
            <a:custGeom>
              <a:avLst/>
              <a:gdLst/>
              <a:ahLst/>
              <a:cxnLst/>
              <a:rect l="l" t="t" r="r" b="b"/>
              <a:pathLst>
                <a:path w="4523" h="915" extrusionOk="0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158;p38">
              <a:extLst>
                <a:ext uri="{FF2B5EF4-FFF2-40B4-BE49-F238E27FC236}">
                  <a16:creationId xmlns:a16="http://schemas.microsoft.com/office/drawing/2014/main" id="{9D0E428A-AC5D-431B-B86E-F24B0C6CA732}"/>
                </a:ext>
              </a:extLst>
            </p:cNvPr>
            <p:cNvSpPr/>
            <p:nvPr/>
          </p:nvSpPr>
          <p:spPr>
            <a:xfrm>
              <a:off x="4557788" y="4299794"/>
              <a:ext cx="44806" cy="204299"/>
            </a:xfrm>
            <a:custGeom>
              <a:avLst/>
              <a:gdLst/>
              <a:ahLst/>
              <a:cxnLst/>
              <a:rect l="l" t="t" r="r" b="b"/>
              <a:pathLst>
                <a:path w="1467" h="6689" extrusionOk="0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" name="Google Shape;1159;p38">
            <a:extLst>
              <a:ext uri="{FF2B5EF4-FFF2-40B4-BE49-F238E27FC236}">
                <a16:creationId xmlns:a16="http://schemas.microsoft.com/office/drawing/2014/main" id="{44361BD0-AC69-4B48-B51F-0D49A0AD9B82}"/>
              </a:ext>
            </a:extLst>
          </p:cNvPr>
          <p:cNvGrpSpPr/>
          <p:nvPr/>
        </p:nvGrpSpPr>
        <p:grpSpPr>
          <a:xfrm flipH="1">
            <a:off x="-1146835" y="374995"/>
            <a:ext cx="98389" cy="145319"/>
            <a:chOff x="4820760" y="3853535"/>
            <a:chExt cx="58855" cy="86924"/>
          </a:xfrm>
        </p:grpSpPr>
        <p:sp>
          <p:nvSpPr>
            <p:cNvPr id="41" name="Google Shape;1160;p38">
              <a:extLst>
                <a:ext uri="{FF2B5EF4-FFF2-40B4-BE49-F238E27FC236}">
                  <a16:creationId xmlns:a16="http://schemas.microsoft.com/office/drawing/2014/main" id="{E99D9261-40B8-4969-B779-C7D4C8209F91}"/>
                </a:ext>
              </a:extLst>
            </p:cNvPr>
            <p:cNvSpPr/>
            <p:nvPr/>
          </p:nvSpPr>
          <p:spPr>
            <a:xfrm>
              <a:off x="4820760" y="3892905"/>
              <a:ext cx="58855" cy="11850"/>
            </a:xfrm>
            <a:custGeom>
              <a:avLst/>
              <a:gdLst/>
              <a:ahLst/>
              <a:cxnLst/>
              <a:rect l="l" t="t" r="r" b="b"/>
              <a:pathLst>
                <a:path w="1927" h="388" extrusionOk="0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161;p38">
              <a:extLst>
                <a:ext uri="{FF2B5EF4-FFF2-40B4-BE49-F238E27FC236}">
                  <a16:creationId xmlns:a16="http://schemas.microsoft.com/office/drawing/2014/main" id="{34190396-29E4-4944-983F-C7DF7EA9444B}"/>
                </a:ext>
              </a:extLst>
            </p:cNvPr>
            <p:cNvSpPr/>
            <p:nvPr/>
          </p:nvSpPr>
          <p:spPr>
            <a:xfrm>
              <a:off x="4841254" y="3853535"/>
              <a:ext cx="19028" cy="86924"/>
            </a:xfrm>
            <a:custGeom>
              <a:avLst/>
              <a:gdLst/>
              <a:ahLst/>
              <a:cxnLst/>
              <a:rect l="l" t="t" r="r" b="b"/>
              <a:pathLst>
                <a:path w="623" h="2846" extrusionOk="0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" name="Google Shape;1162;p38">
            <a:extLst>
              <a:ext uri="{FF2B5EF4-FFF2-40B4-BE49-F238E27FC236}">
                <a16:creationId xmlns:a16="http://schemas.microsoft.com/office/drawing/2014/main" id="{F632A295-FA95-4308-B8CB-B930BADF0A64}"/>
              </a:ext>
            </a:extLst>
          </p:cNvPr>
          <p:cNvSpPr/>
          <p:nvPr/>
        </p:nvSpPr>
        <p:spPr>
          <a:xfrm flipH="1">
            <a:off x="-404253" y="527337"/>
            <a:ext cx="62188" cy="48252"/>
          </a:xfrm>
          <a:custGeom>
            <a:avLst/>
            <a:gdLst/>
            <a:ahLst/>
            <a:cxnLst/>
            <a:rect l="l" t="t" r="r" b="b"/>
            <a:pathLst>
              <a:path w="1218" h="945" extrusionOk="0">
                <a:moveTo>
                  <a:pt x="609" y="1"/>
                </a:moveTo>
                <a:cubicBezTo>
                  <a:pt x="0" y="1"/>
                  <a:pt x="0" y="945"/>
                  <a:pt x="609" y="945"/>
                </a:cubicBezTo>
                <a:cubicBezTo>
                  <a:pt x="1218" y="945"/>
                  <a:pt x="1218" y="1"/>
                  <a:pt x="60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241;p11">
            <a:extLst>
              <a:ext uri="{FF2B5EF4-FFF2-40B4-BE49-F238E27FC236}">
                <a16:creationId xmlns:a16="http://schemas.microsoft.com/office/drawing/2014/main" id="{03279B94-6F4B-4CEE-A4CD-499577BA5E18}"/>
              </a:ext>
            </a:extLst>
          </p:cNvPr>
          <p:cNvSpPr/>
          <p:nvPr/>
        </p:nvSpPr>
        <p:spPr>
          <a:xfrm rot="-5400000">
            <a:off x="-3257865" y="-259873"/>
            <a:ext cx="372144" cy="708184"/>
          </a:xfrm>
          <a:custGeom>
            <a:avLst/>
            <a:gdLst/>
            <a:ahLst/>
            <a:cxnLst/>
            <a:rect l="l" t="t" r="r" b="b"/>
            <a:pathLst>
              <a:path w="3082" h="5865" extrusionOk="0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252;p11">
            <a:extLst>
              <a:ext uri="{FF2B5EF4-FFF2-40B4-BE49-F238E27FC236}">
                <a16:creationId xmlns:a16="http://schemas.microsoft.com/office/drawing/2014/main" id="{920FADCC-6F39-46EC-BBA9-65E1B5D6FEA4}"/>
              </a:ext>
            </a:extLst>
          </p:cNvPr>
          <p:cNvSpPr/>
          <p:nvPr/>
        </p:nvSpPr>
        <p:spPr>
          <a:xfrm flipH="1">
            <a:off x="-2436529" y="485331"/>
            <a:ext cx="97111" cy="75569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1124;p38">
            <a:extLst>
              <a:ext uri="{FF2B5EF4-FFF2-40B4-BE49-F238E27FC236}">
                <a16:creationId xmlns:a16="http://schemas.microsoft.com/office/drawing/2014/main" id="{8CBFE541-004A-4E4B-998E-75D0837B3213}"/>
              </a:ext>
            </a:extLst>
          </p:cNvPr>
          <p:cNvSpPr/>
          <p:nvPr/>
        </p:nvSpPr>
        <p:spPr>
          <a:xfrm>
            <a:off x="9921895" y="5765"/>
            <a:ext cx="3475860" cy="1229918"/>
          </a:xfrm>
          <a:custGeom>
            <a:avLst/>
            <a:gdLst/>
            <a:ahLst/>
            <a:cxnLst/>
            <a:rect l="l" t="t" r="r" b="b"/>
            <a:pathLst>
              <a:path w="24392" h="8631" extrusionOk="0">
                <a:moveTo>
                  <a:pt x="22701" y="1"/>
                </a:moveTo>
                <a:cubicBezTo>
                  <a:pt x="22453" y="150"/>
                  <a:pt x="22217" y="324"/>
                  <a:pt x="21993" y="498"/>
                </a:cubicBezTo>
                <a:cubicBezTo>
                  <a:pt x="20726" y="1554"/>
                  <a:pt x="20167" y="2859"/>
                  <a:pt x="19359" y="4226"/>
                </a:cubicBezTo>
                <a:cubicBezTo>
                  <a:pt x="18738" y="5294"/>
                  <a:pt x="18626" y="6748"/>
                  <a:pt x="17222" y="7071"/>
                </a:cubicBezTo>
                <a:cubicBezTo>
                  <a:pt x="17032" y="7114"/>
                  <a:pt x="16853" y="7134"/>
                  <a:pt x="16685" y="7134"/>
                </a:cubicBezTo>
                <a:cubicBezTo>
                  <a:pt x="15241" y="7134"/>
                  <a:pt x="14540" y="5663"/>
                  <a:pt x="14029" y="4462"/>
                </a:cubicBezTo>
                <a:cubicBezTo>
                  <a:pt x="13494" y="3219"/>
                  <a:pt x="12811" y="2188"/>
                  <a:pt x="11494" y="1716"/>
                </a:cubicBezTo>
                <a:cubicBezTo>
                  <a:pt x="11104" y="1579"/>
                  <a:pt x="10709" y="1520"/>
                  <a:pt x="10315" y="1520"/>
                </a:cubicBezTo>
                <a:cubicBezTo>
                  <a:pt x="9352" y="1520"/>
                  <a:pt x="8394" y="1869"/>
                  <a:pt x="7530" y="2275"/>
                </a:cubicBezTo>
                <a:cubicBezTo>
                  <a:pt x="6490" y="2744"/>
                  <a:pt x="5552" y="3234"/>
                  <a:pt x="4504" y="3234"/>
                </a:cubicBezTo>
                <a:cubicBezTo>
                  <a:pt x="4138" y="3234"/>
                  <a:pt x="3758" y="3174"/>
                  <a:pt x="3355" y="3033"/>
                </a:cubicBezTo>
                <a:cubicBezTo>
                  <a:pt x="1914" y="2536"/>
                  <a:pt x="895" y="1467"/>
                  <a:pt x="373" y="150"/>
                </a:cubicBezTo>
                <a:cubicBezTo>
                  <a:pt x="249" y="212"/>
                  <a:pt x="125" y="262"/>
                  <a:pt x="1" y="324"/>
                </a:cubicBezTo>
                <a:cubicBezTo>
                  <a:pt x="137" y="1157"/>
                  <a:pt x="423" y="1939"/>
                  <a:pt x="995" y="2648"/>
                </a:cubicBezTo>
                <a:cubicBezTo>
                  <a:pt x="1928" y="3827"/>
                  <a:pt x="3250" y="4609"/>
                  <a:pt x="4737" y="4609"/>
                </a:cubicBezTo>
                <a:cubicBezTo>
                  <a:pt x="4972" y="4609"/>
                  <a:pt x="5212" y="4589"/>
                  <a:pt x="5455" y="4549"/>
                </a:cubicBezTo>
                <a:cubicBezTo>
                  <a:pt x="6884" y="4300"/>
                  <a:pt x="8077" y="3418"/>
                  <a:pt x="9481" y="3058"/>
                </a:cubicBezTo>
                <a:cubicBezTo>
                  <a:pt x="9751" y="2987"/>
                  <a:pt x="9999" y="2954"/>
                  <a:pt x="10229" y="2954"/>
                </a:cubicBezTo>
                <a:cubicBezTo>
                  <a:pt x="11606" y="2954"/>
                  <a:pt x="12303" y="4142"/>
                  <a:pt x="12836" y="5431"/>
                </a:cubicBezTo>
                <a:cubicBezTo>
                  <a:pt x="13407" y="6773"/>
                  <a:pt x="14091" y="7891"/>
                  <a:pt x="15520" y="8400"/>
                </a:cubicBezTo>
                <a:cubicBezTo>
                  <a:pt x="15942" y="8554"/>
                  <a:pt x="16381" y="8631"/>
                  <a:pt x="16814" y="8631"/>
                </a:cubicBezTo>
                <a:cubicBezTo>
                  <a:pt x="17849" y="8631"/>
                  <a:pt x="18851" y="8197"/>
                  <a:pt x="19508" y="7357"/>
                </a:cubicBezTo>
                <a:cubicBezTo>
                  <a:pt x="19931" y="6835"/>
                  <a:pt x="20204" y="6226"/>
                  <a:pt x="20465" y="5605"/>
                </a:cubicBezTo>
                <a:cubicBezTo>
                  <a:pt x="20763" y="4872"/>
                  <a:pt x="20800" y="4089"/>
                  <a:pt x="21148" y="3368"/>
                </a:cubicBezTo>
                <a:cubicBezTo>
                  <a:pt x="21881" y="1865"/>
                  <a:pt x="23037" y="1219"/>
                  <a:pt x="24391" y="821"/>
                </a:cubicBezTo>
                <a:lnTo>
                  <a:pt x="2270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9;p11">
            <a:extLst>
              <a:ext uri="{FF2B5EF4-FFF2-40B4-BE49-F238E27FC236}">
                <a16:creationId xmlns:a16="http://schemas.microsoft.com/office/drawing/2014/main" id="{E2F566E0-101E-4AA6-BB53-991867C8C67D}"/>
              </a:ext>
            </a:extLst>
          </p:cNvPr>
          <p:cNvSpPr/>
          <p:nvPr/>
        </p:nvSpPr>
        <p:spPr>
          <a:xfrm>
            <a:off x="10282845" y="-156685"/>
            <a:ext cx="2532367" cy="653790"/>
          </a:xfrm>
          <a:custGeom>
            <a:avLst/>
            <a:gdLst/>
            <a:ahLst/>
            <a:cxnLst/>
            <a:rect l="l" t="t" r="r" b="b"/>
            <a:pathLst>
              <a:path w="17771" h="4588" extrusionOk="0">
                <a:moveTo>
                  <a:pt x="10347" y="0"/>
                </a:moveTo>
                <a:cubicBezTo>
                  <a:pt x="9938" y="0"/>
                  <a:pt x="9531" y="49"/>
                  <a:pt x="9160" y="122"/>
                </a:cubicBezTo>
                <a:cubicBezTo>
                  <a:pt x="8069" y="330"/>
                  <a:pt x="4812" y="1448"/>
                  <a:pt x="2558" y="1448"/>
                </a:cubicBezTo>
                <a:cubicBezTo>
                  <a:pt x="1449" y="1448"/>
                  <a:pt x="584" y="1178"/>
                  <a:pt x="338" y="395"/>
                </a:cubicBezTo>
                <a:cubicBezTo>
                  <a:pt x="226" y="420"/>
                  <a:pt x="127" y="458"/>
                  <a:pt x="27" y="482"/>
                </a:cubicBezTo>
                <a:cubicBezTo>
                  <a:pt x="0" y="1861"/>
                  <a:pt x="1213" y="2276"/>
                  <a:pt x="2751" y="2276"/>
                </a:cubicBezTo>
                <a:cubicBezTo>
                  <a:pt x="4762" y="2276"/>
                  <a:pt x="7330" y="1567"/>
                  <a:pt x="8414" y="1377"/>
                </a:cubicBezTo>
                <a:cubicBezTo>
                  <a:pt x="9088" y="1262"/>
                  <a:pt x="9679" y="1064"/>
                  <a:pt x="10310" y="1064"/>
                </a:cubicBezTo>
                <a:cubicBezTo>
                  <a:pt x="10564" y="1064"/>
                  <a:pt x="10824" y="1096"/>
                  <a:pt x="11098" y="1178"/>
                </a:cubicBezTo>
                <a:cubicBezTo>
                  <a:pt x="12005" y="1439"/>
                  <a:pt x="12378" y="2334"/>
                  <a:pt x="12800" y="3067"/>
                </a:cubicBezTo>
                <a:cubicBezTo>
                  <a:pt x="13279" y="3910"/>
                  <a:pt x="13872" y="4588"/>
                  <a:pt x="14782" y="4588"/>
                </a:cubicBezTo>
                <a:cubicBezTo>
                  <a:pt x="14958" y="4588"/>
                  <a:pt x="15146" y="4563"/>
                  <a:pt x="15347" y="4508"/>
                </a:cubicBezTo>
                <a:cubicBezTo>
                  <a:pt x="16379" y="4235"/>
                  <a:pt x="16888" y="3042"/>
                  <a:pt x="17211" y="2135"/>
                </a:cubicBezTo>
                <a:cubicBezTo>
                  <a:pt x="17398" y="1638"/>
                  <a:pt x="17646" y="979"/>
                  <a:pt x="17770" y="321"/>
                </a:cubicBezTo>
                <a:cubicBezTo>
                  <a:pt x="17398" y="209"/>
                  <a:pt x="17000" y="110"/>
                  <a:pt x="16602" y="23"/>
                </a:cubicBezTo>
                <a:cubicBezTo>
                  <a:pt x="16528" y="371"/>
                  <a:pt x="16478" y="731"/>
                  <a:pt x="16391" y="1042"/>
                </a:cubicBezTo>
                <a:cubicBezTo>
                  <a:pt x="16167" y="1849"/>
                  <a:pt x="15844" y="3216"/>
                  <a:pt x="14900" y="3464"/>
                </a:cubicBezTo>
                <a:cubicBezTo>
                  <a:pt x="14859" y="3475"/>
                  <a:pt x="14817" y="3480"/>
                  <a:pt x="14776" y="3480"/>
                </a:cubicBezTo>
                <a:cubicBezTo>
                  <a:pt x="13962" y="3480"/>
                  <a:pt x="13176" y="1475"/>
                  <a:pt x="12751" y="955"/>
                </a:cubicBezTo>
                <a:cubicBezTo>
                  <a:pt x="12169" y="236"/>
                  <a:pt x="11251" y="0"/>
                  <a:pt x="1034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" name="Google Shape;1140;p38">
            <a:extLst>
              <a:ext uri="{FF2B5EF4-FFF2-40B4-BE49-F238E27FC236}">
                <a16:creationId xmlns:a16="http://schemas.microsoft.com/office/drawing/2014/main" id="{18AB87DA-5C58-4C02-9E4B-EAE01BCEC17D}"/>
              </a:ext>
            </a:extLst>
          </p:cNvPr>
          <p:cNvGrpSpPr/>
          <p:nvPr/>
        </p:nvGrpSpPr>
        <p:grpSpPr>
          <a:xfrm>
            <a:off x="8791357" y="5524812"/>
            <a:ext cx="735150" cy="424150"/>
            <a:chOff x="9589700" y="3420525"/>
            <a:chExt cx="735150" cy="424150"/>
          </a:xfrm>
        </p:grpSpPr>
        <p:sp>
          <p:nvSpPr>
            <p:cNvPr id="49" name="Google Shape;1141;p38">
              <a:extLst>
                <a:ext uri="{FF2B5EF4-FFF2-40B4-BE49-F238E27FC236}">
                  <a16:creationId xmlns:a16="http://schemas.microsoft.com/office/drawing/2014/main" id="{E554B938-281B-4953-A2D6-F48CD2BCA818}"/>
                </a:ext>
              </a:extLst>
            </p:cNvPr>
            <p:cNvSpPr/>
            <p:nvPr/>
          </p:nvSpPr>
          <p:spPr>
            <a:xfrm>
              <a:off x="9589700" y="3420525"/>
              <a:ext cx="735150" cy="424150"/>
            </a:xfrm>
            <a:custGeom>
              <a:avLst/>
              <a:gdLst/>
              <a:ahLst/>
              <a:cxnLst/>
              <a:rect l="l" t="t" r="r" b="b"/>
              <a:pathLst>
                <a:path w="29406" h="16966" extrusionOk="0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142;p38">
              <a:extLst>
                <a:ext uri="{FF2B5EF4-FFF2-40B4-BE49-F238E27FC236}">
                  <a16:creationId xmlns:a16="http://schemas.microsoft.com/office/drawing/2014/main" id="{4E9CEEBB-0A0A-4AE5-9036-B0FBDC3566A0}"/>
                </a:ext>
              </a:extLst>
            </p:cNvPr>
            <p:cNvSpPr/>
            <p:nvPr/>
          </p:nvSpPr>
          <p:spPr>
            <a:xfrm>
              <a:off x="10025050" y="3507475"/>
              <a:ext cx="107000" cy="155300"/>
            </a:xfrm>
            <a:custGeom>
              <a:avLst/>
              <a:gdLst/>
              <a:ahLst/>
              <a:cxnLst/>
              <a:rect l="l" t="t" r="r" b="b"/>
              <a:pathLst>
                <a:path w="4280" h="6212" extrusionOk="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143;p38">
              <a:extLst>
                <a:ext uri="{FF2B5EF4-FFF2-40B4-BE49-F238E27FC236}">
                  <a16:creationId xmlns:a16="http://schemas.microsoft.com/office/drawing/2014/main" id="{AE3DEA3E-141E-4574-9DB2-F3E8D6EE7EA7}"/>
                </a:ext>
              </a:extLst>
            </p:cNvPr>
            <p:cNvSpPr/>
            <p:nvPr/>
          </p:nvSpPr>
          <p:spPr>
            <a:xfrm>
              <a:off x="9764075" y="3530325"/>
              <a:ext cx="119150" cy="158800"/>
            </a:xfrm>
            <a:custGeom>
              <a:avLst/>
              <a:gdLst/>
              <a:ahLst/>
              <a:cxnLst/>
              <a:rect l="l" t="t" r="r" b="b"/>
              <a:pathLst>
                <a:path w="4766" h="6352" extrusionOk="0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144;p38">
              <a:extLst>
                <a:ext uri="{FF2B5EF4-FFF2-40B4-BE49-F238E27FC236}">
                  <a16:creationId xmlns:a16="http://schemas.microsoft.com/office/drawing/2014/main" id="{0C49E4F0-9735-425A-9AB1-2A47948ABB85}"/>
                </a:ext>
              </a:extLst>
            </p:cNvPr>
            <p:cNvSpPr/>
            <p:nvPr/>
          </p:nvSpPr>
          <p:spPr>
            <a:xfrm>
              <a:off x="9932575" y="3520100"/>
              <a:ext cx="77225" cy="135250"/>
            </a:xfrm>
            <a:custGeom>
              <a:avLst/>
              <a:gdLst/>
              <a:ahLst/>
              <a:cxnLst/>
              <a:rect l="l" t="t" r="r" b="b"/>
              <a:pathLst>
                <a:path w="3089" h="5410" extrusionOk="0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1145;p38">
              <a:extLst>
                <a:ext uri="{FF2B5EF4-FFF2-40B4-BE49-F238E27FC236}">
                  <a16:creationId xmlns:a16="http://schemas.microsoft.com/office/drawing/2014/main" id="{EDC13DD1-B34D-49A5-A22D-3EFC5AD11257}"/>
                </a:ext>
              </a:extLst>
            </p:cNvPr>
            <p:cNvSpPr/>
            <p:nvPr/>
          </p:nvSpPr>
          <p:spPr>
            <a:xfrm>
              <a:off x="9641425" y="3803025"/>
              <a:ext cx="196350" cy="7875"/>
            </a:xfrm>
            <a:custGeom>
              <a:avLst/>
              <a:gdLst/>
              <a:ahLst/>
              <a:cxnLst/>
              <a:rect l="l" t="t" r="r" b="b"/>
              <a:pathLst>
                <a:path w="7854" h="315" extrusionOk="0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1146;p38">
              <a:extLst>
                <a:ext uri="{FF2B5EF4-FFF2-40B4-BE49-F238E27FC236}">
                  <a16:creationId xmlns:a16="http://schemas.microsoft.com/office/drawing/2014/main" id="{50587A5C-5C26-45DD-A3C7-DF7DC4DF7F7A}"/>
                </a:ext>
              </a:extLst>
            </p:cNvPr>
            <p:cNvSpPr/>
            <p:nvPr/>
          </p:nvSpPr>
          <p:spPr>
            <a:xfrm>
              <a:off x="9702950" y="3780250"/>
              <a:ext cx="183425" cy="13300"/>
            </a:xfrm>
            <a:custGeom>
              <a:avLst/>
              <a:gdLst/>
              <a:ahLst/>
              <a:cxnLst/>
              <a:rect l="l" t="t" r="r" b="b"/>
              <a:pathLst>
                <a:path w="7337" h="532" extrusionOk="0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147;p38">
              <a:extLst>
                <a:ext uri="{FF2B5EF4-FFF2-40B4-BE49-F238E27FC236}">
                  <a16:creationId xmlns:a16="http://schemas.microsoft.com/office/drawing/2014/main" id="{4E439D73-4BD9-4B05-A1B2-DF9444C8744F}"/>
                </a:ext>
              </a:extLst>
            </p:cNvPr>
            <p:cNvSpPr/>
            <p:nvPr/>
          </p:nvSpPr>
          <p:spPr>
            <a:xfrm>
              <a:off x="10197075" y="3481625"/>
              <a:ext cx="51650" cy="87900"/>
            </a:xfrm>
            <a:custGeom>
              <a:avLst/>
              <a:gdLst/>
              <a:ahLst/>
              <a:cxnLst/>
              <a:rect l="l" t="t" r="r" b="b"/>
              <a:pathLst>
                <a:path w="2066" h="3516" extrusionOk="0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1148;p38">
            <a:extLst>
              <a:ext uri="{FF2B5EF4-FFF2-40B4-BE49-F238E27FC236}">
                <a16:creationId xmlns:a16="http://schemas.microsoft.com/office/drawing/2014/main" id="{ABD485F7-E886-4E7D-AED9-CE5289C8D8FF}"/>
              </a:ext>
            </a:extLst>
          </p:cNvPr>
          <p:cNvGrpSpPr/>
          <p:nvPr/>
        </p:nvGrpSpPr>
        <p:grpSpPr>
          <a:xfrm>
            <a:off x="9913107" y="4775437"/>
            <a:ext cx="483175" cy="1173525"/>
            <a:chOff x="6889800" y="1171275"/>
            <a:chExt cx="483175" cy="1173525"/>
          </a:xfrm>
        </p:grpSpPr>
        <p:sp>
          <p:nvSpPr>
            <p:cNvPr id="57" name="Google Shape;1149;p38">
              <a:extLst>
                <a:ext uri="{FF2B5EF4-FFF2-40B4-BE49-F238E27FC236}">
                  <a16:creationId xmlns:a16="http://schemas.microsoft.com/office/drawing/2014/main" id="{99115065-DB04-48A2-832D-502AEAD13619}"/>
                </a:ext>
              </a:extLst>
            </p:cNvPr>
            <p:cNvSpPr/>
            <p:nvPr/>
          </p:nvSpPr>
          <p:spPr>
            <a:xfrm>
              <a:off x="6889800" y="1171275"/>
              <a:ext cx="483175" cy="1173525"/>
            </a:xfrm>
            <a:custGeom>
              <a:avLst/>
              <a:gdLst/>
              <a:ahLst/>
              <a:cxnLst/>
              <a:rect l="l" t="t" r="r" b="b"/>
              <a:pathLst>
                <a:path w="19327" h="46941" extrusionOk="0">
                  <a:moveTo>
                    <a:pt x="9247" y="731"/>
                  </a:moveTo>
                  <a:cubicBezTo>
                    <a:pt x="9512" y="731"/>
                    <a:pt x="9806" y="760"/>
                    <a:pt x="10158" y="941"/>
                  </a:cubicBezTo>
                  <a:cubicBezTo>
                    <a:pt x="9317" y="1027"/>
                    <a:pt x="8603" y="1182"/>
                    <a:pt x="7893" y="1182"/>
                  </a:cubicBezTo>
                  <a:cubicBezTo>
                    <a:pt x="7702" y="1182"/>
                    <a:pt x="7512" y="1171"/>
                    <a:pt x="7320" y="1145"/>
                  </a:cubicBezTo>
                  <a:cubicBezTo>
                    <a:pt x="7219" y="1132"/>
                    <a:pt x="7116" y="1126"/>
                    <a:pt x="7011" y="1126"/>
                  </a:cubicBezTo>
                  <a:cubicBezTo>
                    <a:pt x="6599" y="1126"/>
                    <a:pt x="6169" y="1214"/>
                    <a:pt x="5769" y="1301"/>
                  </a:cubicBezTo>
                  <a:cubicBezTo>
                    <a:pt x="4860" y="1505"/>
                    <a:pt x="3919" y="1458"/>
                    <a:pt x="3041" y="1787"/>
                  </a:cubicBezTo>
                  <a:cubicBezTo>
                    <a:pt x="3028" y="1790"/>
                    <a:pt x="3012" y="1791"/>
                    <a:pt x="2994" y="1791"/>
                  </a:cubicBezTo>
                  <a:cubicBezTo>
                    <a:pt x="2908" y="1791"/>
                    <a:pt x="2783" y="1761"/>
                    <a:pt x="2744" y="1709"/>
                  </a:cubicBezTo>
                  <a:cubicBezTo>
                    <a:pt x="2681" y="1599"/>
                    <a:pt x="2791" y="1505"/>
                    <a:pt x="2885" y="1442"/>
                  </a:cubicBezTo>
                  <a:cubicBezTo>
                    <a:pt x="3635" y="995"/>
                    <a:pt x="4465" y="747"/>
                    <a:pt x="5325" y="747"/>
                  </a:cubicBezTo>
                  <a:cubicBezTo>
                    <a:pt x="5400" y="747"/>
                    <a:pt x="5474" y="749"/>
                    <a:pt x="5549" y="753"/>
                  </a:cubicBezTo>
                  <a:cubicBezTo>
                    <a:pt x="5902" y="768"/>
                    <a:pt x="6255" y="773"/>
                    <a:pt x="6608" y="773"/>
                  </a:cubicBezTo>
                  <a:cubicBezTo>
                    <a:pt x="7368" y="773"/>
                    <a:pt x="8128" y="748"/>
                    <a:pt x="8888" y="737"/>
                  </a:cubicBezTo>
                  <a:cubicBezTo>
                    <a:pt x="9003" y="737"/>
                    <a:pt x="9122" y="731"/>
                    <a:pt x="9247" y="731"/>
                  </a:cubicBezTo>
                  <a:close/>
                  <a:moveTo>
                    <a:pt x="10079" y="1669"/>
                  </a:moveTo>
                  <a:cubicBezTo>
                    <a:pt x="10600" y="1669"/>
                    <a:pt x="10734" y="1848"/>
                    <a:pt x="10832" y="2446"/>
                  </a:cubicBezTo>
                  <a:cubicBezTo>
                    <a:pt x="10941" y="2994"/>
                    <a:pt x="10988" y="3543"/>
                    <a:pt x="10941" y="4107"/>
                  </a:cubicBezTo>
                  <a:cubicBezTo>
                    <a:pt x="10910" y="4515"/>
                    <a:pt x="10879" y="4922"/>
                    <a:pt x="10847" y="5424"/>
                  </a:cubicBezTo>
                  <a:cubicBezTo>
                    <a:pt x="10232" y="5585"/>
                    <a:pt x="9671" y="5787"/>
                    <a:pt x="9075" y="5787"/>
                  </a:cubicBezTo>
                  <a:cubicBezTo>
                    <a:pt x="9034" y="5787"/>
                    <a:pt x="8992" y="5786"/>
                    <a:pt x="8951" y="5784"/>
                  </a:cubicBezTo>
                  <a:cubicBezTo>
                    <a:pt x="8653" y="5769"/>
                    <a:pt x="8355" y="5737"/>
                    <a:pt x="8073" y="5674"/>
                  </a:cubicBezTo>
                  <a:cubicBezTo>
                    <a:pt x="7806" y="5612"/>
                    <a:pt x="7618" y="5439"/>
                    <a:pt x="7587" y="5142"/>
                  </a:cubicBezTo>
                  <a:cubicBezTo>
                    <a:pt x="7477" y="4170"/>
                    <a:pt x="7571" y="3214"/>
                    <a:pt x="7822" y="2273"/>
                  </a:cubicBezTo>
                  <a:cubicBezTo>
                    <a:pt x="7869" y="2069"/>
                    <a:pt x="7994" y="1944"/>
                    <a:pt x="8198" y="1913"/>
                  </a:cubicBezTo>
                  <a:cubicBezTo>
                    <a:pt x="8747" y="1819"/>
                    <a:pt x="9295" y="1725"/>
                    <a:pt x="9860" y="1678"/>
                  </a:cubicBezTo>
                  <a:cubicBezTo>
                    <a:pt x="9940" y="1672"/>
                    <a:pt x="10012" y="1669"/>
                    <a:pt x="10079" y="1669"/>
                  </a:cubicBezTo>
                  <a:close/>
                  <a:moveTo>
                    <a:pt x="10661" y="6212"/>
                  </a:moveTo>
                  <a:cubicBezTo>
                    <a:pt x="11412" y="6212"/>
                    <a:pt x="11729" y="6987"/>
                    <a:pt x="11553" y="7775"/>
                  </a:cubicBezTo>
                  <a:cubicBezTo>
                    <a:pt x="11506" y="7979"/>
                    <a:pt x="11364" y="8104"/>
                    <a:pt x="11192" y="8182"/>
                  </a:cubicBezTo>
                  <a:cubicBezTo>
                    <a:pt x="10847" y="8339"/>
                    <a:pt x="10502" y="8464"/>
                    <a:pt x="10110" y="8464"/>
                  </a:cubicBezTo>
                  <a:lnTo>
                    <a:pt x="9107" y="8464"/>
                  </a:lnTo>
                  <a:cubicBezTo>
                    <a:pt x="9107" y="8480"/>
                    <a:pt x="9107" y="8512"/>
                    <a:pt x="9107" y="8527"/>
                  </a:cubicBezTo>
                  <a:cubicBezTo>
                    <a:pt x="8621" y="8496"/>
                    <a:pt x="8136" y="8496"/>
                    <a:pt x="7650" y="8433"/>
                  </a:cubicBezTo>
                  <a:cubicBezTo>
                    <a:pt x="6897" y="8339"/>
                    <a:pt x="6788" y="8167"/>
                    <a:pt x="6882" y="7399"/>
                  </a:cubicBezTo>
                  <a:cubicBezTo>
                    <a:pt x="6897" y="7352"/>
                    <a:pt x="6897" y="7320"/>
                    <a:pt x="6897" y="7273"/>
                  </a:cubicBezTo>
                  <a:cubicBezTo>
                    <a:pt x="6960" y="6866"/>
                    <a:pt x="7211" y="6615"/>
                    <a:pt x="7618" y="6521"/>
                  </a:cubicBezTo>
                  <a:cubicBezTo>
                    <a:pt x="7825" y="6482"/>
                    <a:pt x="8042" y="6454"/>
                    <a:pt x="8260" y="6454"/>
                  </a:cubicBezTo>
                  <a:cubicBezTo>
                    <a:pt x="8308" y="6454"/>
                    <a:pt x="8355" y="6455"/>
                    <a:pt x="8402" y="6458"/>
                  </a:cubicBezTo>
                  <a:cubicBezTo>
                    <a:pt x="8540" y="6465"/>
                    <a:pt x="8678" y="6469"/>
                    <a:pt x="8815" y="6469"/>
                  </a:cubicBezTo>
                  <a:cubicBezTo>
                    <a:pt x="9314" y="6469"/>
                    <a:pt x="9803" y="6418"/>
                    <a:pt x="10283" y="6270"/>
                  </a:cubicBezTo>
                  <a:cubicBezTo>
                    <a:pt x="10419" y="6230"/>
                    <a:pt x="10546" y="6212"/>
                    <a:pt x="10661" y="6212"/>
                  </a:cubicBezTo>
                  <a:close/>
                  <a:moveTo>
                    <a:pt x="12926" y="8182"/>
                  </a:moveTo>
                  <a:cubicBezTo>
                    <a:pt x="13100" y="8182"/>
                    <a:pt x="13280" y="8219"/>
                    <a:pt x="13465" y="8276"/>
                  </a:cubicBezTo>
                  <a:cubicBezTo>
                    <a:pt x="13778" y="8370"/>
                    <a:pt x="14107" y="8449"/>
                    <a:pt x="14437" y="8527"/>
                  </a:cubicBezTo>
                  <a:cubicBezTo>
                    <a:pt x="14719" y="8590"/>
                    <a:pt x="15001" y="8653"/>
                    <a:pt x="15330" y="8966"/>
                  </a:cubicBezTo>
                  <a:cubicBezTo>
                    <a:pt x="14499" y="9577"/>
                    <a:pt x="13590" y="9671"/>
                    <a:pt x="12712" y="9781"/>
                  </a:cubicBezTo>
                  <a:cubicBezTo>
                    <a:pt x="11458" y="9938"/>
                    <a:pt x="10189" y="10016"/>
                    <a:pt x="8919" y="10126"/>
                  </a:cubicBezTo>
                  <a:cubicBezTo>
                    <a:pt x="8864" y="10137"/>
                    <a:pt x="8816" y="10148"/>
                    <a:pt x="8765" y="10148"/>
                  </a:cubicBezTo>
                  <a:cubicBezTo>
                    <a:pt x="8744" y="10148"/>
                    <a:pt x="8723" y="10146"/>
                    <a:pt x="8700" y="10142"/>
                  </a:cubicBezTo>
                  <a:cubicBezTo>
                    <a:pt x="8177" y="10080"/>
                    <a:pt x="7651" y="10067"/>
                    <a:pt x="7125" y="10067"/>
                  </a:cubicBezTo>
                  <a:cubicBezTo>
                    <a:pt x="6727" y="10067"/>
                    <a:pt x="6329" y="10074"/>
                    <a:pt x="5930" y="10074"/>
                  </a:cubicBezTo>
                  <a:cubicBezTo>
                    <a:pt x="5511" y="10074"/>
                    <a:pt x="5091" y="10066"/>
                    <a:pt x="4672" y="10032"/>
                  </a:cubicBezTo>
                  <a:cubicBezTo>
                    <a:pt x="4233" y="10001"/>
                    <a:pt x="3778" y="9954"/>
                    <a:pt x="3371" y="9750"/>
                  </a:cubicBezTo>
                  <a:cubicBezTo>
                    <a:pt x="3135" y="9640"/>
                    <a:pt x="3073" y="9358"/>
                    <a:pt x="3292" y="9233"/>
                  </a:cubicBezTo>
                  <a:cubicBezTo>
                    <a:pt x="3935" y="8825"/>
                    <a:pt x="4624" y="8574"/>
                    <a:pt x="5361" y="8417"/>
                  </a:cubicBezTo>
                  <a:cubicBezTo>
                    <a:pt x="5408" y="8410"/>
                    <a:pt x="5454" y="8406"/>
                    <a:pt x="5498" y="8406"/>
                  </a:cubicBezTo>
                  <a:cubicBezTo>
                    <a:pt x="5720" y="8406"/>
                    <a:pt x="5907" y="8504"/>
                    <a:pt x="6051" y="8700"/>
                  </a:cubicBezTo>
                  <a:cubicBezTo>
                    <a:pt x="6286" y="8982"/>
                    <a:pt x="6599" y="9044"/>
                    <a:pt x="6944" y="9091"/>
                  </a:cubicBezTo>
                  <a:cubicBezTo>
                    <a:pt x="7384" y="9133"/>
                    <a:pt x="7820" y="9152"/>
                    <a:pt x="8255" y="9152"/>
                  </a:cubicBezTo>
                  <a:cubicBezTo>
                    <a:pt x="9309" y="9152"/>
                    <a:pt x="10352" y="9036"/>
                    <a:pt x="11396" y="8825"/>
                  </a:cubicBezTo>
                  <a:cubicBezTo>
                    <a:pt x="11709" y="8778"/>
                    <a:pt x="11991" y="8668"/>
                    <a:pt x="12211" y="8464"/>
                  </a:cubicBezTo>
                  <a:cubicBezTo>
                    <a:pt x="12434" y="8260"/>
                    <a:pt x="12673" y="8182"/>
                    <a:pt x="12926" y="8182"/>
                  </a:cubicBezTo>
                  <a:close/>
                  <a:moveTo>
                    <a:pt x="15601" y="9838"/>
                  </a:moveTo>
                  <a:cubicBezTo>
                    <a:pt x="15862" y="9838"/>
                    <a:pt x="15972" y="9944"/>
                    <a:pt x="16082" y="10220"/>
                  </a:cubicBezTo>
                  <a:cubicBezTo>
                    <a:pt x="16098" y="10298"/>
                    <a:pt x="16129" y="10361"/>
                    <a:pt x="16145" y="10439"/>
                  </a:cubicBezTo>
                  <a:cubicBezTo>
                    <a:pt x="16647" y="12446"/>
                    <a:pt x="16992" y="14468"/>
                    <a:pt x="17101" y="16537"/>
                  </a:cubicBezTo>
                  <a:cubicBezTo>
                    <a:pt x="17117" y="16866"/>
                    <a:pt x="17070" y="17211"/>
                    <a:pt x="17117" y="17540"/>
                  </a:cubicBezTo>
                  <a:cubicBezTo>
                    <a:pt x="17477" y="19546"/>
                    <a:pt x="17399" y="21568"/>
                    <a:pt x="17524" y="23590"/>
                  </a:cubicBezTo>
                  <a:cubicBezTo>
                    <a:pt x="17650" y="25299"/>
                    <a:pt x="17791" y="27023"/>
                    <a:pt x="17901" y="28731"/>
                  </a:cubicBezTo>
                  <a:cubicBezTo>
                    <a:pt x="17979" y="30189"/>
                    <a:pt x="18042" y="31647"/>
                    <a:pt x="18136" y="33105"/>
                  </a:cubicBezTo>
                  <a:cubicBezTo>
                    <a:pt x="18277" y="35268"/>
                    <a:pt x="18434" y="37431"/>
                    <a:pt x="18606" y="39594"/>
                  </a:cubicBezTo>
                  <a:cubicBezTo>
                    <a:pt x="18669" y="40424"/>
                    <a:pt x="18637" y="41240"/>
                    <a:pt x="18559" y="42070"/>
                  </a:cubicBezTo>
                  <a:cubicBezTo>
                    <a:pt x="18512" y="42509"/>
                    <a:pt x="18434" y="42964"/>
                    <a:pt x="18402" y="43403"/>
                  </a:cubicBezTo>
                  <a:cubicBezTo>
                    <a:pt x="18371" y="43983"/>
                    <a:pt x="18089" y="44390"/>
                    <a:pt x="17603" y="44672"/>
                  </a:cubicBezTo>
                  <a:cubicBezTo>
                    <a:pt x="17509" y="44735"/>
                    <a:pt x="17415" y="44798"/>
                    <a:pt x="17305" y="44829"/>
                  </a:cubicBezTo>
                  <a:cubicBezTo>
                    <a:pt x="16098" y="45315"/>
                    <a:pt x="14891" y="45816"/>
                    <a:pt x="13575" y="46004"/>
                  </a:cubicBezTo>
                  <a:cubicBezTo>
                    <a:pt x="12603" y="46161"/>
                    <a:pt x="11647" y="46177"/>
                    <a:pt x="10675" y="46224"/>
                  </a:cubicBezTo>
                  <a:cubicBezTo>
                    <a:pt x="10591" y="46224"/>
                    <a:pt x="10515" y="46231"/>
                    <a:pt x="10440" y="46231"/>
                  </a:cubicBezTo>
                  <a:cubicBezTo>
                    <a:pt x="10403" y="46231"/>
                    <a:pt x="10367" y="46229"/>
                    <a:pt x="10330" y="46224"/>
                  </a:cubicBezTo>
                  <a:cubicBezTo>
                    <a:pt x="8998" y="46004"/>
                    <a:pt x="7634" y="46099"/>
                    <a:pt x="6302" y="45973"/>
                  </a:cubicBezTo>
                  <a:cubicBezTo>
                    <a:pt x="5095" y="45848"/>
                    <a:pt x="3856" y="45675"/>
                    <a:pt x="2712" y="45174"/>
                  </a:cubicBezTo>
                  <a:cubicBezTo>
                    <a:pt x="2195" y="44954"/>
                    <a:pt x="1646" y="44860"/>
                    <a:pt x="1223" y="44453"/>
                  </a:cubicBezTo>
                  <a:cubicBezTo>
                    <a:pt x="925" y="44171"/>
                    <a:pt x="753" y="43873"/>
                    <a:pt x="737" y="43481"/>
                  </a:cubicBezTo>
                  <a:cubicBezTo>
                    <a:pt x="706" y="42995"/>
                    <a:pt x="643" y="42509"/>
                    <a:pt x="659" y="42023"/>
                  </a:cubicBezTo>
                  <a:cubicBezTo>
                    <a:pt x="690" y="40158"/>
                    <a:pt x="596" y="38293"/>
                    <a:pt x="753" y="36412"/>
                  </a:cubicBezTo>
                  <a:cubicBezTo>
                    <a:pt x="847" y="35409"/>
                    <a:pt x="769" y="34390"/>
                    <a:pt x="769" y="33387"/>
                  </a:cubicBezTo>
                  <a:cubicBezTo>
                    <a:pt x="737" y="30879"/>
                    <a:pt x="831" y="28371"/>
                    <a:pt x="831" y="25863"/>
                  </a:cubicBezTo>
                  <a:cubicBezTo>
                    <a:pt x="831" y="23339"/>
                    <a:pt x="1207" y="20863"/>
                    <a:pt x="1380" y="18355"/>
                  </a:cubicBezTo>
                  <a:cubicBezTo>
                    <a:pt x="1521" y="16349"/>
                    <a:pt x="1803" y="14342"/>
                    <a:pt x="2023" y="12320"/>
                  </a:cubicBezTo>
                  <a:cubicBezTo>
                    <a:pt x="2070" y="11772"/>
                    <a:pt x="2117" y="11208"/>
                    <a:pt x="2195" y="10659"/>
                  </a:cubicBezTo>
                  <a:cubicBezTo>
                    <a:pt x="2223" y="10417"/>
                    <a:pt x="2381" y="10278"/>
                    <a:pt x="2598" y="10278"/>
                  </a:cubicBezTo>
                  <a:cubicBezTo>
                    <a:pt x="2620" y="10278"/>
                    <a:pt x="2642" y="10280"/>
                    <a:pt x="2665" y="10283"/>
                  </a:cubicBezTo>
                  <a:cubicBezTo>
                    <a:pt x="2932" y="10314"/>
                    <a:pt x="3198" y="10345"/>
                    <a:pt x="3449" y="10408"/>
                  </a:cubicBezTo>
                  <a:cubicBezTo>
                    <a:pt x="4624" y="10690"/>
                    <a:pt x="5816" y="10690"/>
                    <a:pt x="7023" y="10690"/>
                  </a:cubicBezTo>
                  <a:cubicBezTo>
                    <a:pt x="8700" y="10675"/>
                    <a:pt x="10377" y="10612"/>
                    <a:pt x="12054" y="10424"/>
                  </a:cubicBezTo>
                  <a:cubicBezTo>
                    <a:pt x="13026" y="10314"/>
                    <a:pt x="13998" y="10220"/>
                    <a:pt x="14938" y="9938"/>
                  </a:cubicBezTo>
                  <a:cubicBezTo>
                    <a:pt x="15111" y="9875"/>
                    <a:pt x="15299" y="9860"/>
                    <a:pt x="15487" y="9844"/>
                  </a:cubicBezTo>
                  <a:cubicBezTo>
                    <a:pt x="15528" y="9840"/>
                    <a:pt x="15566" y="9838"/>
                    <a:pt x="15601" y="9838"/>
                  </a:cubicBezTo>
                  <a:close/>
                  <a:moveTo>
                    <a:pt x="10142" y="0"/>
                  </a:moveTo>
                  <a:cubicBezTo>
                    <a:pt x="9922" y="0"/>
                    <a:pt x="9703" y="32"/>
                    <a:pt x="9468" y="32"/>
                  </a:cubicBezTo>
                  <a:cubicBezTo>
                    <a:pt x="8759" y="54"/>
                    <a:pt x="8043" y="123"/>
                    <a:pt x="7330" y="123"/>
                  </a:cubicBezTo>
                  <a:cubicBezTo>
                    <a:pt x="7033" y="123"/>
                    <a:pt x="6737" y="111"/>
                    <a:pt x="6443" y="79"/>
                  </a:cubicBezTo>
                  <a:cubicBezTo>
                    <a:pt x="6279" y="60"/>
                    <a:pt x="6116" y="52"/>
                    <a:pt x="5954" y="52"/>
                  </a:cubicBezTo>
                  <a:cubicBezTo>
                    <a:pt x="5291" y="52"/>
                    <a:pt x="4639" y="188"/>
                    <a:pt x="3998" y="314"/>
                  </a:cubicBezTo>
                  <a:cubicBezTo>
                    <a:pt x="3324" y="439"/>
                    <a:pt x="2728" y="753"/>
                    <a:pt x="2179" y="1145"/>
                  </a:cubicBezTo>
                  <a:cubicBezTo>
                    <a:pt x="1709" y="1474"/>
                    <a:pt x="1756" y="2383"/>
                    <a:pt x="2226" y="2712"/>
                  </a:cubicBezTo>
                  <a:cubicBezTo>
                    <a:pt x="2291" y="2751"/>
                    <a:pt x="2398" y="2779"/>
                    <a:pt x="2486" y="2779"/>
                  </a:cubicBezTo>
                  <a:cubicBezTo>
                    <a:pt x="2505" y="2779"/>
                    <a:pt x="2523" y="2777"/>
                    <a:pt x="2540" y="2775"/>
                  </a:cubicBezTo>
                  <a:cubicBezTo>
                    <a:pt x="2681" y="2759"/>
                    <a:pt x="2822" y="2696"/>
                    <a:pt x="2963" y="2634"/>
                  </a:cubicBezTo>
                  <a:cubicBezTo>
                    <a:pt x="4013" y="2054"/>
                    <a:pt x="5204" y="2101"/>
                    <a:pt x="6349" y="1944"/>
                  </a:cubicBezTo>
                  <a:cubicBezTo>
                    <a:pt x="6397" y="1938"/>
                    <a:pt x="6442" y="1934"/>
                    <a:pt x="6485" y="1934"/>
                  </a:cubicBezTo>
                  <a:cubicBezTo>
                    <a:pt x="6862" y="1934"/>
                    <a:pt x="7043" y="2178"/>
                    <a:pt x="7085" y="2587"/>
                  </a:cubicBezTo>
                  <a:cubicBezTo>
                    <a:pt x="7085" y="2696"/>
                    <a:pt x="7085" y="2806"/>
                    <a:pt x="7085" y="2916"/>
                  </a:cubicBezTo>
                  <a:cubicBezTo>
                    <a:pt x="7038" y="3668"/>
                    <a:pt x="6976" y="4405"/>
                    <a:pt x="6929" y="5157"/>
                  </a:cubicBezTo>
                  <a:cubicBezTo>
                    <a:pt x="6913" y="5392"/>
                    <a:pt x="6866" y="5612"/>
                    <a:pt x="6662" y="5753"/>
                  </a:cubicBezTo>
                  <a:cubicBezTo>
                    <a:pt x="6333" y="6004"/>
                    <a:pt x="6255" y="6333"/>
                    <a:pt x="6223" y="6740"/>
                  </a:cubicBezTo>
                  <a:cubicBezTo>
                    <a:pt x="6161" y="7649"/>
                    <a:pt x="6129" y="7712"/>
                    <a:pt x="5283" y="7822"/>
                  </a:cubicBezTo>
                  <a:cubicBezTo>
                    <a:pt x="4421" y="7947"/>
                    <a:pt x="3653" y="8355"/>
                    <a:pt x="2838" y="8637"/>
                  </a:cubicBezTo>
                  <a:cubicBezTo>
                    <a:pt x="1866" y="8982"/>
                    <a:pt x="1584" y="9703"/>
                    <a:pt x="1505" y="10612"/>
                  </a:cubicBezTo>
                  <a:cubicBezTo>
                    <a:pt x="1490" y="10800"/>
                    <a:pt x="1490" y="10988"/>
                    <a:pt x="1490" y="11176"/>
                  </a:cubicBezTo>
                  <a:cubicBezTo>
                    <a:pt x="1474" y="12524"/>
                    <a:pt x="1286" y="13856"/>
                    <a:pt x="1113" y="15204"/>
                  </a:cubicBezTo>
                  <a:cubicBezTo>
                    <a:pt x="957" y="16380"/>
                    <a:pt x="784" y="17571"/>
                    <a:pt x="800" y="18778"/>
                  </a:cubicBezTo>
                  <a:cubicBezTo>
                    <a:pt x="816" y="19405"/>
                    <a:pt x="722" y="20048"/>
                    <a:pt x="659" y="20675"/>
                  </a:cubicBezTo>
                  <a:cubicBezTo>
                    <a:pt x="471" y="22462"/>
                    <a:pt x="251" y="24249"/>
                    <a:pt x="377" y="26051"/>
                  </a:cubicBezTo>
                  <a:cubicBezTo>
                    <a:pt x="408" y="26537"/>
                    <a:pt x="361" y="27039"/>
                    <a:pt x="298" y="27509"/>
                  </a:cubicBezTo>
                  <a:cubicBezTo>
                    <a:pt x="126" y="28747"/>
                    <a:pt x="157" y="29970"/>
                    <a:pt x="204" y="31208"/>
                  </a:cubicBezTo>
                  <a:cubicBezTo>
                    <a:pt x="251" y="32854"/>
                    <a:pt x="204" y="34500"/>
                    <a:pt x="204" y="36145"/>
                  </a:cubicBezTo>
                  <a:lnTo>
                    <a:pt x="173" y="36145"/>
                  </a:lnTo>
                  <a:cubicBezTo>
                    <a:pt x="142" y="38214"/>
                    <a:pt x="110" y="40268"/>
                    <a:pt x="95" y="42321"/>
                  </a:cubicBezTo>
                  <a:cubicBezTo>
                    <a:pt x="95" y="42917"/>
                    <a:pt x="1" y="43528"/>
                    <a:pt x="110" y="44124"/>
                  </a:cubicBezTo>
                  <a:cubicBezTo>
                    <a:pt x="142" y="44312"/>
                    <a:pt x="189" y="44500"/>
                    <a:pt x="361" y="44609"/>
                  </a:cubicBezTo>
                  <a:cubicBezTo>
                    <a:pt x="1082" y="45048"/>
                    <a:pt x="1709" y="45644"/>
                    <a:pt x="2540" y="45942"/>
                  </a:cubicBezTo>
                  <a:cubicBezTo>
                    <a:pt x="3543" y="46287"/>
                    <a:pt x="4593" y="46396"/>
                    <a:pt x="5596" y="46663"/>
                  </a:cubicBezTo>
                  <a:cubicBezTo>
                    <a:pt x="6035" y="46788"/>
                    <a:pt x="6474" y="46804"/>
                    <a:pt x="6929" y="46804"/>
                  </a:cubicBezTo>
                  <a:cubicBezTo>
                    <a:pt x="7085" y="46801"/>
                    <a:pt x="7240" y="46800"/>
                    <a:pt x="7395" y="46800"/>
                  </a:cubicBezTo>
                  <a:cubicBezTo>
                    <a:pt x="8144" y="46800"/>
                    <a:pt x="8884" y="46830"/>
                    <a:pt x="9625" y="46882"/>
                  </a:cubicBezTo>
                  <a:cubicBezTo>
                    <a:pt x="10202" y="46916"/>
                    <a:pt x="10779" y="46941"/>
                    <a:pt x="11354" y="46941"/>
                  </a:cubicBezTo>
                  <a:cubicBezTo>
                    <a:pt x="12903" y="46941"/>
                    <a:pt x="14436" y="46761"/>
                    <a:pt x="15910" y="46099"/>
                  </a:cubicBezTo>
                  <a:cubicBezTo>
                    <a:pt x="16176" y="45973"/>
                    <a:pt x="16474" y="45895"/>
                    <a:pt x="16756" y="45832"/>
                  </a:cubicBezTo>
                  <a:cubicBezTo>
                    <a:pt x="17368" y="45738"/>
                    <a:pt x="17869" y="45440"/>
                    <a:pt x="18340" y="45048"/>
                  </a:cubicBezTo>
                  <a:cubicBezTo>
                    <a:pt x="18622" y="44813"/>
                    <a:pt x="18794" y="44594"/>
                    <a:pt x="18857" y="44233"/>
                  </a:cubicBezTo>
                  <a:cubicBezTo>
                    <a:pt x="19092" y="42635"/>
                    <a:pt x="19327" y="41036"/>
                    <a:pt x="19092" y="39421"/>
                  </a:cubicBezTo>
                  <a:cubicBezTo>
                    <a:pt x="19029" y="38982"/>
                    <a:pt x="19014" y="38528"/>
                    <a:pt x="18982" y="38073"/>
                  </a:cubicBezTo>
                  <a:cubicBezTo>
                    <a:pt x="18778" y="34719"/>
                    <a:pt x="18590" y="31349"/>
                    <a:pt x="18387" y="27995"/>
                  </a:cubicBezTo>
                  <a:cubicBezTo>
                    <a:pt x="18230" y="25189"/>
                    <a:pt x="18073" y="22383"/>
                    <a:pt x="17901" y="19578"/>
                  </a:cubicBezTo>
                  <a:cubicBezTo>
                    <a:pt x="17885" y="19201"/>
                    <a:pt x="17822" y="18841"/>
                    <a:pt x="17775" y="18465"/>
                  </a:cubicBezTo>
                  <a:cubicBezTo>
                    <a:pt x="17728" y="18026"/>
                    <a:pt x="17650" y="17571"/>
                    <a:pt x="17650" y="17132"/>
                  </a:cubicBezTo>
                  <a:cubicBezTo>
                    <a:pt x="17650" y="15878"/>
                    <a:pt x="17524" y="14672"/>
                    <a:pt x="17258" y="13449"/>
                  </a:cubicBezTo>
                  <a:cubicBezTo>
                    <a:pt x="17023" y="12320"/>
                    <a:pt x="16803" y="11176"/>
                    <a:pt x="16647" y="10016"/>
                  </a:cubicBezTo>
                  <a:cubicBezTo>
                    <a:pt x="16568" y="9468"/>
                    <a:pt x="16380" y="9029"/>
                    <a:pt x="16004" y="8637"/>
                  </a:cubicBezTo>
                  <a:cubicBezTo>
                    <a:pt x="15597" y="8229"/>
                    <a:pt x="15173" y="7900"/>
                    <a:pt x="14578" y="7806"/>
                  </a:cubicBezTo>
                  <a:cubicBezTo>
                    <a:pt x="14092" y="7712"/>
                    <a:pt x="13622" y="7587"/>
                    <a:pt x="13151" y="7477"/>
                  </a:cubicBezTo>
                  <a:cubicBezTo>
                    <a:pt x="12665" y="7367"/>
                    <a:pt x="12352" y="7101"/>
                    <a:pt x="12274" y="6599"/>
                  </a:cubicBezTo>
                  <a:cubicBezTo>
                    <a:pt x="12227" y="6301"/>
                    <a:pt x="12211" y="5941"/>
                    <a:pt x="11944" y="5784"/>
                  </a:cubicBezTo>
                  <a:cubicBezTo>
                    <a:pt x="11506" y="5518"/>
                    <a:pt x="11521" y="5095"/>
                    <a:pt x="11490" y="4703"/>
                  </a:cubicBezTo>
                  <a:cubicBezTo>
                    <a:pt x="11458" y="4076"/>
                    <a:pt x="11474" y="3433"/>
                    <a:pt x="11474" y="2806"/>
                  </a:cubicBezTo>
                  <a:cubicBezTo>
                    <a:pt x="11458" y="2602"/>
                    <a:pt x="11600" y="2461"/>
                    <a:pt x="11662" y="2289"/>
                  </a:cubicBezTo>
                  <a:cubicBezTo>
                    <a:pt x="12117" y="972"/>
                    <a:pt x="11568" y="47"/>
                    <a:pt x="1014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1150;p38">
              <a:extLst>
                <a:ext uri="{FF2B5EF4-FFF2-40B4-BE49-F238E27FC236}">
                  <a16:creationId xmlns:a16="http://schemas.microsoft.com/office/drawing/2014/main" id="{34B9A927-3D65-4B54-ABEE-8CA131636177}"/>
                </a:ext>
              </a:extLst>
            </p:cNvPr>
            <p:cNvSpPr/>
            <p:nvPr/>
          </p:nvSpPr>
          <p:spPr>
            <a:xfrm>
              <a:off x="6912550" y="1665350"/>
              <a:ext cx="426100" cy="30900"/>
            </a:xfrm>
            <a:custGeom>
              <a:avLst/>
              <a:gdLst/>
              <a:ahLst/>
              <a:cxnLst/>
              <a:rect l="l" t="t" r="r" b="b"/>
              <a:pathLst>
                <a:path w="17044" h="1236" extrusionOk="0">
                  <a:moveTo>
                    <a:pt x="16736" y="1"/>
                  </a:moveTo>
                  <a:cubicBezTo>
                    <a:pt x="16727" y="1"/>
                    <a:pt x="16718" y="1"/>
                    <a:pt x="16708" y="3"/>
                  </a:cubicBezTo>
                  <a:cubicBezTo>
                    <a:pt x="13441" y="558"/>
                    <a:pt x="10134" y="848"/>
                    <a:pt x="6828" y="848"/>
                  </a:cubicBezTo>
                  <a:cubicBezTo>
                    <a:pt x="4631" y="848"/>
                    <a:pt x="2434" y="720"/>
                    <a:pt x="250" y="457"/>
                  </a:cubicBezTo>
                  <a:cubicBezTo>
                    <a:pt x="241" y="456"/>
                    <a:pt x="232" y="455"/>
                    <a:pt x="223" y="455"/>
                  </a:cubicBezTo>
                  <a:cubicBezTo>
                    <a:pt x="0" y="455"/>
                    <a:pt x="9" y="819"/>
                    <a:pt x="250" y="849"/>
                  </a:cubicBezTo>
                  <a:cubicBezTo>
                    <a:pt x="2430" y="1110"/>
                    <a:pt x="4621" y="1235"/>
                    <a:pt x="6813" y="1235"/>
                  </a:cubicBezTo>
                  <a:cubicBezTo>
                    <a:pt x="10155" y="1235"/>
                    <a:pt x="13499" y="944"/>
                    <a:pt x="16803" y="395"/>
                  </a:cubicBezTo>
                  <a:cubicBezTo>
                    <a:pt x="17043" y="349"/>
                    <a:pt x="16952" y="1"/>
                    <a:pt x="167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1151;p38">
              <a:extLst>
                <a:ext uri="{FF2B5EF4-FFF2-40B4-BE49-F238E27FC236}">
                  <a16:creationId xmlns:a16="http://schemas.microsoft.com/office/drawing/2014/main" id="{30226565-AD75-45DE-9322-E909168D6AB8}"/>
                </a:ext>
              </a:extLst>
            </p:cNvPr>
            <p:cNvSpPr/>
            <p:nvPr/>
          </p:nvSpPr>
          <p:spPr>
            <a:xfrm>
              <a:off x="6899375" y="1913575"/>
              <a:ext cx="454050" cy="48350"/>
            </a:xfrm>
            <a:custGeom>
              <a:avLst/>
              <a:gdLst/>
              <a:ahLst/>
              <a:cxnLst/>
              <a:rect l="l" t="t" r="r" b="b"/>
              <a:pathLst>
                <a:path w="18162" h="1934" extrusionOk="0">
                  <a:moveTo>
                    <a:pt x="260" y="1"/>
                  </a:moveTo>
                  <a:cubicBezTo>
                    <a:pt x="70" y="1"/>
                    <a:pt x="0" y="316"/>
                    <a:pt x="213" y="387"/>
                  </a:cubicBezTo>
                  <a:cubicBezTo>
                    <a:pt x="3615" y="1413"/>
                    <a:pt x="7167" y="1934"/>
                    <a:pt x="10717" y="1934"/>
                  </a:cubicBezTo>
                  <a:cubicBezTo>
                    <a:pt x="13137" y="1934"/>
                    <a:pt x="15555" y="1692"/>
                    <a:pt x="17925" y="1202"/>
                  </a:cubicBezTo>
                  <a:cubicBezTo>
                    <a:pt x="18161" y="1158"/>
                    <a:pt x="18078" y="822"/>
                    <a:pt x="17871" y="822"/>
                  </a:cubicBezTo>
                  <a:cubicBezTo>
                    <a:pt x="17858" y="822"/>
                    <a:pt x="17845" y="824"/>
                    <a:pt x="17831" y="826"/>
                  </a:cubicBezTo>
                  <a:cubicBezTo>
                    <a:pt x="15493" y="1308"/>
                    <a:pt x="13106" y="1546"/>
                    <a:pt x="10719" y="1546"/>
                  </a:cubicBezTo>
                  <a:cubicBezTo>
                    <a:pt x="7201" y="1546"/>
                    <a:pt x="3684" y="1029"/>
                    <a:pt x="323" y="11"/>
                  </a:cubicBezTo>
                  <a:cubicBezTo>
                    <a:pt x="301" y="4"/>
                    <a:pt x="280" y="1"/>
                    <a:pt x="2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1152;p38">
              <a:extLst>
                <a:ext uri="{FF2B5EF4-FFF2-40B4-BE49-F238E27FC236}">
                  <a16:creationId xmlns:a16="http://schemas.microsoft.com/office/drawing/2014/main" id="{7310DC32-2241-4A00-B83A-08C3A8595C4E}"/>
                </a:ext>
              </a:extLst>
            </p:cNvPr>
            <p:cNvSpPr/>
            <p:nvPr/>
          </p:nvSpPr>
          <p:spPr>
            <a:xfrm>
              <a:off x="7037325" y="1754975"/>
              <a:ext cx="249325" cy="30500"/>
            </a:xfrm>
            <a:custGeom>
              <a:avLst/>
              <a:gdLst/>
              <a:ahLst/>
              <a:cxnLst/>
              <a:rect l="l" t="t" r="r" b="b"/>
              <a:pathLst>
                <a:path w="9973" h="1220" extrusionOk="0">
                  <a:moveTo>
                    <a:pt x="7552" y="1"/>
                  </a:moveTo>
                  <a:cubicBezTo>
                    <a:pt x="7453" y="1"/>
                    <a:pt x="7352" y="12"/>
                    <a:pt x="7250" y="38"/>
                  </a:cubicBezTo>
                  <a:cubicBezTo>
                    <a:pt x="6874" y="132"/>
                    <a:pt x="6592" y="383"/>
                    <a:pt x="6263" y="556"/>
                  </a:cubicBezTo>
                  <a:cubicBezTo>
                    <a:pt x="6067" y="667"/>
                    <a:pt x="5896" y="715"/>
                    <a:pt x="5734" y="715"/>
                  </a:cubicBezTo>
                  <a:cubicBezTo>
                    <a:pt x="5442" y="715"/>
                    <a:pt x="5181" y="558"/>
                    <a:pt x="4868" y="336"/>
                  </a:cubicBezTo>
                  <a:cubicBezTo>
                    <a:pt x="4549" y="115"/>
                    <a:pt x="4246" y="9"/>
                    <a:pt x="3929" y="9"/>
                  </a:cubicBezTo>
                  <a:cubicBezTo>
                    <a:pt x="3685" y="9"/>
                    <a:pt x="3433" y="72"/>
                    <a:pt x="3159" y="195"/>
                  </a:cubicBezTo>
                  <a:cubicBezTo>
                    <a:pt x="2752" y="383"/>
                    <a:pt x="2360" y="665"/>
                    <a:pt x="1921" y="744"/>
                  </a:cubicBezTo>
                  <a:cubicBezTo>
                    <a:pt x="1811" y="765"/>
                    <a:pt x="1704" y="775"/>
                    <a:pt x="1601" y="775"/>
                  </a:cubicBezTo>
                  <a:cubicBezTo>
                    <a:pt x="1087" y="775"/>
                    <a:pt x="656" y="527"/>
                    <a:pt x="291" y="148"/>
                  </a:cubicBezTo>
                  <a:cubicBezTo>
                    <a:pt x="263" y="121"/>
                    <a:pt x="230" y="109"/>
                    <a:pt x="197" y="109"/>
                  </a:cubicBezTo>
                  <a:cubicBezTo>
                    <a:pt x="98" y="109"/>
                    <a:pt x="1" y="215"/>
                    <a:pt x="71" y="321"/>
                  </a:cubicBezTo>
                  <a:cubicBezTo>
                    <a:pt x="434" y="852"/>
                    <a:pt x="1065" y="1180"/>
                    <a:pt x="1716" y="1180"/>
                  </a:cubicBezTo>
                  <a:cubicBezTo>
                    <a:pt x="1852" y="1180"/>
                    <a:pt x="1989" y="1165"/>
                    <a:pt x="2125" y="1136"/>
                  </a:cubicBezTo>
                  <a:cubicBezTo>
                    <a:pt x="2595" y="1026"/>
                    <a:pt x="2987" y="728"/>
                    <a:pt x="3441" y="556"/>
                  </a:cubicBezTo>
                  <a:cubicBezTo>
                    <a:pt x="3600" y="494"/>
                    <a:pt x="3739" y="468"/>
                    <a:pt x="3866" y="468"/>
                  </a:cubicBezTo>
                  <a:cubicBezTo>
                    <a:pt x="4352" y="468"/>
                    <a:pt x="4653" y="852"/>
                    <a:pt x="5150" y="1089"/>
                  </a:cubicBezTo>
                  <a:cubicBezTo>
                    <a:pt x="5336" y="1181"/>
                    <a:pt x="5504" y="1219"/>
                    <a:pt x="5662" y="1219"/>
                  </a:cubicBezTo>
                  <a:cubicBezTo>
                    <a:pt x="6277" y="1219"/>
                    <a:pt x="6727" y="643"/>
                    <a:pt x="7376" y="493"/>
                  </a:cubicBezTo>
                  <a:cubicBezTo>
                    <a:pt x="7434" y="482"/>
                    <a:pt x="7494" y="477"/>
                    <a:pt x="7555" y="477"/>
                  </a:cubicBezTo>
                  <a:cubicBezTo>
                    <a:pt x="8073" y="477"/>
                    <a:pt x="8666" y="842"/>
                    <a:pt x="9177" y="842"/>
                  </a:cubicBezTo>
                  <a:cubicBezTo>
                    <a:pt x="9442" y="842"/>
                    <a:pt x="9685" y="744"/>
                    <a:pt x="9884" y="446"/>
                  </a:cubicBezTo>
                  <a:cubicBezTo>
                    <a:pt x="9973" y="318"/>
                    <a:pt x="9854" y="170"/>
                    <a:pt x="9723" y="170"/>
                  </a:cubicBezTo>
                  <a:cubicBezTo>
                    <a:pt x="9693" y="170"/>
                    <a:pt x="9662" y="178"/>
                    <a:pt x="9633" y="195"/>
                  </a:cubicBezTo>
                  <a:cubicBezTo>
                    <a:pt x="9456" y="296"/>
                    <a:pt x="9282" y="333"/>
                    <a:pt x="9109" y="333"/>
                  </a:cubicBezTo>
                  <a:cubicBezTo>
                    <a:pt x="8596" y="333"/>
                    <a:pt x="8093" y="1"/>
                    <a:pt x="75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1153;p38">
              <a:extLst>
                <a:ext uri="{FF2B5EF4-FFF2-40B4-BE49-F238E27FC236}">
                  <a16:creationId xmlns:a16="http://schemas.microsoft.com/office/drawing/2014/main" id="{F538A7B7-E73F-4701-A60E-371BE4876475}"/>
                </a:ext>
              </a:extLst>
            </p:cNvPr>
            <p:cNvSpPr/>
            <p:nvPr/>
          </p:nvSpPr>
          <p:spPr>
            <a:xfrm>
              <a:off x="7127075" y="1826375"/>
              <a:ext cx="160875" cy="34600"/>
            </a:xfrm>
            <a:custGeom>
              <a:avLst/>
              <a:gdLst/>
              <a:ahLst/>
              <a:cxnLst/>
              <a:rect l="l" t="t" r="r" b="b"/>
              <a:pathLst>
                <a:path w="6435" h="1384" extrusionOk="0">
                  <a:moveTo>
                    <a:pt x="5822" y="0"/>
                  </a:moveTo>
                  <a:cubicBezTo>
                    <a:pt x="5426" y="0"/>
                    <a:pt x="5033" y="91"/>
                    <a:pt x="4648" y="208"/>
                  </a:cubicBezTo>
                  <a:cubicBezTo>
                    <a:pt x="4141" y="368"/>
                    <a:pt x="3543" y="834"/>
                    <a:pt x="2999" y="834"/>
                  </a:cubicBezTo>
                  <a:cubicBezTo>
                    <a:pt x="2904" y="834"/>
                    <a:pt x="2811" y="820"/>
                    <a:pt x="2720" y="788"/>
                  </a:cubicBezTo>
                  <a:cubicBezTo>
                    <a:pt x="2297" y="631"/>
                    <a:pt x="1967" y="411"/>
                    <a:pt x="1497" y="396"/>
                  </a:cubicBezTo>
                  <a:cubicBezTo>
                    <a:pt x="1451" y="393"/>
                    <a:pt x="1404" y="391"/>
                    <a:pt x="1358" y="391"/>
                  </a:cubicBezTo>
                  <a:cubicBezTo>
                    <a:pt x="908" y="391"/>
                    <a:pt x="483" y="527"/>
                    <a:pt x="71" y="741"/>
                  </a:cubicBezTo>
                  <a:cubicBezTo>
                    <a:pt x="0" y="783"/>
                    <a:pt x="44" y="902"/>
                    <a:pt x="123" y="902"/>
                  </a:cubicBezTo>
                  <a:cubicBezTo>
                    <a:pt x="131" y="902"/>
                    <a:pt x="140" y="900"/>
                    <a:pt x="149" y="897"/>
                  </a:cubicBezTo>
                  <a:cubicBezTo>
                    <a:pt x="440" y="777"/>
                    <a:pt x="750" y="717"/>
                    <a:pt x="1063" y="717"/>
                  </a:cubicBezTo>
                  <a:cubicBezTo>
                    <a:pt x="1440" y="717"/>
                    <a:pt x="1820" y="804"/>
                    <a:pt x="2171" y="976"/>
                  </a:cubicBezTo>
                  <a:cubicBezTo>
                    <a:pt x="2461" y="1128"/>
                    <a:pt x="2720" y="1384"/>
                    <a:pt x="3080" y="1384"/>
                  </a:cubicBezTo>
                  <a:cubicBezTo>
                    <a:pt x="3090" y="1384"/>
                    <a:pt x="3101" y="1384"/>
                    <a:pt x="3112" y="1383"/>
                  </a:cubicBezTo>
                  <a:cubicBezTo>
                    <a:pt x="3582" y="1352"/>
                    <a:pt x="4036" y="960"/>
                    <a:pt x="4460" y="803"/>
                  </a:cubicBezTo>
                  <a:cubicBezTo>
                    <a:pt x="5040" y="599"/>
                    <a:pt x="5635" y="584"/>
                    <a:pt x="6231" y="443"/>
                  </a:cubicBezTo>
                  <a:cubicBezTo>
                    <a:pt x="6419" y="396"/>
                    <a:pt x="6435" y="67"/>
                    <a:pt x="6231" y="35"/>
                  </a:cubicBezTo>
                  <a:cubicBezTo>
                    <a:pt x="6094" y="11"/>
                    <a:pt x="5958" y="0"/>
                    <a:pt x="58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1154;p38">
              <a:extLst>
                <a:ext uri="{FF2B5EF4-FFF2-40B4-BE49-F238E27FC236}">
                  <a16:creationId xmlns:a16="http://schemas.microsoft.com/office/drawing/2014/main" id="{77982BC3-774A-4ACF-8822-6EB2EF5FE447}"/>
                </a:ext>
              </a:extLst>
            </p:cNvPr>
            <p:cNvSpPr/>
            <p:nvPr/>
          </p:nvSpPr>
          <p:spPr>
            <a:xfrm>
              <a:off x="7302825" y="1983100"/>
              <a:ext cx="27050" cy="253775"/>
            </a:xfrm>
            <a:custGeom>
              <a:avLst/>
              <a:gdLst/>
              <a:ahLst/>
              <a:cxnLst/>
              <a:rect l="l" t="t" r="r" b="b"/>
              <a:pathLst>
                <a:path w="1082" h="10151" extrusionOk="0">
                  <a:moveTo>
                    <a:pt x="200" y="0"/>
                  </a:moveTo>
                  <a:cubicBezTo>
                    <a:pt x="164" y="0"/>
                    <a:pt x="126" y="24"/>
                    <a:pt x="126" y="67"/>
                  </a:cubicBezTo>
                  <a:cubicBezTo>
                    <a:pt x="0" y="1760"/>
                    <a:pt x="173" y="3469"/>
                    <a:pt x="267" y="5161"/>
                  </a:cubicBezTo>
                  <a:cubicBezTo>
                    <a:pt x="345" y="6760"/>
                    <a:pt x="314" y="8453"/>
                    <a:pt x="612" y="10036"/>
                  </a:cubicBezTo>
                  <a:cubicBezTo>
                    <a:pt x="632" y="10116"/>
                    <a:pt x="694" y="10151"/>
                    <a:pt x="761" y="10151"/>
                  </a:cubicBezTo>
                  <a:cubicBezTo>
                    <a:pt x="851" y="10151"/>
                    <a:pt x="947" y="10088"/>
                    <a:pt x="956" y="9989"/>
                  </a:cubicBezTo>
                  <a:cubicBezTo>
                    <a:pt x="1082" y="8328"/>
                    <a:pt x="831" y="6572"/>
                    <a:pt x="721" y="4895"/>
                  </a:cubicBezTo>
                  <a:cubicBezTo>
                    <a:pt x="612" y="3280"/>
                    <a:pt x="580" y="1635"/>
                    <a:pt x="267" y="52"/>
                  </a:cubicBezTo>
                  <a:cubicBezTo>
                    <a:pt x="260" y="16"/>
                    <a:pt x="230" y="0"/>
                    <a:pt x="2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1155;p38">
              <a:extLst>
                <a:ext uri="{FF2B5EF4-FFF2-40B4-BE49-F238E27FC236}">
                  <a16:creationId xmlns:a16="http://schemas.microsoft.com/office/drawing/2014/main" id="{2630C38F-DF33-4065-BBB6-EAB2BA203073}"/>
                </a:ext>
              </a:extLst>
            </p:cNvPr>
            <p:cNvSpPr/>
            <p:nvPr/>
          </p:nvSpPr>
          <p:spPr>
            <a:xfrm>
              <a:off x="7272650" y="2157050"/>
              <a:ext cx="16100" cy="89475"/>
            </a:xfrm>
            <a:custGeom>
              <a:avLst/>
              <a:gdLst/>
              <a:ahLst/>
              <a:cxnLst/>
              <a:rect l="l" t="t" r="r" b="b"/>
              <a:pathLst>
                <a:path w="644" h="3579" extrusionOk="0">
                  <a:moveTo>
                    <a:pt x="241" y="1"/>
                  </a:moveTo>
                  <a:cubicBezTo>
                    <a:pt x="156" y="1"/>
                    <a:pt x="63" y="64"/>
                    <a:pt x="63" y="163"/>
                  </a:cubicBezTo>
                  <a:cubicBezTo>
                    <a:pt x="0" y="1244"/>
                    <a:pt x="63" y="2404"/>
                    <a:pt x="267" y="3470"/>
                  </a:cubicBezTo>
                  <a:cubicBezTo>
                    <a:pt x="280" y="3545"/>
                    <a:pt x="338" y="3578"/>
                    <a:pt x="399" y="3578"/>
                  </a:cubicBezTo>
                  <a:cubicBezTo>
                    <a:pt x="479" y="3578"/>
                    <a:pt x="565" y="3521"/>
                    <a:pt x="565" y="3423"/>
                  </a:cubicBezTo>
                  <a:cubicBezTo>
                    <a:pt x="643" y="2357"/>
                    <a:pt x="565" y="1182"/>
                    <a:pt x="377" y="116"/>
                  </a:cubicBezTo>
                  <a:cubicBezTo>
                    <a:pt x="363" y="36"/>
                    <a:pt x="304" y="1"/>
                    <a:pt x="2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" name="Google Shape;1163;p38">
            <a:extLst>
              <a:ext uri="{FF2B5EF4-FFF2-40B4-BE49-F238E27FC236}">
                <a16:creationId xmlns:a16="http://schemas.microsoft.com/office/drawing/2014/main" id="{7A5997C9-01F5-48D6-A2F3-947759C5E20E}"/>
              </a:ext>
            </a:extLst>
          </p:cNvPr>
          <p:cNvGrpSpPr/>
          <p:nvPr/>
        </p:nvGrpSpPr>
        <p:grpSpPr>
          <a:xfrm>
            <a:off x="9689240" y="6069952"/>
            <a:ext cx="230935" cy="341547"/>
            <a:chOff x="4510355" y="4299794"/>
            <a:chExt cx="138144" cy="204299"/>
          </a:xfrm>
        </p:grpSpPr>
        <p:sp>
          <p:nvSpPr>
            <p:cNvPr id="65" name="Google Shape;1164;p38">
              <a:extLst>
                <a:ext uri="{FF2B5EF4-FFF2-40B4-BE49-F238E27FC236}">
                  <a16:creationId xmlns:a16="http://schemas.microsoft.com/office/drawing/2014/main" id="{A80DB3C6-4D53-4E70-AAE5-2E9F0CD22DE9}"/>
                </a:ext>
              </a:extLst>
            </p:cNvPr>
            <p:cNvSpPr/>
            <p:nvPr/>
          </p:nvSpPr>
          <p:spPr>
            <a:xfrm>
              <a:off x="4510355" y="4392307"/>
              <a:ext cx="138144" cy="27946"/>
            </a:xfrm>
            <a:custGeom>
              <a:avLst/>
              <a:gdLst/>
              <a:ahLst/>
              <a:cxnLst/>
              <a:rect l="l" t="t" r="r" b="b"/>
              <a:pathLst>
                <a:path w="4523" h="915" extrusionOk="0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1165;p38">
              <a:extLst>
                <a:ext uri="{FF2B5EF4-FFF2-40B4-BE49-F238E27FC236}">
                  <a16:creationId xmlns:a16="http://schemas.microsoft.com/office/drawing/2014/main" id="{3CA4B70E-93F9-4E83-945B-C7719A44C175}"/>
                </a:ext>
              </a:extLst>
            </p:cNvPr>
            <p:cNvSpPr/>
            <p:nvPr/>
          </p:nvSpPr>
          <p:spPr>
            <a:xfrm>
              <a:off x="4557788" y="4299794"/>
              <a:ext cx="44806" cy="204299"/>
            </a:xfrm>
            <a:custGeom>
              <a:avLst/>
              <a:gdLst/>
              <a:ahLst/>
              <a:cxnLst/>
              <a:rect l="l" t="t" r="r" b="b"/>
              <a:pathLst>
                <a:path w="1467" h="6689" extrusionOk="0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7" name="Google Shape;242;p11">
            <a:extLst>
              <a:ext uri="{FF2B5EF4-FFF2-40B4-BE49-F238E27FC236}">
                <a16:creationId xmlns:a16="http://schemas.microsoft.com/office/drawing/2014/main" id="{E8EE0AE7-37B7-4A21-99A1-106447DF43AD}"/>
              </a:ext>
            </a:extLst>
          </p:cNvPr>
          <p:cNvSpPr/>
          <p:nvPr/>
        </p:nvSpPr>
        <p:spPr>
          <a:xfrm rot="-6300056">
            <a:off x="9819315" y="4287404"/>
            <a:ext cx="1999662" cy="3154861"/>
          </a:xfrm>
          <a:custGeom>
            <a:avLst/>
            <a:gdLst/>
            <a:ahLst/>
            <a:cxnLst/>
            <a:rect l="l" t="t" r="r" b="b"/>
            <a:pathLst>
              <a:path w="24068" h="37972" extrusionOk="0">
                <a:moveTo>
                  <a:pt x="473" y="1"/>
                </a:moveTo>
                <a:cubicBezTo>
                  <a:pt x="348" y="224"/>
                  <a:pt x="224" y="436"/>
                  <a:pt x="125" y="659"/>
                </a:cubicBezTo>
                <a:cubicBezTo>
                  <a:pt x="75" y="746"/>
                  <a:pt x="38" y="846"/>
                  <a:pt x="0" y="933"/>
                </a:cubicBezTo>
                <a:cubicBezTo>
                  <a:pt x="1740" y="933"/>
                  <a:pt x="3641" y="1827"/>
                  <a:pt x="4759" y="2871"/>
                </a:cubicBezTo>
                <a:cubicBezTo>
                  <a:pt x="6437" y="4461"/>
                  <a:pt x="7257" y="6934"/>
                  <a:pt x="7455" y="9183"/>
                </a:cubicBezTo>
                <a:cubicBezTo>
                  <a:pt x="7741" y="12600"/>
                  <a:pt x="6822" y="16588"/>
                  <a:pt x="9207" y="19446"/>
                </a:cubicBezTo>
                <a:cubicBezTo>
                  <a:pt x="12537" y="23447"/>
                  <a:pt x="20576" y="19570"/>
                  <a:pt x="22130" y="25621"/>
                </a:cubicBezTo>
                <a:cubicBezTo>
                  <a:pt x="22490" y="27025"/>
                  <a:pt x="21732" y="28305"/>
                  <a:pt x="21073" y="29486"/>
                </a:cubicBezTo>
                <a:cubicBezTo>
                  <a:pt x="20465" y="30604"/>
                  <a:pt x="19893" y="31722"/>
                  <a:pt x="19458" y="32915"/>
                </a:cubicBezTo>
                <a:cubicBezTo>
                  <a:pt x="18874" y="34505"/>
                  <a:pt x="18949" y="36332"/>
                  <a:pt x="18501" y="37972"/>
                </a:cubicBezTo>
                <a:cubicBezTo>
                  <a:pt x="18974" y="37972"/>
                  <a:pt x="19446" y="37960"/>
                  <a:pt x="19918" y="37935"/>
                </a:cubicBezTo>
                <a:cubicBezTo>
                  <a:pt x="20030" y="37351"/>
                  <a:pt x="20092" y="36742"/>
                  <a:pt x="20154" y="36158"/>
                </a:cubicBezTo>
                <a:cubicBezTo>
                  <a:pt x="20415" y="33325"/>
                  <a:pt x="21918" y="31175"/>
                  <a:pt x="23061" y="28665"/>
                </a:cubicBezTo>
                <a:cubicBezTo>
                  <a:pt x="24068" y="26466"/>
                  <a:pt x="23447" y="24118"/>
                  <a:pt x="21769" y="22453"/>
                </a:cubicBezTo>
                <a:cubicBezTo>
                  <a:pt x="19719" y="20415"/>
                  <a:pt x="16961" y="20527"/>
                  <a:pt x="14289" y="20328"/>
                </a:cubicBezTo>
                <a:cubicBezTo>
                  <a:pt x="12115" y="20167"/>
                  <a:pt x="10077" y="19247"/>
                  <a:pt x="9270" y="17110"/>
                </a:cubicBezTo>
                <a:cubicBezTo>
                  <a:pt x="8611" y="15321"/>
                  <a:pt x="8748" y="13283"/>
                  <a:pt x="8748" y="11419"/>
                </a:cubicBezTo>
                <a:cubicBezTo>
                  <a:pt x="8748" y="9344"/>
                  <a:pt x="8561" y="7356"/>
                  <a:pt x="7791" y="5406"/>
                </a:cubicBezTo>
                <a:cubicBezTo>
                  <a:pt x="6946" y="3293"/>
                  <a:pt x="5343" y="1330"/>
                  <a:pt x="3169" y="510"/>
                </a:cubicBezTo>
                <a:cubicBezTo>
                  <a:pt x="2349" y="200"/>
                  <a:pt x="1404" y="1"/>
                  <a:pt x="47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243;p11">
            <a:extLst>
              <a:ext uri="{FF2B5EF4-FFF2-40B4-BE49-F238E27FC236}">
                <a16:creationId xmlns:a16="http://schemas.microsoft.com/office/drawing/2014/main" id="{912B708C-20EB-49C2-ACEE-4CCFC1A6EE1B}"/>
              </a:ext>
            </a:extLst>
          </p:cNvPr>
          <p:cNvSpPr/>
          <p:nvPr/>
        </p:nvSpPr>
        <p:spPr>
          <a:xfrm rot="-6300056">
            <a:off x="10349612" y="4734143"/>
            <a:ext cx="1526915" cy="2698065"/>
          </a:xfrm>
          <a:custGeom>
            <a:avLst/>
            <a:gdLst/>
            <a:ahLst/>
            <a:cxnLst/>
            <a:rect l="l" t="t" r="r" b="b"/>
            <a:pathLst>
              <a:path w="18378" h="32474" extrusionOk="0">
                <a:moveTo>
                  <a:pt x="339" y="0"/>
                </a:moveTo>
                <a:cubicBezTo>
                  <a:pt x="225" y="0"/>
                  <a:pt x="112" y="2"/>
                  <a:pt x="1" y="7"/>
                </a:cubicBezTo>
                <a:lnTo>
                  <a:pt x="75" y="466"/>
                </a:lnTo>
                <a:cubicBezTo>
                  <a:pt x="1653" y="516"/>
                  <a:pt x="2995" y="1063"/>
                  <a:pt x="3803" y="2516"/>
                </a:cubicBezTo>
                <a:cubicBezTo>
                  <a:pt x="4561" y="3858"/>
                  <a:pt x="4573" y="5586"/>
                  <a:pt x="4685" y="7089"/>
                </a:cubicBezTo>
                <a:cubicBezTo>
                  <a:pt x="4908" y="10046"/>
                  <a:pt x="4921" y="13823"/>
                  <a:pt x="7070" y="16134"/>
                </a:cubicBezTo>
                <a:cubicBezTo>
                  <a:pt x="8711" y="17886"/>
                  <a:pt x="11183" y="18321"/>
                  <a:pt x="13345" y="19092"/>
                </a:cubicBezTo>
                <a:cubicBezTo>
                  <a:pt x="14625" y="19551"/>
                  <a:pt x="15768" y="20272"/>
                  <a:pt x="16514" y="21440"/>
                </a:cubicBezTo>
                <a:cubicBezTo>
                  <a:pt x="17458" y="22919"/>
                  <a:pt x="16799" y="24347"/>
                  <a:pt x="15855" y="25565"/>
                </a:cubicBezTo>
                <a:cubicBezTo>
                  <a:pt x="15271" y="26298"/>
                  <a:pt x="14675" y="27081"/>
                  <a:pt x="14637" y="28050"/>
                </a:cubicBezTo>
                <a:cubicBezTo>
                  <a:pt x="14600" y="28833"/>
                  <a:pt x="15010" y="29616"/>
                  <a:pt x="15358" y="30287"/>
                </a:cubicBezTo>
                <a:cubicBezTo>
                  <a:pt x="15656" y="30833"/>
                  <a:pt x="16290" y="31629"/>
                  <a:pt x="16762" y="32449"/>
                </a:cubicBezTo>
                <a:cubicBezTo>
                  <a:pt x="17184" y="32461"/>
                  <a:pt x="17607" y="32474"/>
                  <a:pt x="18054" y="32474"/>
                </a:cubicBezTo>
                <a:cubicBezTo>
                  <a:pt x="17296" y="30920"/>
                  <a:pt x="16041" y="29305"/>
                  <a:pt x="15917" y="28212"/>
                </a:cubicBezTo>
                <a:cubicBezTo>
                  <a:pt x="15793" y="27205"/>
                  <a:pt x="17035" y="26149"/>
                  <a:pt x="17570" y="25379"/>
                </a:cubicBezTo>
                <a:cubicBezTo>
                  <a:pt x="18278" y="24372"/>
                  <a:pt x="18377" y="23192"/>
                  <a:pt x="18079" y="22012"/>
                </a:cubicBezTo>
                <a:cubicBezTo>
                  <a:pt x="17520" y="19738"/>
                  <a:pt x="15097" y="18570"/>
                  <a:pt x="13072" y="17911"/>
                </a:cubicBezTo>
                <a:cubicBezTo>
                  <a:pt x="10835" y="17178"/>
                  <a:pt x="8288" y="16694"/>
                  <a:pt x="7008" y="14482"/>
                </a:cubicBezTo>
                <a:cubicBezTo>
                  <a:pt x="6213" y="13103"/>
                  <a:pt x="6027" y="11301"/>
                  <a:pt x="6002" y="9735"/>
                </a:cubicBezTo>
                <a:cubicBezTo>
                  <a:pt x="5965" y="6977"/>
                  <a:pt x="5865" y="3250"/>
                  <a:pt x="3790" y="1150"/>
                </a:cubicBezTo>
                <a:cubicBezTo>
                  <a:pt x="2915" y="263"/>
                  <a:pt x="1570" y="0"/>
                  <a:pt x="33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9" name="Google Shape;244;p11">
            <a:extLst>
              <a:ext uri="{FF2B5EF4-FFF2-40B4-BE49-F238E27FC236}">
                <a16:creationId xmlns:a16="http://schemas.microsoft.com/office/drawing/2014/main" id="{C7EF6A86-204B-4E3A-896A-38EDC2FAE778}"/>
              </a:ext>
            </a:extLst>
          </p:cNvPr>
          <p:cNvGrpSpPr/>
          <p:nvPr/>
        </p:nvGrpSpPr>
        <p:grpSpPr>
          <a:xfrm>
            <a:off x="7925940" y="6242756"/>
            <a:ext cx="230935" cy="341547"/>
            <a:chOff x="4510355" y="4299794"/>
            <a:chExt cx="138144" cy="204299"/>
          </a:xfrm>
        </p:grpSpPr>
        <p:sp>
          <p:nvSpPr>
            <p:cNvPr id="70" name="Google Shape;245;p11">
              <a:extLst>
                <a:ext uri="{FF2B5EF4-FFF2-40B4-BE49-F238E27FC236}">
                  <a16:creationId xmlns:a16="http://schemas.microsoft.com/office/drawing/2014/main" id="{AE0D0D53-23D4-4B09-B303-326C602E7255}"/>
                </a:ext>
              </a:extLst>
            </p:cNvPr>
            <p:cNvSpPr/>
            <p:nvPr/>
          </p:nvSpPr>
          <p:spPr>
            <a:xfrm>
              <a:off x="4510355" y="4392307"/>
              <a:ext cx="138144" cy="27946"/>
            </a:xfrm>
            <a:custGeom>
              <a:avLst/>
              <a:gdLst/>
              <a:ahLst/>
              <a:cxnLst/>
              <a:rect l="l" t="t" r="r" b="b"/>
              <a:pathLst>
                <a:path w="4523" h="915" extrusionOk="0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246;p11">
              <a:extLst>
                <a:ext uri="{FF2B5EF4-FFF2-40B4-BE49-F238E27FC236}">
                  <a16:creationId xmlns:a16="http://schemas.microsoft.com/office/drawing/2014/main" id="{ADD7A31A-A49B-4107-9B15-B863E260EAEF}"/>
                </a:ext>
              </a:extLst>
            </p:cNvPr>
            <p:cNvSpPr/>
            <p:nvPr/>
          </p:nvSpPr>
          <p:spPr>
            <a:xfrm>
              <a:off x="4557788" y="4299794"/>
              <a:ext cx="44806" cy="204299"/>
            </a:xfrm>
            <a:custGeom>
              <a:avLst/>
              <a:gdLst/>
              <a:ahLst/>
              <a:cxnLst/>
              <a:rect l="l" t="t" r="r" b="b"/>
              <a:pathLst>
                <a:path w="1467" h="6689" extrusionOk="0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" name="Google Shape;247;p11">
            <a:extLst>
              <a:ext uri="{FF2B5EF4-FFF2-40B4-BE49-F238E27FC236}">
                <a16:creationId xmlns:a16="http://schemas.microsoft.com/office/drawing/2014/main" id="{5378A544-897B-4CBE-9D28-CB8FFD7A40E1}"/>
              </a:ext>
            </a:extLst>
          </p:cNvPr>
          <p:cNvGrpSpPr/>
          <p:nvPr/>
        </p:nvGrpSpPr>
        <p:grpSpPr>
          <a:xfrm>
            <a:off x="11000869" y="4345472"/>
            <a:ext cx="98389" cy="145319"/>
            <a:chOff x="4820760" y="3853535"/>
            <a:chExt cx="58855" cy="86924"/>
          </a:xfrm>
        </p:grpSpPr>
        <p:sp>
          <p:nvSpPr>
            <p:cNvPr id="73" name="Google Shape;248;p11">
              <a:extLst>
                <a:ext uri="{FF2B5EF4-FFF2-40B4-BE49-F238E27FC236}">
                  <a16:creationId xmlns:a16="http://schemas.microsoft.com/office/drawing/2014/main" id="{79E3FEC2-9616-4C17-8AAC-DFCCEB520402}"/>
                </a:ext>
              </a:extLst>
            </p:cNvPr>
            <p:cNvSpPr/>
            <p:nvPr/>
          </p:nvSpPr>
          <p:spPr>
            <a:xfrm>
              <a:off x="4820760" y="3892905"/>
              <a:ext cx="58855" cy="11850"/>
            </a:xfrm>
            <a:custGeom>
              <a:avLst/>
              <a:gdLst/>
              <a:ahLst/>
              <a:cxnLst/>
              <a:rect l="l" t="t" r="r" b="b"/>
              <a:pathLst>
                <a:path w="1927" h="388" extrusionOk="0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249;p11">
              <a:extLst>
                <a:ext uri="{FF2B5EF4-FFF2-40B4-BE49-F238E27FC236}">
                  <a16:creationId xmlns:a16="http://schemas.microsoft.com/office/drawing/2014/main" id="{1C025D7F-E435-458A-9D74-C825A72D40D5}"/>
                </a:ext>
              </a:extLst>
            </p:cNvPr>
            <p:cNvSpPr/>
            <p:nvPr/>
          </p:nvSpPr>
          <p:spPr>
            <a:xfrm>
              <a:off x="4841254" y="3853535"/>
              <a:ext cx="19028" cy="86924"/>
            </a:xfrm>
            <a:custGeom>
              <a:avLst/>
              <a:gdLst/>
              <a:ahLst/>
              <a:cxnLst/>
              <a:rect l="l" t="t" r="r" b="b"/>
              <a:pathLst>
                <a:path w="623" h="2846" extrusionOk="0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" name="Google Shape;250;p11">
            <a:extLst>
              <a:ext uri="{FF2B5EF4-FFF2-40B4-BE49-F238E27FC236}">
                <a16:creationId xmlns:a16="http://schemas.microsoft.com/office/drawing/2014/main" id="{E31EE98A-DB22-4028-B1CB-F85D2E275AC7}"/>
              </a:ext>
            </a:extLst>
          </p:cNvPr>
          <p:cNvSpPr/>
          <p:nvPr/>
        </p:nvSpPr>
        <p:spPr>
          <a:xfrm>
            <a:off x="8947090" y="6502482"/>
            <a:ext cx="97111" cy="75569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251;p11">
            <a:extLst>
              <a:ext uri="{FF2B5EF4-FFF2-40B4-BE49-F238E27FC236}">
                <a16:creationId xmlns:a16="http://schemas.microsoft.com/office/drawing/2014/main" id="{643781DA-272C-435D-81D0-AB9A5357475F}"/>
              </a:ext>
            </a:extLst>
          </p:cNvPr>
          <p:cNvSpPr/>
          <p:nvPr/>
        </p:nvSpPr>
        <p:spPr>
          <a:xfrm>
            <a:off x="8725087" y="6316632"/>
            <a:ext cx="62188" cy="48252"/>
          </a:xfrm>
          <a:custGeom>
            <a:avLst/>
            <a:gdLst/>
            <a:ahLst/>
            <a:cxnLst/>
            <a:rect l="l" t="t" r="r" b="b"/>
            <a:pathLst>
              <a:path w="1218" h="945" extrusionOk="0">
                <a:moveTo>
                  <a:pt x="609" y="1"/>
                </a:moveTo>
                <a:cubicBezTo>
                  <a:pt x="0" y="1"/>
                  <a:pt x="0" y="945"/>
                  <a:pt x="609" y="945"/>
                </a:cubicBezTo>
                <a:cubicBezTo>
                  <a:pt x="1218" y="945"/>
                  <a:pt x="1218" y="1"/>
                  <a:pt x="60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1125;p38">
            <a:extLst>
              <a:ext uri="{FF2B5EF4-FFF2-40B4-BE49-F238E27FC236}">
                <a16:creationId xmlns:a16="http://schemas.microsoft.com/office/drawing/2014/main" id="{1DD55EB3-CA2B-4A26-94C3-5D0267498FEF}"/>
              </a:ext>
            </a:extLst>
          </p:cNvPr>
          <p:cNvSpPr/>
          <p:nvPr/>
        </p:nvSpPr>
        <p:spPr>
          <a:xfrm flipH="1">
            <a:off x="-1295019" y="5541248"/>
            <a:ext cx="1459444" cy="815428"/>
          </a:xfrm>
          <a:custGeom>
            <a:avLst/>
            <a:gdLst/>
            <a:ahLst/>
            <a:cxnLst/>
            <a:rect l="l" t="t" r="r" b="b"/>
            <a:pathLst>
              <a:path w="8575" h="4791" extrusionOk="0">
                <a:moveTo>
                  <a:pt x="5072" y="0"/>
                </a:moveTo>
                <a:cubicBezTo>
                  <a:pt x="4013" y="0"/>
                  <a:pt x="2828" y="567"/>
                  <a:pt x="2088" y="1175"/>
                </a:cubicBezTo>
                <a:cubicBezTo>
                  <a:pt x="1330" y="1796"/>
                  <a:pt x="597" y="2517"/>
                  <a:pt x="1" y="3337"/>
                </a:cubicBezTo>
                <a:lnTo>
                  <a:pt x="324" y="3436"/>
                </a:lnTo>
                <a:cubicBezTo>
                  <a:pt x="896" y="2703"/>
                  <a:pt x="1604" y="2082"/>
                  <a:pt x="2424" y="1597"/>
                </a:cubicBezTo>
                <a:cubicBezTo>
                  <a:pt x="3008" y="1251"/>
                  <a:pt x="4051" y="861"/>
                  <a:pt x="4954" y="861"/>
                </a:cubicBezTo>
                <a:cubicBezTo>
                  <a:pt x="5800" y="861"/>
                  <a:pt x="6521" y="1203"/>
                  <a:pt x="6624" y="2243"/>
                </a:cubicBezTo>
                <a:cubicBezTo>
                  <a:pt x="6698" y="2939"/>
                  <a:pt x="6549" y="3647"/>
                  <a:pt x="6710" y="4343"/>
                </a:cubicBezTo>
                <a:cubicBezTo>
                  <a:pt x="6735" y="4467"/>
                  <a:pt x="6773" y="4579"/>
                  <a:pt x="6810" y="4691"/>
                </a:cubicBezTo>
                <a:cubicBezTo>
                  <a:pt x="7394" y="4728"/>
                  <a:pt x="7978" y="4766"/>
                  <a:pt x="8574" y="4790"/>
                </a:cubicBezTo>
                <a:cubicBezTo>
                  <a:pt x="8214" y="4430"/>
                  <a:pt x="7990" y="3958"/>
                  <a:pt x="7941" y="3374"/>
                </a:cubicBezTo>
                <a:cubicBezTo>
                  <a:pt x="7829" y="1783"/>
                  <a:pt x="7406" y="578"/>
                  <a:pt x="5766" y="94"/>
                </a:cubicBezTo>
                <a:cubicBezTo>
                  <a:pt x="5546" y="29"/>
                  <a:pt x="5312" y="0"/>
                  <a:pt x="507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240;p11">
            <a:extLst>
              <a:ext uri="{FF2B5EF4-FFF2-40B4-BE49-F238E27FC236}">
                <a16:creationId xmlns:a16="http://schemas.microsoft.com/office/drawing/2014/main" id="{99965348-A73F-46BC-85AB-F8099B967CC8}"/>
              </a:ext>
            </a:extLst>
          </p:cNvPr>
          <p:cNvSpPr/>
          <p:nvPr/>
        </p:nvSpPr>
        <p:spPr>
          <a:xfrm flipH="1">
            <a:off x="-1622821" y="5340872"/>
            <a:ext cx="699001" cy="1087578"/>
          </a:xfrm>
          <a:custGeom>
            <a:avLst/>
            <a:gdLst/>
            <a:ahLst/>
            <a:cxnLst/>
            <a:rect l="l" t="t" r="r" b="b"/>
            <a:pathLst>
              <a:path w="4107" h="6390" extrusionOk="0">
                <a:moveTo>
                  <a:pt x="770" y="1"/>
                </a:moveTo>
                <a:cubicBezTo>
                  <a:pt x="597" y="1"/>
                  <a:pt x="413" y="17"/>
                  <a:pt x="217" y="53"/>
                </a:cubicBezTo>
                <a:cubicBezTo>
                  <a:pt x="0" y="89"/>
                  <a:pt x="40" y="452"/>
                  <a:pt x="258" y="452"/>
                </a:cubicBezTo>
                <a:cubicBezTo>
                  <a:pt x="265" y="452"/>
                  <a:pt x="272" y="451"/>
                  <a:pt x="279" y="451"/>
                </a:cubicBezTo>
                <a:cubicBezTo>
                  <a:pt x="353" y="445"/>
                  <a:pt x="424" y="442"/>
                  <a:pt x="493" y="442"/>
                </a:cubicBezTo>
                <a:cubicBezTo>
                  <a:pt x="2743" y="442"/>
                  <a:pt x="2599" y="3323"/>
                  <a:pt x="2888" y="4998"/>
                </a:cubicBezTo>
                <a:cubicBezTo>
                  <a:pt x="2963" y="5458"/>
                  <a:pt x="3050" y="5942"/>
                  <a:pt x="3224" y="6390"/>
                </a:cubicBezTo>
                <a:lnTo>
                  <a:pt x="4106" y="6390"/>
                </a:lnTo>
                <a:cubicBezTo>
                  <a:pt x="4007" y="6241"/>
                  <a:pt x="3932" y="6092"/>
                  <a:pt x="3845" y="5955"/>
                </a:cubicBezTo>
                <a:cubicBezTo>
                  <a:pt x="3373" y="5110"/>
                  <a:pt x="3386" y="3892"/>
                  <a:pt x="3236" y="2960"/>
                </a:cubicBezTo>
                <a:cubicBezTo>
                  <a:pt x="2979" y="1415"/>
                  <a:pt x="2348" y="1"/>
                  <a:pt x="7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9" name="Google Shape;333;p15">
            <a:extLst>
              <a:ext uri="{FF2B5EF4-FFF2-40B4-BE49-F238E27FC236}">
                <a16:creationId xmlns:a16="http://schemas.microsoft.com/office/drawing/2014/main" id="{2BFBC603-C17B-4F52-91EB-7A4C013435D0}"/>
              </a:ext>
            </a:extLst>
          </p:cNvPr>
          <p:cNvGrpSpPr/>
          <p:nvPr/>
        </p:nvGrpSpPr>
        <p:grpSpPr>
          <a:xfrm flipH="1">
            <a:off x="8641140" y="547238"/>
            <a:ext cx="296937" cy="438796"/>
            <a:chOff x="5446181" y="2529085"/>
            <a:chExt cx="138174" cy="204177"/>
          </a:xfrm>
        </p:grpSpPr>
        <p:sp>
          <p:nvSpPr>
            <p:cNvPr id="80" name="Google Shape;334;p15">
              <a:extLst>
                <a:ext uri="{FF2B5EF4-FFF2-40B4-BE49-F238E27FC236}">
                  <a16:creationId xmlns:a16="http://schemas.microsoft.com/office/drawing/2014/main" id="{41D5CD76-67A2-48BB-B47E-443655899370}"/>
                </a:ext>
              </a:extLst>
            </p:cNvPr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335;p15">
              <a:extLst>
                <a:ext uri="{FF2B5EF4-FFF2-40B4-BE49-F238E27FC236}">
                  <a16:creationId xmlns:a16="http://schemas.microsoft.com/office/drawing/2014/main" id="{EB138240-A728-4E17-8D61-5F0DDD4DE0C4}"/>
                </a:ext>
              </a:extLst>
            </p:cNvPr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" name="Google Shape;336;p15">
            <a:extLst>
              <a:ext uri="{FF2B5EF4-FFF2-40B4-BE49-F238E27FC236}">
                <a16:creationId xmlns:a16="http://schemas.microsoft.com/office/drawing/2014/main" id="{E7FBA683-8F7C-42E1-BF22-7FE82B106758}"/>
              </a:ext>
            </a:extLst>
          </p:cNvPr>
          <p:cNvGrpSpPr/>
          <p:nvPr/>
        </p:nvGrpSpPr>
        <p:grpSpPr>
          <a:xfrm flipH="1">
            <a:off x="8138340" y="171728"/>
            <a:ext cx="183518" cy="270629"/>
            <a:chOff x="5738779" y="2391033"/>
            <a:chExt cx="85397" cy="125927"/>
          </a:xfrm>
        </p:grpSpPr>
        <p:sp>
          <p:nvSpPr>
            <p:cNvPr id="83" name="Google Shape;337;p15">
              <a:extLst>
                <a:ext uri="{FF2B5EF4-FFF2-40B4-BE49-F238E27FC236}">
                  <a16:creationId xmlns:a16="http://schemas.microsoft.com/office/drawing/2014/main" id="{28063BDF-1F84-4CF6-82CE-66E30AD7F345}"/>
                </a:ext>
              </a:extLst>
            </p:cNvPr>
            <p:cNvSpPr/>
            <p:nvPr/>
          </p:nvSpPr>
          <p:spPr>
            <a:xfrm>
              <a:off x="5738779" y="2448117"/>
              <a:ext cx="85397" cy="17165"/>
            </a:xfrm>
            <a:custGeom>
              <a:avLst/>
              <a:gdLst/>
              <a:ahLst/>
              <a:cxnLst/>
              <a:rect l="l" t="t" r="r" b="b"/>
              <a:pathLst>
                <a:path w="2796" h="562" extrusionOk="0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338;p15">
              <a:extLst>
                <a:ext uri="{FF2B5EF4-FFF2-40B4-BE49-F238E27FC236}">
                  <a16:creationId xmlns:a16="http://schemas.microsoft.com/office/drawing/2014/main" id="{074669A7-6736-49B1-9CD8-3A0021ACC728}"/>
                </a:ext>
              </a:extLst>
            </p:cNvPr>
            <p:cNvSpPr/>
            <p:nvPr/>
          </p:nvSpPr>
          <p:spPr>
            <a:xfrm>
              <a:off x="5768375" y="2391033"/>
              <a:ext cx="27336" cy="125927"/>
            </a:xfrm>
            <a:custGeom>
              <a:avLst/>
              <a:gdLst/>
              <a:ahLst/>
              <a:cxnLst/>
              <a:rect l="l" t="t" r="r" b="b"/>
              <a:pathLst>
                <a:path w="895" h="4123" extrusionOk="0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5" name="Google Shape;339;p15">
            <a:extLst>
              <a:ext uri="{FF2B5EF4-FFF2-40B4-BE49-F238E27FC236}">
                <a16:creationId xmlns:a16="http://schemas.microsoft.com/office/drawing/2014/main" id="{C6AC9BAE-A8C4-40FE-9B8A-99F44AAF501C}"/>
              </a:ext>
            </a:extLst>
          </p:cNvPr>
          <p:cNvSpPr/>
          <p:nvPr/>
        </p:nvSpPr>
        <p:spPr>
          <a:xfrm flipH="1">
            <a:off x="7718355" y="276000"/>
            <a:ext cx="80803" cy="62093"/>
          </a:xfrm>
          <a:custGeom>
            <a:avLst/>
            <a:gdLst/>
            <a:ahLst/>
            <a:cxnLst/>
            <a:rect l="l" t="t" r="r" b="b"/>
            <a:pathLst>
              <a:path w="1231" h="946" extrusionOk="0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6" name="Google Shape;340;p15">
            <a:extLst>
              <a:ext uri="{FF2B5EF4-FFF2-40B4-BE49-F238E27FC236}">
                <a16:creationId xmlns:a16="http://schemas.microsoft.com/office/drawing/2014/main" id="{8AEF03D6-5A81-4395-B315-3C8A645CD2DB}"/>
              </a:ext>
            </a:extLst>
          </p:cNvPr>
          <p:cNvGrpSpPr/>
          <p:nvPr/>
        </p:nvGrpSpPr>
        <p:grpSpPr>
          <a:xfrm flipH="1">
            <a:off x="320991" y="3456148"/>
            <a:ext cx="296937" cy="438796"/>
            <a:chOff x="5446181" y="2529085"/>
            <a:chExt cx="138174" cy="204177"/>
          </a:xfrm>
        </p:grpSpPr>
        <p:sp>
          <p:nvSpPr>
            <p:cNvPr id="87" name="Google Shape;341;p15">
              <a:extLst>
                <a:ext uri="{FF2B5EF4-FFF2-40B4-BE49-F238E27FC236}">
                  <a16:creationId xmlns:a16="http://schemas.microsoft.com/office/drawing/2014/main" id="{316120B5-21C8-4F2C-8F37-D4AF0A08E0D7}"/>
                </a:ext>
              </a:extLst>
            </p:cNvPr>
            <p:cNvSpPr/>
            <p:nvPr/>
          </p:nvSpPr>
          <p:spPr>
            <a:xfrm>
              <a:off x="5446181" y="2621568"/>
              <a:ext cx="138174" cy="27733"/>
            </a:xfrm>
            <a:custGeom>
              <a:avLst/>
              <a:gdLst/>
              <a:ahLst/>
              <a:cxnLst/>
              <a:rect l="l" t="t" r="r" b="b"/>
              <a:pathLst>
                <a:path w="4524" h="908" extrusionOk="0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342;p15">
              <a:extLst>
                <a:ext uri="{FF2B5EF4-FFF2-40B4-BE49-F238E27FC236}">
                  <a16:creationId xmlns:a16="http://schemas.microsoft.com/office/drawing/2014/main" id="{3008433A-757D-43AF-8F09-2CFB6B21FE86}"/>
                </a:ext>
              </a:extLst>
            </p:cNvPr>
            <p:cNvSpPr/>
            <p:nvPr/>
          </p:nvSpPr>
          <p:spPr>
            <a:xfrm>
              <a:off x="5493980" y="2529085"/>
              <a:ext cx="44836" cy="204177"/>
            </a:xfrm>
            <a:custGeom>
              <a:avLst/>
              <a:gdLst/>
              <a:ahLst/>
              <a:cxnLst/>
              <a:rect l="l" t="t" r="r" b="b"/>
              <a:pathLst>
                <a:path w="1468" h="6685" extrusionOk="0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343;p15">
            <a:extLst>
              <a:ext uri="{FF2B5EF4-FFF2-40B4-BE49-F238E27FC236}">
                <a16:creationId xmlns:a16="http://schemas.microsoft.com/office/drawing/2014/main" id="{CFAE1334-7738-4A12-A6C5-2DE29D023E55}"/>
              </a:ext>
            </a:extLst>
          </p:cNvPr>
          <p:cNvSpPr/>
          <p:nvPr/>
        </p:nvSpPr>
        <p:spPr>
          <a:xfrm flipH="1">
            <a:off x="479176" y="4241676"/>
            <a:ext cx="80803" cy="62093"/>
          </a:xfrm>
          <a:custGeom>
            <a:avLst/>
            <a:gdLst/>
            <a:ahLst/>
            <a:cxnLst/>
            <a:rect l="l" t="t" r="r" b="b"/>
            <a:pathLst>
              <a:path w="1231" h="946" extrusionOk="0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344;p15">
            <a:extLst>
              <a:ext uri="{FF2B5EF4-FFF2-40B4-BE49-F238E27FC236}">
                <a16:creationId xmlns:a16="http://schemas.microsoft.com/office/drawing/2014/main" id="{0341411A-2EB9-4667-B8FB-6325C7E03248}"/>
              </a:ext>
            </a:extLst>
          </p:cNvPr>
          <p:cNvSpPr/>
          <p:nvPr/>
        </p:nvSpPr>
        <p:spPr>
          <a:xfrm flipH="1">
            <a:off x="138204" y="3963677"/>
            <a:ext cx="124847" cy="97143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" name="Google Shape;345;p15">
            <a:extLst>
              <a:ext uri="{FF2B5EF4-FFF2-40B4-BE49-F238E27FC236}">
                <a16:creationId xmlns:a16="http://schemas.microsoft.com/office/drawing/2014/main" id="{6CD616AD-0627-4961-A810-48984DB1DEE8}"/>
              </a:ext>
            </a:extLst>
          </p:cNvPr>
          <p:cNvGrpSpPr/>
          <p:nvPr/>
        </p:nvGrpSpPr>
        <p:grpSpPr>
          <a:xfrm rot="988738">
            <a:off x="8792364" y="1494325"/>
            <a:ext cx="340668" cy="827407"/>
            <a:chOff x="6889800" y="1171275"/>
            <a:chExt cx="483175" cy="1173525"/>
          </a:xfrm>
        </p:grpSpPr>
        <p:sp>
          <p:nvSpPr>
            <p:cNvPr id="92" name="Google Shape;346;p15">
              <a:extLst>
                <a:ext uri="{FF2B5EF4-FFF2-40B4-BE49-F238E27FC236}">
                  <a16:creationId xmlns:a16="http://schemas.microsoft.com/office/drawing/2014/main" id="{23507348-DEC4-4222-8851-C7B6E9CEA5CC}"/>
                </a:ext>
              </a:extLst>
            </p:cNvPr>
            <p:cNvSpPr/>
            <p:nvPr/>
          </p:nvSpPr>
          <p:spPr>
            <a:xfrm>
              <a:off x="6889800" y="1171275"/>
              <a:ext cx="483175" cy="1173525"/>
            </a:xfrm>
            <a:custGeom>
              <a:avLst/>
              <a:gdLst/>
              <a:ahLst/>
              <a:cxnLst/>
              <a:rect l="l" t="t" r="r" b="b"/>
              <a:pathLst>
                <a:path w="19327" h="46941" extrusionOk="0">
                  <a:moveTo>
                    <a:pt x="9247" y="731"/>
                  </a:moveTo>
                  <a:cubicBezTo>
                    <a:pt x="9512" y="731"/>
                    <a:pt x="9806" y="760"/>
                    <a:pt x="10158" y="941"/>
                  </a:cubicBezTo>
                  <a:cubicBezTo>
                    <a:pt x="9317" y="1027"/>
                    <a:pt x="8603" y="1182"/>
                    <a:pt x="7893" y="1182"/>
                  </a:cubicBezTo>
                  <a:cubicBezTo>
                    <a:pt x="7702" y="1182"/>
                    <a:pt x="7512" y="1171"/>
                    <a:pt x="7320" y="1145"/>
                  </a:cubicBezTo>
                  <a:cubicBezTo>
                    <a:pt x="7219" y="1132"/>
                    <a:pt x="7116" y="1126"/>
                    <a:pt x="7011" y="1126"/>
                  </a:cubicBezTo>
                  <a:cubicBezTo>
                    <a:pt x="6599" y="1126"/>
                    <a:pt x="6169" y="1214"/>
                    <a:pt x="5769" y="1301"/>
                  </a:cubicBezTo>
                  <a:cubicBezTo>
                    <a:pt x="4860" y="1505"/>
                    <a:pt x="3919" y="1458"/>
                    <a:pt x="3041" y="1787"/>
                  </a:cubicBezTo>
                  <a:cubicBezTo>
                    <a:pt x="3028" y="1790"/>
                    <a:pt x="3012" y="1791"/>
                    <a:pt x="2994" y="1791"/>
                  </a:cubicBezTo>
                  <a:cubicBezTo>
                    <a:pt x="2908" y="1791"/>
                    <a:pt x="2783" y="1761"/>
                    <a:pt x="2744" y="1709"/>
                  </a:cubicBezTo>
                  <a:cubicBezTo>
                    <a:pt x="2681" y="1599"/>
                    <a:pt x="2791" y="1505"/>
                    <a:pt x="2885" y="1442"/>
                  </a:cubicBezTo>
                  <a:cubicBezTo>
                    <a:pt x="3635" y="995"/>
                    <a:pt x="4465" y="747"/>
                    <a:pt x="5325" y="747"/>
                  </a:cubicBezTo>
                  <a:cubicBezTo>
                    <a:pt x="5400" y="747"/>
                    <a:pt x="5474" y="749"/>
                    <a:pt x="5549" y="753"/>
                  </a:cubicBezTo>
                  <a:cubicBezTo>
                    <a:pt x="5902" y="768"/>
                    <a:pt x="6255" y="773"/>
                    <a:pt x="6608" y="773"/>
                  </a:cubicBezTo>
                  <a:cubicBezTo>
                    <a:pt x="7368" y="773"/>
                    <a:pt x="8128" y="748"/>
                    <a:pt x="8888" y="737"/>
                  </a:cubicBezTo>
                  <a:cubicBezTo>
                    <a:pt x="9003" y="737"/>
                    <a:pt x="9122" y="731"/>
                    <a:pt x="9247" y="731"/>
                  </a:cubicBezTo>
                  <a:close/>
                  <a:moveTo>
                    <a:pt x="10079" y="1669"/>
                  </a:moveTo>
                  <a:cubicBezTo>
                    <a:pt x="10600" y="1669"/>
                    <a:pt x="10734" y="1848"/>
                    <a:pt x="10832" y="2446"/>
                  </a:cubicBezTo>
                  <a:cubicBezTo>
                    <a:pt x="10941" y="2994"/>
                    <a:pt x="10988" y="3543"/>
                    <a:pt x="10941" y="4107"/>
                  </a:cubicBezTo>
                  <a:cubicBezTo>
                    <a:pt x="10910" y="4515"/>
                    <a:pt x="10879" y="4922"/>
                    <a:pt x="10847" y="5424"/>
                  </a:cubicBezTo>
                  <a:cubicBezTo>
                    <a:pt x="10232" y="5585"/>
                    <a:pt x="9671" y="5787"/>
                    <a:pt x="9075" y="5787"/>
                  </a:cubicBezTo>
                  <a:cubicBezTo>
                    <a:pt x="9034" y="5787"/>
                    <a:pt x="8992" y="5786"/>
                    <a:pt x="8951" y="5784"/>
                  </a:cubicBezTo>
                  <a:cubicBezTo>
                    <a:pt x="8653" y="5769"/>
                    <a:pt x="8355" y="5737"/>
                    <a:pt x="8073" y="5674"/>
                  </a:cubicBezTo>
                  <a:cubicBezTo>
                    <a:pt x="7806" y="5612"/>
                    <a:pt x="7618" y="5439"/>
                    <a:pt x="7587" y="5142"/>
                  </a:cubicBezTo>
                  <a:cubicBezTo>
                    <a:pt x="7477" y="4170"/>
                    <a:pt x="7571" y="3214"/>
                    <a:pt x="7822" y="2273"/>
                  </a:cubicBezTo>
                  <a:cubicBezTo>
                    <a:pt x="7869" y="2069"/>
                    <a:pt x="7994" y="1944"/>
                    <a:pt x="8198" y="1913"/>
                  </a:cubicBezTo>
                  <a:cubicBezTo>
                    <a:pt x="8747" y="1819"/>
                    <a:pt x="9295" y="1725"/>
                    <a:pt x="9860" y="1678"/>
                  </a:cubicBezTo>
                  <a:cubicBezTo>
                    <a:pt x="9940" y="1672"/>
                    <a:pt x="10012" y="1669"/>
                    <a:pt x="10079" y="1669"/>
                  </a:cubicBezTo>
                  <a:close/>
                  <a:moveTo>
                    <a:pt x="10661" y="6212"/>
                  </a:moveTo>
                  <a:cubicBezTo>
                    <a:pt x="11412" y="6212"/>
                    <a:pt x="11729" y="6987"/>
                    <a:pt x="11553" y="7775"/>
                  </a:cubicBezTo>
                  <a:cubicBezTo>
                    <a:pt x="11506" y="7979"/>
                    <a:pt x="11364" y="8104"/>
                    <a:pt x="11192" y="8182"/>
                  </a:cubicBezTo>
                  <a:cubicBezTo>
                    <a:pt x="10847" y="8339"/>
                    <a:pt x="10502" y="8464"/>
                    <a:pt x="10110" y="8464"/>
                  </a:cubicBezTo>
                  <a:lnTo>
                    <a:pt x="9107" y="8464"/>
                  </a:lnTo>
                  <a:cubicBezTo>
                    <a:pt x="9107" y="8480"/>
                    <a:pt x="9107" y="8512"/>
                    <a:pt x="9107" y="8527"/>
                  </a:cubicBezTo>
                  <a:cubicBezTo>
                    <a:pt x="8621" y="8496"/>
                    <a:pt x="8136" y="8496"/>
                    <a:pt x="7650" y="8433"/>
                  </a:cubicBezTo>
                  <a:cubicBezTo>
                    <a:pt x="6897" y="8339"/>
                    <a:pt x="6788" y="8167"/>
                    <a:pt x="6882" y="7399"/>
                  </a:cubicBezTo>
                  <a:cubicBezTo>
                    <a:pt x="6897" y="7352"/>
                    <a:pt x="6897" y="7320"/>
                    <a:pt x="6897" y="7273"/>
                  </a:cubicBezTo>
                  <a:cubicBezTo>
                    <a:pt x="6960" y="6866"/>
                    <a:pt x="7211" y="6615"/>
                    <a:pt x="7618" y="6521"/>
                  </a:cubicBezTo>
                  <a:cubicBezTo>
                    <a:pt x="7825" y="6482"/>
                    <a:pt x="8042" y="6454"/>
                    <a:pt x="8260" y="6454"/>
                  </a:cubicBezTo>
                  <a:cubicBezTo>
                    <a:pt x="8308" y="6454"/>
                    <a:pt x="8355" y="6455"/>
                    <a:pt x="8402" y="6458"/>
                  </a:cubicBezTo>
                  <a:cubicBezTo>
                    <a:pt x="8540" y="6465"/>
                    <a:pt x="8678" y="6469"/>
                    <a:pt x="8815" y="6469"/>
                  </a:cubicBezTo>
                  <a:cubicBezTo>
                    <a:pt x="9314" y="6469"/>
                    <a:pt x="9803" y="6418"/>
                    <a:pt x="10283" y="6270"/>
                  </a:cubicBezTo>
                  <a:cubicBezTo>
                    <a:pt x="10419" y="6230"/>
                    <a:pt x="10546" y="6212"/>
                    <a:pt x="10661" y="6212"/>
                  </a:cubicBezTo>
                  <a:close/>
                  <a:moveTo>
                    <a:pt x="12926" y="8182"/>
                  </a:moveTo>
                  <a:cubicBezTo>
                    <a:pt x="13100" y="8182"/>
                    <a:pt x="13280" y="8219"/>
                    <a:pt x="13465" y="8276"/>
                  </a:cubicBezTo>
                  <a:cubicBezTo>
                    <a:pt x="13778" y="8370"/>
                    <a:pt x="14107" y="8449"/>
                    <a:pt x="14437" y="8527"/>
                  </a:cubicBezTo>
                  <a:cubicBezTo>
                    <a:pt x="14719" y="8590"/>
                    <a:pt x="15001" y="8653"/>
                    <a:pt x="15330" y="8966"/>
                  </a:cubicBezTo>
                  <a:cubicBezTo>
                    <a:pt x="14499" y="9577"/>
                    <a:pt x="13590" y="9671"/>
                    <a:pt x="12712" y="9781"/>
                  </a:cubicBezTo>
                  <a:cubicBezTo>
                    <a:pt x="11458" y="9938"/>
                    <a:pt x="10189" y="10016"/>
                    <a:pt x="8919" y="10126"/>
                  </a:cubicBezTo>
                  <a:cubicBezTo>
                    <a:pt x="8864" y="10137"/>
                    <a:pt x="8816" y="10148"/>
                    <a:pt x="8765" y="10148"/>
                  </a:cubicBezTo>
                  <a:cubicBezTo>
                    <a:pt x="8744" y="10148"/>
                    <a:pt x="8723" y="10146"/>
                    <a:pt x="8700" y="10142"/>
                  </a:cubicBezTo>
                  <a:cubicBezTo>
                    <a:pt x="8177" y="10080"/>
                    <a:pt x="7651" y="10067"/>
                    <a:pt x="7125" y="10067"/>
                  </a:cubicBezTo>
                  <a:cubicBezTo>
                    <a:pt x="6727" y="10067"/>
                    <a:pt x="6329" y="10074"/>
                    <a:pt x="5930" y="10074"/>
                  </a:cubicBezTo>
                  <a:cubicBezTo>
                    <a:pt x="5511" y="10074"/>
                    <a:pt x="5091" y="10066"/>
                    <a:pt x="4672" y="10032"/>
                  </a:cubicBezTo>
                  <a:cubicBezTo>
                    <a:pt x="4233" y="10001"/>
                    <a:pt x="3778" y="9954"/>
                    <a:pt x="3371" y="9750"/>
                  </a:cubicBezTo>
                  <a:cubicBezTo>
                    <a:pt x="3135" y="9640"/>
                    <a:pt x="3073" y="9358"/>
                    <a:pt x="3292" y="9233"/>
                  </a:cubicBezTo>
                  <a:cubicBezTo>
                    <a:pt x="3935" y="8825"/>
                    <a:pt x="4624" y="8574"/>
                    <a:pt x="5361" y="8417"/>
                  </a:cubicBezTo>
                  <a:cubicBezTo>
                    <a:pt x="5408" y="8410"/>
                    <a:pt x="5454" y="8406"/>
                    <a:pt x="5498" y="8406"/>
                  </a:cubicBezTo>
                  <a:cubicBezTo>
                    <a:pt x="5720" y="8406"/>
                    <a:pt x="5907" y="8504"/>
                    <a:pt x="6051" y="8700"/>
                  </a:cubicBezTo>
                  <a:cubicBezTo>
                    <a:pt x="6286" y="8982"/>
                    <a:pt x="6599" y="9044"/>
                    <a:pt x="6944" y="9091"/>
                  </a:cubicBezTo>
                  <a:cubicBezTo>
                    <a:pt x="7384" y="9133"/>
                    <a:pt x="7820" y="9152"/>
                    <a:pt x="8255" y="9152"/>
                  </a:cubicBezTo>
                  <a:cubicBezTo>
                    <a:pt x="9309" y="9152"/>
                    <a:pt x="10352" y="9036"/>
                    <a:pt x="11396" y="8825"/>
                  </a:cubicBezTo>
                  <a:cubicBezTo>
                    <a:pt x="11709" y="8778"/>
                    <a:pt x="11991" y="8668"/>
                    <a:pt x="12211" y="8464"/>
                  </a:cubicBezTo>
                  <a:cubicBezTo>
                    <a:pt x="12434" y="8260"/>
                    <a:pt x="12673" y="8182"/>
                    <a:pt x="12926" y="8182"/>
                  </a:cubicBezTo>
                  <a:close/>
                  <a:moveTo>
                    <a:pt x="15601" y="9838"/>
                  </a:moveTo>
                  <a:cubicBezTo>
                    <a:pt x="15862" y="9838"/>
                    <a:pt x="15972" y="9944"/>
                    <a:pt x="16082" y="10220"/>
                  </a:cubicBezTo>
                  <a:cubicBezTo>
                    <a:pt x="16098" y="10298"/>
                    <a:pt x="16129" y="10361"/>
                    <a:pt x="16145" y="10439"/>
                  </a:cubicBezTo>
                  <a:cubicBezTo>
                    <a:pt x="16647" y="12446"/>
                    <a:pt x="16992" y="14468"/>
                    <a:pt x="17101" y="16537"/>
                  </a:cubicBezTo>
                  <a:cubicBezTo>
                    <a:pt x="17117" y="16866"/>
                    <a:pt x="17070" y="17211"/>
                    <a:pt x="17117" y="17540"/>
                  </a:cubicBezTo>
                  <a:cubicBezTo>
                    <a:pt x="17477" y="19546"/>
                    <a:pt x="17399" y="21568"/>
                    <a:pt x="17524" y="23590"/>
                  </a:cubicBezTo>
                  <a:cubicBezTo>
                    <a:pt x="17650" y="25299"/>
                    <a:pt x="17791" y="27023"/>
                    <a:pt x="17901" y="28731"/>
                  </a:cubicBezTo>
                  <a:cubicBezTo>
                    <a:pt x="17979" y="30189"/>
                    <a:pt x="18042" y="31647"/>
                    <a:pt x="18136" y="33105"/>
                  </a:cubicBezTo>
                  <a:cubicBezTo>
                    <a:pt x="18277" y="35268"/>
                    <a:pt x="18434" y="37431"/>
                    <a:pt x="18606" y="39594"/>
                  </a:cubicBezTo>
                  <a:cubicBezTo>
                    <a:pt x="18669" y="40424"/>
                    <a:pt x="18637" y="41240"/>
                    <a:pt x="18559" y="42070"/>
                  </a:cubicBezTo>
                  <a:cubicBezTo>
                    <a:pt x="18512" y="42509"/>
                    <a:pt x="18434" y="42964"/>
                    <a:pt x="18402" y="43403"/>
                  </a:cubicBezTo>
                  <a:cubicBezTo>
                    <a:pt x="18371" y="43983"/>
                    <a:pt x="18089" y="44390"/>
                    <a:pt x="17603" y="44672"/>
                  </a:cubicBezTo>
                  <a:cubicBezTo>
                    <a:pt x="17509" y="44735"/>
                    <a:pt x="17415" y="44798"/>
                    <a:pt x="17305" y="44829"/>
                  </a:cubicBezTo>
                  <a:cubicBezTo>
                    <a:pt x="16098" y="45315"/>
                    <a:pt x="14891" y="45816"/>
                    <a:pt x="13575" y="46004"/>
                  </a:cubicBezTo>
                  <a:cubicBezTo>
                    <a:pt x="12603" y="46161"/>
                    <a:pt x="11647" y="46177"/>
                    <a:pt x="10675" y="46224"/>
                  </a:cubicBezTo>
                  <a:cubicBezTo>
                    <a:pt x="10591" y="46224"/>
                    <a:pt x="10515" y="46231"/>
                    <a:pt x="10440" y="46231"/>
                  </a:cubicBezTo>
                  <a:cubicBezTo>
                    <a:pt x="10403" y="46231"/>
                    <a:pt x="10367" y="46229"/>
                    <a:pt x="10330" y="46224"/>
                  </a:cubicBezTo>
                  <a:cubicBezTo>
                    <a:pt x="8998" y="46004"/>
                    <a:pt x="7634" y="46099"/>
                    <a:pt x="6302" y="45973"/>
                  </a:cubicBezTo>
                  <a:cubicBezTo>
                    <a:pt x="5095" y="45848"/>
                    <a:pt x="3856" y="45675"/>
                    <a:pt x="2712" y="45174"/>
                  </a:cubicBezTo>
                  <a:cubicBezTo>
                    <a:pt x="2195" y="44954"/>
                    <a:pt x="1646" y="44860"/>
                    <a:pt x="1223" y="44453"/>
                  </a:cubicBezTo>
                  <a:cubicBezTo>
                    <a:pt x="925" y="44171"/>
                    <a:pt x="753" y="43873"/>
                    <a:pt x="737" y="43481"/>
                  </a:cubicBezTo>
                  <a:cubicBezTo>
                    <a:pt x="706" y="42995"/>
                    <a:pt x="643" y="42509"/>
                    <a:pt x="659" y="42023"/>
                  </a:cubicBezTo>
                  <a:cubicBezTo>
                    <a:pt x="690" y="40158"/>
                    <a:pt x="596" y="38293"/>
                    <a:pt x="753" y="36412"/>
                  </a:cubicBezTo>
                  <a:cubicBezTo>
                    <a:pt x="847" y="35409"/>
                    <a:pt x="769" y="34390"/>
                    <a:pt x="769" y="33387"/>
                  </a:cubicBezTo>
                  <a:cubicBezTo>
                    <a:pt x="737" y="30879"/>
                    <a:pt x="831" y="28371"/>
                    <a:pt x="831" y="25863"/>
                  </a:cubicBezTo>
                  <a:cubicBezTo>
                    <a:pt x="831" y="23339"/>
                    <a:pt x="1207" y="20863"/>
                    <a:pt x="1380" y="18355"/>
                  </a:cubicBezTo>
                  <a:cubicBezTo>
                    <a:pt x="1521" y="16349"/>
                    <a:pt x="1803" y="14342"/>
                    <a:pt x="2023" y="12320"/>
                  </a:cubicBezTo>
                  <a:cubicBezTo>
                    <a:pt x="2070" y="11772"/>
                    <a:pt x="2117" y="11208"/>
                    <a:pt x="2195" y="10659"/>
                  </a:cubicBezTo>
                  <a:cubicBezTo>
                    <a:pt x="2223" y="10417"/>
                    <a:pt x="2381" y="10278"/>
                    <a:pt x="2598" y="10278"/>
                  </a:cubicBezTo>
                  <a:cubicBezTo>
                    <a:pt x="2620" y="10278"/>
                    <a:pt x="2642" y="10280"/>
                    <a:pt x="2665" y="10283"/>
                  </a:cubicBezTo>
                  <a:cubicBezTo>
                    <a:pt x="2932" y="10314"/>
                    <a:pt x="3198" y="10345"/>
                    <a:pt x="3449" y="10408"/>
                  </a:cubicBezTo>
                  <a:cubicBezTo>
                    <a:pt x="4624" y="10690"/>
                    <a:pt x="5816" y="10690"/>
                    <a:pt x="7023" y="10690"/>
                  </a:cubicBezTo>
                  <a:cubicBezTo>
                    <a:pt x="8700" y="10675"/>
                    <a:pt x="10377" y="10612"/>
                    <a:pt x="12054" y="10424"/>
                  </a:cubicBezTo>
                  <a:cubicBezTo>
                    <a:pt x="13026" y="10314"/>
                    <a:pt x="13998" y="10220"/>
                    <a:pt x="14938" y="9938"/>
                  </a:cubicBezTo>
                  <a:cubicBezTo>
                    <a:pt x="15111" y="9875"/>
                    <a:pt x="15299" y="9860"/>
                    <a:pt x="15487" y="9844"/>
                  </a:cubicBezTo>
                  <a:cubicBezTo>
                    <a:pt x="15528" y="9840"/>
                    <a:pt x="15566" y="9838"/>
                    <a:pt x="15601" y="9838"/>
                  </a:cubicBezTo>
                  <a:close/>
                  <a:moveTo>
                    <a:pt x="10142" y="0"/>
                  </a:moveTo>
                  <a:cubicBezTo>
                    <a:pt x="9922" y="0"/>
                    <a:pt x="9703" y="32"/>
                    <a:pt x="9468" y="32"/>
                  </a:cubicBezTo>
                  <a:cubicBezTo>
                    <a:pt x="8759" y="54"/>
                    <a:pt x="8043" y="123"/>
                    <a:pt x="7330" y="123"/>
                  </a:cubicBezTo>
                  <a:cubicBezTo>
                    <a:pt x="7033" y="123"/>
                    <a:pt x="6737" y="111"/>
                    <a:pt x="6443" y="79"/>
                  </a:cubicBezTo>
                  <a:cubicBezTo>
                    <a:pt x="6279" y="60"/>
                    <a:pt x="6116" y="52"/>
                    <a:pt x="5954" y="52"/>
                  </a:cubicBezTo>
                  <a:cubicBezTo>
                    <a:pt x="5291" y="52"/>
                    <a:pt x="4639" y="188"/>
                    <a:pt x="3998" y="314"/>
                  </a:cubicBezTo>
                  <a:cubicBezTo>
                    <a:pt x="3324" y="439"/>
                    <a:pt x="2728" y="753"/>
                    <a:pt x="2179" y="1145"/>
                  </a:cubicBezTo>
                  <a:cubicBezTo>
                    <a:pt x="1709" y="1474"/>
                    <a:pt x="1756" y="2383"/>
                    <a:pt x="2226" y="2712"/>
                  </a:cubicBezTo>
                  <a:cubicBezTo>
                    <a:pt x="2291" y="2751"/>
                    <a:pt x="2398" y="2779"/>
                    <a:pt x="2486" y="2779"/>
                  </a:cubicBezTo>
                  <a:cubicBezTo>
                    <a:pt x="2505" y="2779"/>
                    <a:pt x="2523" y="2777"/>
                    <a:pt x="2540" y="2775"/>
                  </a:cubicBezTo>
                  <a:cubicBezTo>
                    <a:pt x="2681" y="2759"/>
                    <a:pt x="2822" y="2696"/>
                    <a:pt x="2963" y="2634"/>
                  </a:cubicBezTo>
                  <a:cubicBezTo>
                    <a:pt x="4013" y="2054"/>
                    <a:pt x="5204" y="2101"/>
                    <a:pt x="6349" y="1944"/>
                  </a:cubicBezTo>
                  <a:cubicBezTo>
                    <a:pt x="6397" y="1938"/>
                    <a:pt x="6442" y="1934"/>
                    <a:pt x="6485" y="1934"/>
                  </a:cubicBezTo>
                  <a:cubicBezTo>
                    <a:pt x="6862" y="1934"/>
                    <a:pt x="7043" y="2178"/>
                    <a:pt x="7085" y="2587"/>
                  </a:cubicBezTo>
                  <a:cubicBezTo>
                    <a:pt x="7085" y="2696"/>
                    <a:pt x="7085" y="2806"/>
                    <a:pt x="7085" y="2916"/>
                  </a:cubicBezTo>
                  <a:cubicBezTo>
                    <a:pt x="7038" y="3668"/>
                    <a:pt x="6976" y="4405"/>
                    <a:pt x="6929" y="5157"/>
                  </a:cubicBezTo>
                  <a:cubicBezTo>
                    <a:pt x="6913" y="5392"/>
                    <a:pt x="6866" y="5612"/>
                    <a:pt x="6662" y="5753"/>
                  </a:cubicBezTo>
                  <a:cubicBezTo>
                    <a:pt x="6333" y="6004"/>
                    <a:pt x="6255" y="6333"/>
                    <a:pt x="6223" y="6740"/>
                  </a:cubicBezTo>
                  <a:cubicBezTo>
                    <a:pt x="6161" y="7649"/>
                    <a:pt x="6129" y="7712"/>
                    <a:pt x="5283" y="7822"/>
                  </a:cubicBezTo>
                  <a:cubicBezTo>
                    <a:pt x="4421" y="7947"/>
                    <a:pt x="3653" y="8355"/>
                    <a:pt x="2838" y="8637"/>
                  </a:cubicBezTo>
                  <a:cubicBezTo>
                    <a:pt x="1866" y="8982"/>
                    <a:pt x="1584" y="9703"/>
                    <a:pt x="1505" y="10612"/>
                  </a:cubicBezTo>
                  <a:cubicBezTo>
                    <a:pt x="1490" y="10800"/>
                    <a:pt x="1490" y="10988"/>
                    <a:pt x="1490" y="11176"/>
                  </a:cubicBezTo>
                  <a:cubicBezTo>
                    <a:pt x="1474" y="12524"/>
                    <a:pt x="1286" y="13856"/>
                    <a:pt x="1113" y="15204"/>
                  </a:cubicBezTo>
                  <a:cubicBezTo>
                    <a:pt x="957" y="16380"/>
                    <a:pt x="784" y="17571"/>
                    <a:pt x="800" y="18778"/>
                  </a:cubicBezTo>
                  <a:cubicBezTo>
                    <a:pt x="816" y="19405"/>
                    <a:pt x="722" y="20048"/>
                    <a:pt x="659" y="20675"/>
                  </a:cubicBezTo>
                  <a:cubicBezTo>
                    <a:pt x="471" y="22462"/>
                    <a:pt x="251" y="24249"/>
                    <a:pt x="377" y="26051"/>
                  </a:cubicBezTo>
                  <a:cubicBezTo>
                    <a:pt x="408" y="26537"/>
                    <a:pt x="361" y="27039"/>
                    <a:pt x="298" y="27509"/>
                  </a:cubicBezTo>
                  <a:cubicBezTo>
                    <a:pt x="126" y="28747"/>
                    <a:pt x="157" y="29970"/>
                    <a:pt x="204" y="31208"/>
                  </a:cubicBezTo>
                  <a:cubicBezTo>
                    <a:pt x="251" y="32854"/>
                    <a:pt x="204" y="34500"/>
                    <a:pt x="204" y="36145"/>
                  </a:cubicBezTo>
                  <a:lnTo>
                    <a:pt x="173" y="36145"/>
                  </a:lnTo>
                  <a:cubicBezTo>
                    <a:pt x="142" y="38214"/>
                    <a:pt x="110" y="40268"/>
                    <a:pt x="95" y="42321"/>
                  </a:cubicBezTo>
                  <a:cubicBezTo>
                    <a:pt x="95" y="42917"/>
                    <a:pt x="1" y="43528"/>
                    <a:pt x="110" y="44124"/>
                  </a:cubicBezTo>
                  <a:cubicBezTo>
                    <a:pt x="142" y="44312"/>
                    <a:pt x="189" y="44500"/>
                    <a:pt x="361" y="44609"/>
                  </a:cubicBezTo>
                  <a:cubicBezTo>
                    <a:pt x="1082" y="45048"/>
                    <a:pt x="1709" y="45644"/>
                    <a:pt x="2540" y="45942"/>
                  </a:cubicBezTo>
                  <a:cubicBezTo>
                    <a:pt x="3543" y="46287"/>
                    <a:pt x="4593" y="46396"/>
                    <a:pt x="5596" y="46663"/>
                  </a:cubicBezTo>
                  <a:cubicBezTo>
                    <a:pt x="6035" y="46788"/>
                    <a:pt x="6474" y="46804"/>
                    <a:pt x="6929" y="46804"/>
                  </a:cubicBezTo>
                  <a:cubicBezTo>
                    <a:pt x="7085" y="46801"/>
                    <a:pt x="7240" y="46800"/>
                    <a:pt x="7395" y="46800"/>
                  </a:cubicBezTo>
                  <a:cubicBezTo>
                    <a:pt x="8144" y="46800"/>
                    <a:pt x="8884" y="46830"/>
                    <a:pt x="9625" y="46882"/>
                  </a:cubicBezTo>
                  <a:cubicBezTo>
                    <a:pt x="10202" y="46916"/>
                    <a:pt x="10779" y="46941"/>
                    <a:pt x="11354" y="46941"/>
                  </a:cubicBezTo>
                  <a:cubicBezTo>
                    <a:pt x="12903" y="46941"/>
                    <a:pt x="14436" y="46761"/>
                    <a:pt x="15910" y="46099"/>
                  </a:cubicBezTo>
                  <a:cubicBezTo>
                    <a:pt x="16176" y="45973"/>
                    <a:pt x="16474" y="45895"/>
                    <a:pt x="16756" y="45832"/>
                  </a:cubicBezTo>
                  <a:cubicBezTo>
                    <a:pt x="17368" y="45738"/>
                    <a:pt x="17869" y="45440"/>
                    <a:pt x="18340" y="45048"/>
                  </a:cubicBezTo>
                  <a:cubicBezTo>
                    <a:pt x="18622" y="44813"/>
                    <a:pt x="18794" y="44594"/>
                    <a:pt x="18857" y="44233"/>
                  </a:cubicBezTo>
                  <a:cubicBezTo>
                    <a:pt x="19092" y="42635"/>
                    <a:pt x="19327" y="41036"/>
                    <a:pt x="19092" y="39421"/>
                  </a:cubicBezTo>
                  <a:cubicBezTo>
                    <a:pt x="19029" y="38982"/>
                    <a:pt x="19014" y="38528"/>
                    <a:pt x="18982" y="38073"/>
                  </a:cubicBezTo>
                  <a:cubicBezTo>
                    <a:pt x="18778" y="34719"/>
                    <a:pt x="18590" y="31349"/>
                    <a:pt x="18387" y="27995"/>
                  </a:cubicBezTo>
                  <a:cubicBezTo>
                    <a:pt x="18230" y="25189"/>
                    <a:pt x="18073" y="22383"/>
                    <a:pt x="17901" y="19578"/>
                  </a:cubicBezTo>
                  <a:cubicBezTo>
                    <a:pt x="17885" y="19201"/>
                    <a:pt x="17822" y="18841"/>
                    <a:pt x="17775" y="18465"/>
                  </a:cubicBezTo>
                  <a:cubicBezTo>
                    <a:pt x="17728" y="18026"/>
                    <a:pt x="17650" y="17571"/>
                    <a:pt x="17650" y="17132"/>
                  </a:cubicBezTo>
                  <a:cubicBezTo>
                    <a:pt x="17650" y="15878"/>
                    <a:pt x="17524" y="14672"/>
                    <a:pt x="17258" y="13449"/>
                  </a:cubicBezTo>
                  <a:cubicBezTo>
                    <a:pt x="17023" y="12320"/>
                    <a:pt x="16803" y="11176"/>
                    <a:pt x="16647" y="10016"/>
                  </a:cubicBezTo>
                  <a:cubicBezTo>
                    <a:pt x="16568" y="9468"/>
                    <a:pt x="16380" y="9029"/>
                    <a:pt x="16004" y="8637"/>
                  </a:cubicBezTo>
                  <a:cubicBezTo>
                    <a:pt x="15597" y="8229"/>
                    <a:pt x="15173" y="7900"/>
                    <a:pt x="14578" y="7806"/>
                  </a:cubicBezTo>
                  <a:cubicBezTo>
                    <a:pt x="14092" y="7712"/>
                    <a:pt x="13622" y="7587"/>
                    <a:pt x="13151" y="7477"/>
                  </a:cubicBezTo>
                  <a:cubicBezTo>
                    <a:pt x="12665" y="7367"/>
                    <a:pt x="12352" y="7101"/>
                    <a:pt x="12274" y="6599"/>
                  </a:cubicBezTo>
                  <a:cubicBezTo>
                    <a:pt x="12227" y="6301"/>
                    <a:pt x="12211" y="5941"/>
                    <a:pt x="11944" y="5784"/>
                  </a:cubicBezTo>
                  <a:cubicBezTo>
                    <a:pt x="11506" y="5518"/>
                    <a:pt x="11521" y="5095"/>
                    <a:pt x="11490" y="4703"/>
                  </a:cubicBezTo>
                  <a:cubicBezTo>
                    <a:pt x="11458" y="4076"/>
                    <a:pt x="11474" y="3433"/>
                    <a:pt x="11474" y="2806"/>
                  </a:cubicBezTo>
                  <a:cubicBezTo>
                    <a:pt x="11458" y="2602"/>
                    <a:pt x="11600" y="2461"/>
                    <a:pt x="11662" y="2289"/>
                  </a:cubicBezTo>
                  <a:cubicBezTo>
                    <a:pt x="12117" y="972"/>
                    <a:pt x="11568" y="47"/>
                    <a:pt x="1014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347;p15">
              <a:extLst>
                <a:ext uri="{FF2B5EF4-FFF2-40B4-BE49-F238E27FC236}">
                  <a16:creationId xmlns:a16="http://schemas.microsoft.com/office/drawing/2014/main" id="{AFF7978D-E497-4530-8DD1-D4824EC2FCC3}"/>
                </a:ext>
              </a:extLst>
            </p:cNvPr>
            <p:cNvSpPr/>
            <p:nvPr/>
          </p:nvSpPr>
          <p:spPr>
            <a:xfrm>
              <a:off x="6912550" y="1665350"/>
              <a:ext cx="426100" cy="30900"/>
            </a:xfrm>
            <a:custGeom>
              <a:avLst/>
              <a:gdLst/>
              <a:ahLst/>
              <a:cxnLst/>
              <a:rect l="l" t="t" r="r" b="b"/>
              <a:pathLst>
                <a:path w="17044" h="1236" extrusionOk="0">
                  <a:moveTo>
                    <a:pt x="16736" y="1"/>
                  </a:moveTo>
                  <a:cubicBezTo>
                    <a:pt x="16727" y="1"/>
                    <a:pt x="16718" y="1"/>
                    <a:pt x="16708" y="3"/>
                  </a:cubicBezTo>
                  <a:cubicBezTo>
                    <a:pt x="13441" y="558"/>
                    <a:pt x="10134" y="848"/>
                    <a:pt x="6828" y="848"/>
                  </a:cubicBezTo>
                  <a:cubicBezTo>
                    <a:pt x="4631" y="848"/>
                    <a:pt x="2434" y="720"/>
                    <a:pt x="250" y="457"/>
                  </a:cubicBezTo>
                  <a:cubicBezTo>
                    <a:pt x="241" y="456"/>
                    <a:pt x="232" y="455"/>
                    <a:pt x="223" y="455"/>
                  </a:cubicBezTo>
                  <a:cubicBezTo>
                    <a:pt x="0" y="455"/>
                    <a:pt x="9" y="819"/>
                    <a:pt x="250" y="849"/>
                  </a:cubicBezTo>
                  <a:cubicBezTo>
                    <a:pt x="2430" y="1110"/>
                    <a:pt x="4621" y="1235"/>
                    <a:pt x="6813" y="1235"/>
                  </a:cubicBezTo>
                  <a:cubicBezTo>
                    <a:pt x="10155" y="1235"/>
                    <a:pt x="13499" y="944"/>
                    <a:pt x="16803" y="395"/>
                  </a:cubicBezTo>
                  <a:cubicBezTo>
                    <a:pt x="17043" y="349"/>
                    <a:pt x="16952" y="1"/>
                    <a:pt x="167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348;p15">
              <a:extLst>
                <a:ext uri="{FF2B5EF4-FFF2-40B4-BE49-F238E27FC236}">
                  <a16:creationId xmlns:a16="http://schemas.microsoft.com/office/drawing/2014/main" id="{799F9A77-4212-40E0-BB3F-1ADB15D6C9F1}"/>
                </a:ext>
              </a:extLst>
            </p:cNvPr>
            <p:cNvSpPr/>
            <p:nvPr/>
          </p:nvSpPr>
          <p:spPr>
            <a:xfrm>
              <a:off x="6899375" y="1913575"/>
              <a:ext cx="454050" cy="48350"/>
            </a:xfrm>
            <a:custGeom>
              <a:avLst/>
              <a:gdLst/>
              <a:ahLst/>
              <a:cxnLst/>
              <a:rect l="l" t="t" r="r" b="b"/>
              <a:pathLst>
                <a:path w="18162" h="1934" extrusionOk="0">
                  <a:moveTo>
                    <a:pt x="260" y="1"/>
                  </a:moveTo>
                  <a:cubicBezTo>
                    <a:pt x="70" y="1"/>
                    <a:pt x="0" y="316"/>
                    <a:pt x="213" y="387"/>
                  </a:cubicBezTo>
                  <a:cubicBezTo>
                    <a:pt x="3615" y="1413"/>
                    <a:pt x="7167" y="1934"/>
                    <a:pt x="10717" y="1934"/>
                  </a:cubicBezTo>
                  <a:cubicBezTo>
                    <a:pt x="13137" y="1934"/>
                    <a:pt x="15555" y="1692"/>
                    <a:pt x="17925" y="1202"/>
                  </a:cubicBezTo>
                  <a:cubicBezTo>
                    <a:pt x="18161" y="1158"/>
                    <a:pt x="18078" y="822"/>
                    <a:pt x="17871" y="822"/>
                  </a:cubicBezTo>
                  <a:cubicBezTo>
                    <a:pt x="17858" y="822"/>
                    <a:pt x="17845" y="824"/>
                    <a:pt x="17831" y="826"/>
                  </a:cubicBezTo>
                  <a:cubicBezTo>
                    <a:pt x="15493" y="1308"/>
                    <a:pt x="13106" y="1546"/>
                    <a:pt x="10719" y="1546"/>
                  </a:cubicBezTo>
                  <a:cubicBezTo>
                    <a:pt x="7201" y="1546"/>
                    <a:pt x="3684" y="1029"/>
                    <a:pt x="323" y="11"/>
                  </a:cubicBezTo>
                  <a:cubicBezTo>
                    <a:pt x="301" y="4"/>
                    <a:pt x="280" y="1"/>
                    <a:pt x="2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349;p15">
              <a:extLst>
                <a:ext uri="{FF2B5EF4-FFF2-40B4-BE49-F238E27FC236}">
                  <a16:creationId xmlns:a16="http://schemas.microsoft.com/office/drawing/2014/main" id="{B8F6E1B4-2D54-410F-8A1D-1396E32A317D}"/>
                </a:ext>
              </a:extLst>
            </p:cNvPr>
            <p:cNvSpPr/>
            <p:nvPr/>
          </p:nvSpPr>
          <p:spPr>
            <a:xfrm>
              <a:off x="7037325" y="1754975"/>
              <a:ext cx="249325" cy="30500"/>
            </a:xfrm>
            <a:custGeom>
              <a:avLst/>
              <a:gdLst/>
              <a:ahLst/>
              <a:cxnLst/>
              <a:rect l="l" t="t" r="r" b="b"/>
              <a:pathLst>
                <a:path w="9973" h="1220" extrusionOk="0">
                  <a:moveTo>
                    <a:pt x="7552" y="1"/>
                  </a:moveTo>
                  <a:cubicBezTo>
                    <a:pt x="7453" y="1"/>
                    <a:pt x="7352" y="12"/>
                    <a:pt x="7250" y="38"/>
                  </a:cubicBezTo>
                  <a:cubicBezTo>
                    <a:pt x="6874" y="132"/>
                    <a:pt x="6592" y="383"/>
                    <a:pt x="6263" y="556"/>
                  </a:cubicBezTo>
                  <a:cubicBezTo>
                    <a:pt x="6067" y="667"/>
                    <a:pt x="5896" y="715"/>
                    <a:pt x="5734" y="715"/>
                  </a:cubicBezTo>
                  <a:cubicBezTo>
                    <a:pt x="5442" y="715"/>
                    <a:pt x="5181" y="558"/>
                    <a:pt x="4868" y="336"/>
                  </a:cubicBezTo>
                  <a:cubicBezTo>
                    <a:pt x="4549" y="115"/>
                    <a:pt x="4246" y="9"/>
                    <a:pt x="3929" y="9"/>
                  </a:cubicBezTo>
                  <a:cubicBezTo>
                    <a:pt x="3685" y="9"/>
                    <a:pt x="3433" y="72"/>
                    <a:pt x="3159" y="195"/>
                  </a:cubicBezTo>
                  <a:cubicBezTo>
                    <a:pt x="2752" y="383"/>
                    <a:pt x="2360" y="665"/>
                    <a:pt x="1921" y="744"/>
                  </a:cubicBezTo>
                  <a:cubicBezTo>
                    <a:pt x="1811" y="765"/>
                    <a:pt x="1704" y="775"/>
                    <a:pt x="1601" y="775"/>
                  </a:cubicBezTo>
                  <a:cubicBezTo>
                    <a:pt x="1087" y="775"/>
                    <a:pt x="656" y="527"/>
                    <a:pt x="291" y="148"/>
                  </a:cubicBezTo>
                  <a:cubicBezTo>
                    <a:pt x="263" y="121"/>
                    <a:pt x="230" y="109"/>
                    <a:pt x="197" y="109"/>
                  </a:cubicBezTo>
                  <a:cubicBezTo>
                    <a:pt x="98" y="109"/>
                    <a:pt x="1" y="215"/>
                    <a:pt x="71" y="321"/>
                  </a:cubicBezTo>
                  <a:cubicBezTo>
                    <a:pt x="434" y="852"/>
                    <a:pt x="1065" y="1180"/>
                    <a:pt x="1716" y="1180"/>
                  </a:cubicBezTo>
                  <a:cubicBezTo>
                    <a:pt x="1852" y="1180"/>
                    <a:pt x="1989" y="1165"/>
                    <a:pt x="2125" y="1136"/>
                  </a:cubicBezTo>
                  <a:cubicBezTo>
                    <a:pt x="2595" y="1026"/>
                    <a:pt x="2987" y="728"/>
                    <a:pt x="3441" y="556"/>
                  </a:cubicBezTo>
                  <a:cubicBezTo>
                    <a:pt x="3600" y="494"/>
                    <a:pt x="3739" y="468"/>
                    <a:pt x="3866" y="468"/>
                  </a:cubicBezTo>
                  <a:cubicBezTo>
                    <a:pt x="4352" y="468"/>
                    <a:pt x="4653" y="852"/>
                    <a:pt x="5150" y="1089"/>
                  </a:cubicBezTo>
                  <a:cubicBezTo>
                    <a:pt x="5336" y="1181"/>
                    <a:pt x="5504" y="1219"/>
                    <a:pt x="5662" y="1219"/>
                  </a:cubicBezTo>
                  <a:cubicBezTo>
                    <a:pt x="6277" y="1219"/>
                    <a:pt x="6727" y="643"/>
                    <a:pt x="7376" y="493"/>
                  </a:cubicBezTo>
                  <a:cubicBezTo>
                    <a:pt x="7434" y="482"/>
                    <a:pt x="7494" y="477"/>
                    <a:pt x="7555" y="477"/>
                  </a:cubicBezTo>
                  <a:cubicBezTo>
                    <a:pt x="8073" y="477"/>
                    <a:pt x="8666" y="842"/>
                    <a:pt x="9177" y="842"/>
                  </a:cubicBezTo>
                  <a:cubicBezTo>
                    <a:pt x="9442" y="842"/>
                    <a:pt x="9685" y="744"/>
                    <a:pt x="9884" y="446"/>
                  </a:cubicBezTo>
                  <a:cubicBezTo>
                    <a:pt x="9973" y="318"/>
                    <a:pt x="9854" y="170"/>
                    <a:pt x="9723" y="170"/>
                  </a:cubicBezTo>
                  <a:cubicBezTo>
                    <a:pt x="9693" y="170"/>
                    <a:pt x="9662" y="178"/>
                    <a:pt x="9633" y="195"/>
                  </a:cubicBezTo>
                  <a:cubicBezTo>
                    <a:pt x="9456" y="296"/>
                    <a:pt x="9282" y="333"/>
                    <a:pt x="9109" y="333"/>
                  </a:cubicBezTo>
                  <a:cubicBezTo>
                    <a:pt x="8596" y="333"/>
                    <a:pt x="8093" y="1"/>
                    <a:pt x="75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350;p15">
              <a:extLst>
                <a:ext uri="{FF2B5EF4-FFF2-40B4-BE49-F238E27FC236}">
                  <a16:creationId xmlns:a16="http://schemas.microsoft.com/office/drawing/2014/main" id="{65EC519D-AD7E-44BA-ABCD-B8B605A34568}"/>
                </a:ext>
              </a:extLst>
            </p:cNvPr>
            <p:cNvSpPr/>
            <p:nvPr/>
          </p:nvSpPr>
          <p:spPr>
            <a:xfrm>
              <a:off x="7127075" y="1826375"/>
              <a:ext cx="160875" cy="34600"/>
            </a:xfrm>
            <a:custGeom>
              <a:avLst/>
              <a:gdLst/>
              <a:ahLst/>
              <a:cxnLst/>
              <a:rect l="l" t="t" r="r" b="b"/>
              <a:pathLst>
                <a:path w="6435" h="1384" extrusionOk="0">
                  <a:moveTo>
                    <a:pt x="5822" y="0"/>
                  </a:moveTo>
                  <a:cubicBezTo>
                    <a:pt x="5426" y="0"/>
                    <a:pt x="5033" y="91"/>
                    <a:pt x="4648" y="208"/>
                  </a:cubicBezTo>
                  <a:cubicBezTo>
                    <a:pt x="4141" y="368"/>
                    <a:pt x="3543" y="834"/>
                    <a:pt x="2999" y="834"/>
                  </a:cubicBezTo>
                  <a:cubicBezTo>
                    <a:pt x="2904" y="834"/>
                    <a:pt x="2811" y="820"/>
                    <a:pt x="2720" y="788"/>
                  </a:cubicBezTo>
                  <a:cubicBezTo>
                    <a:pt x="2297" y="631"/>
                    <a:pt x="1967" y="411"/>
                    <a:pt x="1497" y="396"/>
                  </a:cubicBezTo>
                  <a:cubicBezTo>
                    <a:pt x="1451" y="393"/>
                    <a:pt x="1404" y="391"/>
                    <a:pt x="1358" y="391"/>
                  </a:cubicBezTo>
                  <a:cubicBezTo>
                    <a:pt x="908" y="391"/>
                    <a:pt x="483" y="527"/>
                    <a:pt x="71" y="741"/>
                  </a:cubicBezTo>
                  <a:cubicBezTo>
                    <a:pt x="0" y="783"/>
                    <a:pt x="44" y="902"/>
                    <a:pt x="123" y="902"/>
                  </a:cubicBezTo>
                  <a:cubicBezTo>
                    <a:pt x="131" y="902"/>
                    <a:pt x="140" y="900"/>
                    <a:pt x="149" y="897"/>
                  </a:cubicBezTo>
                  <a:cubicBezTo>
                    <a:pt x="440" y="777"/>
                    <a:pt x="750" y="717"/>
                    <a:pt x="1063" y="717"/>
                  </a:cubicBezTo>
                  <a:cubicBezTo>
                    <a:pt x="1440" y="717"/>
                    <a:pt x="1820" y="804"/>
                    <a:pt x="2171" y="976"/>
                  </a:cubicBezTo>
                  <a:cubicBezTo>
                    <a:pt x="2461" y="1128"/>
                    <a:pt x="2720" y="1384"/>
                    <a:pt x="3080" y="1384"/>
                  </a:cubicBezTo>
                  <a:cubicBezTo>
                    <a:pt x="3090" y="1384"/>
                    <a:pt x="3101" y="1384"/>
                    <a:pt x="3112" y="1383"/>
                  </a:cubicBezTo>
                  <a:cubicBezTo>
                    <a:pt x="3582" y="1352"/>
                    <a:pt x="4036" y="960"/>
                    <a:pt x="4460" y="803"/>
                  </a:cubicBezTo>
                  <a:cubicBezTo>
                    <a:pt x="5040" y="599"/>
                    <a:pt x="5635" y="584"/>
                    <a:pt x="6231" y="443"/>
                  </a:cubicBezTo>
                  <a:cubicBezTo>
                    <a:pt x="6419" y="396"/>
                    <a:pt x="6435" y="67"/>
                    <a:pt x="6231" y="35"/>
                  </a:cubicBezTo>
                  <a:cubicBezTo>
                    <a:pt x="6094" y="11"/>
                    <a:pt x="5958" y="0"/>
                    <a:pt x="58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351;p15">
              <a:extLst>
                <a:ext uri="{FF2B5EF4-FFF2-40B4-BE49-F238E27FC236}">
                  <a16:creationId xmlns:a16="http://schemas.microsoft.com/office/drawing/2014/main" id="{072EAB15-1F7E-4FB1-8CE6-479EB48A2F39}"/>
                </a:ext>
              </a:extLst>
            </p:cNvPr>
            <p:cNvSpPr/>
            <p:nvPr/>
          </p:nvSpPr>
          <p:spPr>
            <a:xfrm>
              <a:off x="7302825" y="1983100"/>
              <a:ext cx="27050" cy="253775"/>
            </a:xfrm>
            <a:custGeom>
              <a:avLst/>
              <a:gdLst/>
              <a:ahLst/>
              <a:cxnLst/>
              <a:rect l="l" t="t" r="r" b="b"/>
              <a:pathLst>
                <a:path w="1082" h="10151" extrusionOk="0">
                  <a:moveTo>
                    <a:pt x="200" y="0"/>
                  </a:moveTo>
                  <a:cubicBezTo>
                    <a:pt x="164" y="0"/>
                    <a:pt x="126" y="24"/>
                    <a:pt x="126" y="67"/>
                  </a:cubicBezTo>
                  <a:cubicBezTo>
                    <a:pt x="0" y="1760"/>
                    <a:pt x="173" y="3469"/>
                    <a:pt x="267" y="5161"/>
                  </a:cubicBezTo>
                  <a:cubicBezTo>
                    <a:pt x="345" y="6760"/>
                    <a:pt x="314" y="8453"/>
                    <a:pt x="612" y="10036"/>
                  </a:cubicBezTo>
                  <a:cubicBezTo>
                    <a:pt x="632" y="10116"/>
                    <a:pt x="694" y="10151"/>
                    <a:pt x="761" y="10151"/>
                  </a:cubicBezTo>
                  <a:cubicBezTo>
                    <a:pt x="851" y="10151"/>
                    <a:pt x="947" y="10088"/>
                    <a:pt x="956" y="9989"/>
                  </a:cubicBezTo>
                  <a:cubicBezTo>
                    <a:pt x="1082" y="8328"/>
                    <a:pt x="831" y="6572"/>
                    <a:pt x="721" y="4895"/>
                  </a:cubicBezTo>
                  <a:cubicBezTo>
                    <a:pt x="612" y="3280"/>
                    <a:pt x="580" y="1635"/>
                    <a:pt x="267" y="52"/>
                  </a:cubicBezTo>
                  <a:cubicBezTo>
                    <a:pt x="260" y="16"/>
                    <a:pt x="230" y="0"/>
                    <a:pt x="2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352;p15">
              <a:extLst>
                <a:ext uri="{FF2B5EF4-FFF2-40B4-BE49-F238E27FC236}">
                  <a16:creationId xmlns:a16="http://schemas.microsoft.com/office/drawing/2014/main" id="{F0711AE3-308F-4F31-99C9-0C5F5721DFC4}"/>
                </a:ext>
              </a:extLst>
            </p:cNvPr>
            <p:cNvSpPr/>
            <p:nvPr/>
          </p:nvSpPr>
          <p:spPr>
            <a:xfrm>
              <a:off x="7272650" y="2157050"/>
              <a:ext cx="16100" cy="89475"/>
            </a:xfrm>
            <a:custGeom>
              <a:avLst/>
              <a:gdLst/>
              <a:ahLst/>
              <a:cxnLst/>
              <a:rect l="l" t="t" r="r" b="b"/>
              <a:pathLst>
                <a:path w="644" h="3579" extrusionOk="0">
                  <a:moveTo>
                    <a:pt x="241" y="1"/>
                  </a:moveTo>
                  <a:cubicBezTo>
                    <a:pt x="156" y="1"/>
                    <a:pt x="63" y="64"/>
                    <a:pt x="63" y="163"/>
                  </a:cubicBezTo>
                  <a:cubicBezTo>
                    <a:pt x="0" y="1244"/>
                    <a:pt x="63" y="2404"/>
                    <a:pt x="267" y="3470"/>
                  </a:cubicBezTo>
                  <a:cubicBezTo>
                    <a:pt x="280" y="3545"/>
                    <a:pt x="338" y="3578"/>
                    <a:pt x="399" y="3578"/>
                  </a:cubicBezTo>
                  <a:cubicBezTo>
                    <a:pt x="479" y="3578"/>
                    <a:pt x="565" y="3521"/>
                    <a:pt x="565" y="3423"/>
                  </a:cubicBezTo>
                  <a:cubicBezTo>
                    <a:pt x="643" y="2357"/>
                    <a:pt x="565" y="1182"/>
                    <a:pt x="377" y="116"/>
                  </a:cubicBezTo>
                  <a:cubicBezTo>
                    <a:pt x="363" y="36"/>
                    <a:pt x="304" y="1"/>
                    <a:pt x="2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" name="Google Shape;353;p15">
            <a:extLst>
              <a:ext uri="{FF2B5EF4-FFF2-40B4-BE49-F238E27FC236}">
                <a16:creationId xmlns:a16="http://schemas.microsoft.com/office/drawing/2014/main" id="{3A1693CF-782C-4D7B-8D59-826CCF5336BE}"/>
              </a:ext>
            </a:extLst>
          </p:cNvPr>
          <p:cNvGrpSpPr/>
          <p:nvPr/>
        </p:nvGrpSpPr>
        <p:grpSpPr>
          <a:xfrm rot="-996901">
            <a:off x="68359" y="4447272"/>
            <a:ext cx="602264" cy="514275"/>
            <a:chOff x="8902375" y="942775"/>
            <a:chExt cx="897400" cy="766150"/>
          </a:xfrm>
        </p:grpSpPr>
        <p:sp>
          <p:nvSpPr>
            <p:cNvPr id="100" name="Google Shape;354;p15">
              <a:extLst>
                <a:ext uri="{FF2B5EF4-FFF2-40B4-BE49-F238E27FC236}">
                  <a16:creationId xmlns:a16="http://schemas.microsoft.com/office/drawing/2014/main" id="{87A495CF-9898-460A-BD3E-3E9A48ECA731}"/>
                </a:ext>
              </a:extLst>
            </p:cNvPr>
            <p:cNvSpPr/>
            <p:nvPr/>
          </p:nvSpPr>
          <p:spPr>
            <a:xfrm>
              <a:off x="8902375" y="942775"/>
              <a:ext cx="897400" cy="766150"/>
            </a:xfrm>
            <a:custGeom>
              <a:avLst/>
              <a:gdLst/>
              <a:ahLst/>
              <a:cxnLst/>
              <a:rect l="l" t="t" r="r" b="b"/>
              <a:pathLst>
                <a:path w="35896" h="30646" extrusionOk="0">
                  <a:moveTo>
                    <a:pt x="1886" y="681"/>
                  </a:moveTo>
                  <a:cubicBezTo>
                    <a:pt x="2031" y="681"/>
                    <a:pt x="2179" y="705"/>
                    <a:pt x="2321" y="755"/>
                  </a:cubicBezTo>
                  <a:cubicBezTo>
                    <a:pt x="3120" y="1005"/>
                    <a:pt x="3857" y="1413"/>
                    <a:pt x="4343" y="2118"/>
                  </a:cubicBezTo>
                  <a:cubicBezTo>
                    <a:pt x="4891" y="2918"/>
                    <a:pt x="5409" y="3733"/>
                    <a:pt x="5894" y="4579"/>
                  </a:cubicBezTo>
                  <a:cubicBezTo>
                    <a:pt x="6631" y="5880"/>
                    <a:pt x="7336" y="7212"/>
                    <a:pt x="8261" y="8388"/>
                  </a:cubicBezTo>
                  <a:cubicBezTo>
                    <a:pt x="9186" y="9564"/>
                    <a:pt x="9985" y="10833"/>
                    <a:pt x="10832" y="12071"/>
                  </a:cubicBezTo>
                  <a:cubicBezTo>
                    <a:pt x="11208" y="12636"/>
                    <a:pt x="11553" y="13200"/>
                    <a:pt x="11913" y="13764"/>
                  </a:cubicBezTo>
                  <a:cubicBezTo>
                    <a:pt x="11976" y="13858"/>
                    <a:pt x="11976" y="13984"/>
                    <a:pt x="12007" y="14062"/>
                  </a:cubicBezTo>
                  <a:cubicBezTo>
                    <a:pt x="11945" y="14140"/>
                    <a:pt x="11913" y="14235"/>
                    <a:pt x="11866" y="14250"/>
                  </a:cubicBezTo>
                  <a:cubicBezTo>
                    <a:pt x="11553" y="14376"/>
                    <a:pt x="11239" y="14564"/>
                    <a:pt x="10910" y="14579"/>
                  </a:cubicBezTo>
                  <a:cubicBezTo>
                    <a:pt x="10393" y="14611"/>
                    <a:pt x="9891" y="14611"/>
                    <a:pt x="9421" y="14924"/>
                  </a:cubicBezTo>
                  <a:cubicBezTo>
                    <a:pt x="9381" y="14949"/>
                    <a:pt x="9336" y="14959"/>
                    <a:pt x="9289" y="14959"/>
                  </a:cubicBezTo>
                  <a:cubicBezTo>
                    <a:pt x="9157" y="14959"/>
                    <a:pt x="9012" y="14872"/>
                    <a:pt x="8920" y="14767"/>
                  </a:cubicBezTo>
                  <a:cubicBezTo>
                    <a:pt x="8716" y="14548"/>
                    <a:pt x="8543" y="14313"/>
                    <a:pt x="8355" y="14078"/>
                  </a:cubicBezTo>
                  <a:cubicBezTo>
                    <a:pt x="8230" y="13937"/>
                    <a:pt x="8120" y="13780"/>
                    <a:pt x="7963" y="13670"/>
                  </a:cubicBezTo>
                  <a:cubicBezTo>
                    <a:pt x="6976" y="13012"/>
                    <a:pt x="6568" y="11946"/>
                    <a:pt x="6083" y="10927"/>
                  </a:cubicBezTo>
                  <a:cubicBezTo>
                    <a:pt x="5393" y="9485"/>
                    <a:pt x="4625" y="8059"/>
                    <a:pt x="3716" y="6727"/>
                  </a:cubicBezTo>
                  <a:cubicBezTo>
                    <a:pt x="2775" y="5332"/>
                    <a:pt x="1960" y="3858"/>
                    <a:pt x="1114" y="2400"/>
                  </a:cubicBezTo>
                  <a:cubicBezTo>
                    <a:pt x="1098" y="2369"/>
                    <a:pt x="1082" y="2322"/>
                    <a:pt x="1067" y="2291"/>
                  </a:cubicBezTo>
                  <a:cubicBezTo>
                    <a:pt x="863" y="1930"/>
                    <a:pt x="628" y="1570"/>
                    <a:pt x="910" y="1146"/>
                  </a:cubicBezTo>
                  <a:cubicBezTo>
                    <a:pt x="1106" y="859"/>
                    <a:pt x="1487" y="681"/>
                    <a:pt x="1886" y="681"/>
                  </a:cubicBezTo>
                  <a:close/>
                  <a:moveTo>
                    <a:pt x="6657" y="16052"/>
                  </a:moveTo>
                  <a:cubicBezTo>
                    <a:pt x="6885" y="16052"/>
                    <a:pt x="7125" y="16066"/>
                    <a:pt x="7383" y="16100"/>
                  </a:cubicBezTo>
                  <a:cubicBezTo>
                    <a:pt x="6851" y="16413"/>
                    <a:pt x="6459" y="16617"/>
                    <a:pt x="6130" y="16883"/>
                  </a:cubicBezTo>
                  <a:cubicBezTo>
                    <a:pt x="5785" y="17166"/>
                    <a:pt x="5409" y="17401"/>
                    <a:pt x="5017" y="17620"/>
                  </a:cubicBezTo>
                  <a:cubicBezTo>
                    <a:pt x="4781" y="17750"/>
                    <a:pt x="4590" y="17817"/>
                    <a:pt x="4419" y="17817"/>
                  </a:cubicBezTo>
                  <a:cubicBezTo>
                    <a:pt x="4156" y="17817"/>
                    <a:pt x="3940" y="17661"/>
                    <a:pt x="3684" y="17338"/>
                  </a:cubicBezTo>
                  <a:cubicBezTo>
                    <a:pt x="3512" y="17119"/>
                    <a:pt x="3559" y="16930"/>
                    <a:pt x="3778" y="16774"/>
                  </a:cubicBezTo>
                  <a:cubicBezTo>
                    <a:pt x="4217" y="16460"/>
                    <a:pt x="4735" y="16351"/>
                    <a:pt x="5236" y="16225"/>
                  </a:cubicBezTo>
                  <a:cubicBezTo>
                    <a:pt x="5683" y="16127"/>
                    <a:pt x="6137" y="16052"/>
                    <a:pt x="6657" y="16052"/>
                  </a:cubicBezTo>
                  <a:close/>
                  <a:moveTo>
                    <a:pt x="22086" y="11317"/>
                  </a:moveTo>
                  <a:cubicBezTo>
                    <a:pt x="22633" y="11317"/>
                    <a:pt x="23180" y="11437"/>
                    <a:pt x="23732" y="11586"/>
                  </a:cubicBezTo>
                  <a:cubicBezTo>
                    <a:pt x="24171" y="11711"/>
                    <a:pt x="24563" y="11883"/>
                    <a:pt x="24829" y="12291"/>
                  </a:cubicBezTo>
                  <a:cubicBezTo>
                    <a:pt x="25237" y="12918"/>
                    <a:pt x="25832" y="13278"/>
                    <a:pt x="26569" y="13419"/>
                  </a:cubicBezTo>
                  <a:cubicBezTo>
                    <a:pt x="27008" y="13498"/>
                    <a:pt x="27431" y="13686"/>
                    <a:pt x="27870" y="13796"/>
                  </a:cubicBezTo>
                  <a:cubicBezTo>
                    <a:pt x="28371" y="13921"/>
                    <a:pt x="28716" y="14219"/>
                    <a:pt x="29014" y="14642"/>
                  </a:cubicBezTo>
                  <a:cubicBezTo>
                    <a:pt x="29218" y="14940"/>
                    <a:pt x="29484" y="15222"/>
                    <a:pt x="29641" y="15551"/>
                  </a:cubicBezTo>
                  <a:cubicBezTo>
                    <a:pt x="29845" y="15959"/>
                    <a:pt x="30096" y="16194"/>
                    <a:pt x="30534" y="16304"/>
                  </a:cubicBezTo>
                  <a:cubicBezTo>
                    <a:pt x="30738" y="16335"/>
                    <a:pt x="30911" y="16539"/>
                    <a:pt x="31067" y="16695"/>
                  </a:cubicBezTo>
                  <a:cubicBezTo>
                    <a:pt x="31428" y="17025"/>
                    <a:pt x="31757" y="17369"/>
                    <a:pt x="32118" y="17699"/>
                  </a:cubicBezTo>
                  <a:cubicBezTo>
                    <a:pt x="32137" y="17728"/>
                    <a:pt x="32195" y="17739"/>
                    <a:pt x="32243" y="17739"/>
                  </a:cubicBezTo>
                  <a:cubicBezTo>
                    <a:pt x="32270" y="17739"/>
                    <a:pt x="32294" y="17736"/>
                    <a:pt x="32306" y="17730"/>
                  </a:cubicBezTo>
                  <a:cubicBezTo>
                    <a:pt x="32353" y="17683"/>
                    <a:pt x="32368" y="17589"/>
                    <a:pt x="32368" y="17526"/>
                  </a:cubicBezTo>
                  <a:cubicBezTo>
                    <a:pt x="32368" y="17244"/>
                    <a:pt x="32212" y="17040"/>
                    <a:pt x="32039" y="16836"/>
                  </a:cubicBezTo>
                  <a:cubicBezTo>
                    <a:pt x="31726" y="16507"/>
                    <a:pt x="31459" y="16178"/>
                    <a:pt x="31177" y="15849"/>
                  </a:cubicBezTo>
                  <a:cubicBezTo>
                    <a:pt x="31263" y="15729"/>
                    <a:pt x="31344" y="15693"/>
                    <a:pt x="31420" y="15693"/>
                  </a:cubicBezTo>
                  <a:cubicBezTo>
                    <a:pt x="31483" y="15693"/>
                    <a:pt x="31543" y="15718"/>
                    <a:pt x="31600" y="15739"/>
                  </a:cubicBezTo>
                  <a:cubicBezTo>
                    <a:pt x="32400" y="16068"/>
                    <a:pt x="33277" y="16209"/>
                    <a:pt x="33967" y="16774"/>
                  </a:cubicBezTo>
                  <a:cubicBezTo>
                    <a:pt x="34077" y="16868"/>
                    <a:pt x="34218" y="16946"/>
                    <a:pt x="34312" y="17056"/>
                  </a:cubicBezTo>
                  <a:cubicBezTo>
                    <a:pt x="34375" y="17134"/>
                    <a:pt x="34422" y="17260"/>
                    <a:pt x="34390" y="17354"/>
                  </a:cubicBezTo>
                  <a:cubicBezTo>
                    <a:pt x="34312" y="17699"/>
                    <a:pt x="33951" y="18043"/>
                    <a:pt x="33607" y="18043"/>
                  </a:cubicBezTo>
                  <a:cubicBezTo>
                    <a:pt x="33559" y="18042"/>
                    <a:pt x="33511" y="18042"/>
                    <a:pt x="33463" y="18042"/>
                  </a:cubicBezTo>
                  <a:cubicBezTo>
                    <a:pt x="32308" y="18042"/>
                    <a:pt x="31193" y="18394"/>
                    <a:pt x="30064" y="18545"/>
                  </a:cubicBezTo>
                  <a:cubicBezTo>
                    <a:pt x="29337" y="18647"/>
                    <a:pt x="28610" y="18770"/>
                    <a:pt x="27883" y="18770"/>
                  </a:cubicBezTo>
                  <a:cubicBezTo>
                    <a:pt x="27717" y="18770"/>
                    <a:pt x="27550" y="18763"/>
                    <a:pt x="27384" y="18749"/>
                  </a:cubicBezTo>
                  <a:cubicBezTo>
                    <a:pt x="27362" y="18746"/>
                    <a:pt x="27338" y="18745"/>
                    <a:pt x="27314" y="18745"/>
                  </a:cubicBezTo>
                  <a:cubicBezTo>
                    <a:pt x="27193" y="18745"/>
                    <a:pt x="27050" y="18772"/>
                    <a:pt x="26925" y="18772"/>
                  </a:cubicBezTo>
                  <a:cubicBezTo>
                    <a:pt x="26777" y="18772"/>
                    <a:pt x="26655" y="18733"/>
                    <a:pt x="26632" y="18561"/>
                  </a:cubicBezTo>
                  <a:cubicBezTo>
                    <a:pt x="26600" y="18310"/>
                    <a:pt x="27055" y="18341"/>
                    <a:pt x="27290" y="18278"/>
                  </a:cubicBezTo>
                  <a:cubicBezTo>
                    <a:pt x="27556" y="18216"/>
                    <a:pt x="27776" y="18075"/>
                    <a:pt x="27933" y="17855"/>
                  </a:cubicBezTo>
                  <a:cubicBezTo>
                    <a:pt x="28168" y="17510"/>
                    <a:pt x="28403" y="17181"/>
                    <a:pt x="28607" y="16821"/>
                  </a:cubicBezTo>
                  <a:cubicBezTo>
                    <a:pt x="28826" y="16429"/>
                    <a:pt x="28669" y="16053"/>
                    <a:pt x="28246" y="15943"/>
                  </a:cubicBezTo>
                  <a:cubicBezTo>
                    <a:pt x="27999" y="15872"/>
                    <a:pt x="27746" y="15822"/>
                    <a:pt x="27495" y="15822"/>
                  </a:cubicBezTo>
                  <a:cubicBezTo>
                    <a:pt x="27300" y="15822"/>
                    <a:pt x="27105" y="15852"/>
                    <a:pt x="26914" y="15927"/>
                  </a:cubicBezTo>
                  <a:cubicBezTo>
                    <a:pt x="26334" y="16162"/>
                    <a:pt x="25722" y="16382"/>
                    <a:pt x="25205" y="16742"/>
                  </a:cubicBezTo>
                  <a:cubicBezTo>
                    <a:pt x="25080" y="16836"/>
                    <a:pt x="24970" y="16930"/>
                    <a:pt x="25095" y="17103"/>
                  </a:cubicBezTo>
                  <a:cubicBezTo>
                    <a:pt x="25132" y="17158"/>
                    <a:pt x="25190" y="17181"/>
                    <a:pt x="25254" y="17181"/>
                  </a:cubicBezTo>
                  <a:cubicBezTo>
                    <a:pt x="25300" y="17181"/>
                    <a:pt x="25348" y="17169"/>
                    <a:pt x="25393" y="17150"/>
                  </a:cubicBezTo>
                  <a:cubicBezTo>
                    <a:pt x="25942" y="16899"/>
                    <a:pt x="26475" y="16648"/>
                    <a:pt x="27023" y="16398"/>
                  </a:cubicBezTo>
                  <a:cubicBezTo>
                    <a:pt x="27149" y="16338"/>
                    <a:pt x="27273" y="16306"/>
                    <a:pt x="27392" y="16306"/>
                  </a:cubicBezTo>
                  <a:cubicBezTo>
                    <a:pt x="27554" y="16306"/>
                    <a:pt x="27709" y="16365"/>
                    <a:pt x="27854" y="16492"/>
                  </a:cubicBezTo>
                  <a:cubicBezTo>
                    <a:pt x="27964" y="16601"/>
                    <a:pt x="28042" y="16742"/>
                    <a:pt x="27948" y="16899"/>
                  </a:cubicBezTo>
                  <a:cubicBezTo>
                    <a:pt x="27744" y="17244"/>
                    <a:pt x="27541" y="17589"/>
                    <a:pt x="27070" y="17683"/>
                  </a:cubicBezTo>
                  <a:cubicBezTo>
                    <a:pt x="26585" y="17793"/>
                    <a:pt x="26161" y="18012"/>
                    <a:pt x="25785" y="18341"/>
                  </a:cubicBezTo>
                  <a:cubicBezTo>
                    <a:pt x="25534" y="18545"/>
                    <a:pt x="25268" y="18592"/>
                    <a:pt x="24954" y="18592"/>
                  </a:cubicBezTo>
                  <a:cubicBezTo>
                    <a:pt x="23403" y="18584"/>
                    <a:pt x="21847" y="18584"/>
                    <a:pt x="20291" y="18584"/>
                  </a:cubicBezTo>
                  <a:cubicBezTo>
                    <a:pt x="18736" y="18584"/>
                    <a:pt x="17180" y="18584"/>
                    <a:pt x="15628" y="18576"/>
                  </a:cubicBezTo>
                  <a:cubicBezTo>
                    <a:pt x="14640" y="18562"/>
                    <a:pt x="13665" y="18338"/>
                    <a:pt x="12678" y="18338"/>
                  </a:cubicBezTo>
                  <a:cubicBezTo>
                    <a:pt x="12617" y="18338"/>
                    <a:pt x="12555" y="18339"/>
                    <a:pt x="12493" y="18341"/>
                  </a:cubicBezTo>
                  <a:cubicBezTo>
                    <a:pt x="12450" y="18343"/>
                    <a:pt x="12406" y="18344"/>
                    <a:pt x="12362" y="18344"/>
                  </a:cubicBezTo>
                  <a:cubicBezTo>
                    <a:pt x="12152" y="18344"/>
                    <a:pt x="11941" y="18322"/>
                    <a:pt x="11731" y="18322"/>
                  </a:cubicBezTo>
                  <a:cubicBezTo>
                    <a:pt x="11687" y="18322"/>
                    <a:pt x="11643" y="18323"/>
                    <a:pt x="11600" y="18326"/>
                  </a:cubicBezTo>
                  <a:cubicBezTo>
                    <a:pt x="11368" y="18344"/>
                    <a:pt x="11138" y="18353"/>
                    <a:pt x="10909" y="18353"/>
                  </a:cubicBezTo>
                  <a:cubicBezTo>
                    <a:pt x="10163" y="18353"/>
                    <a:pt x="9432" y="18258"/>
                    <a:pt x="8700" y="18090"/>
                  </a:cubicBezTo>
                  <a:cubicBezTo>
                    <a:pt x="8371" y="18014"/>
                    <a:pt x="8034" y="17975"/>
                    <a:pt x="7695" y="17975"/>
                  </a:cubicBezTo>
                  <a:cubicBezTo>
                    <a:pt x="7550" y="17975"/>
                    <a:pt x="7404" y="17982"/>
                    <a:pt x="7258" y="17996"/>
                  </a:cubicBezTo>
                  <a:cubicBezTo>
                    <a:pt x="7208" y="18001"/>
                    <a:pt x="7160" y="18004"/>
                    <a:pt x="7111" y="18004"/>
                  </a:cubicBezTo>
                  <a:cubicBezTo>
                    <a:pt x="6854" y="18004"/>
                    <a:pt x="6613" y="17930"/>
                    <a:pt x="6349" y="17746"/>
                  </a:cubicBezTo>
                  <a:cubicBezTo>
                    <a:pt x="6725" y="17181"/>
                    <a:pt x="7211" y="17009"/>
                    <a:pt x="7713" y="16836"/>
                  </a:cubicBezTo>
                  <a:cubicBezTo>
                    <a:pt x="8481" y="16554"/>
                    <a:pt x="9233" y="16241"/>
                    <a:pt x="9891" y="15724"/>
                  </a:cubicBezTo>
                  <a:cubicBezTo>
                    <a:pt x="10163" y="15515"/>
                    <a:pt x="10463" y="15403"/>
                    <a:pt x="10781" y="15403"/>
                  </a:cubicBezTo>
                  <a:cubicBezTo>
                    <a:pt x="10940" y="15403"/>
                    <a:pt x="11104" y="15431"/>
                    <a:pt x="11271" y="15488"/>
                  </a:cubicBezTo>
                  <a:cubicBezTo>
                    <a:pt x="11349" y="15520"/>
                    <a:pt x="11412" y="15583"/>
                    <a:pt x="11474" y="15583"/>
                  </a:cubicBezTo>
                  <a:cubicBezTo>
                    <a:pt x="12525" y="15645"/>
                    <a:pt x="13512" y="16006"/>
                    <a:pt x="14547" y="16100"/>
                  </a:cubicBezTo>
                  <a:cubicBezTo>
                    <a:pt x="15362" y="16178"/>
                    <a:pt x="16192" y="16147"/>
                    <a:pt x="16866" y="16695"/>
                  </a:cubicBezTo>
                  <a:cubicBezTo>
                    <a:pt x="16893" y="16716"/>
                    <a:pt x="16927" y="16727"/>
                    <a:pt x="16964" y="16727"/>
                  </a:cubicBezTo>
                  <a:cubicBezTo>
                    <a:pt x="17037" y="16727"/>
                    <a:pt x="17117" y="16685"/>
                    <a:pt x="17149" y="16601"/>
                  </a:cubicBezTo>
                  <a:cubicBezTo>
                    <a:pt x="17196" y="16507"/>
                    <a:pt x="17227" y="16366"/>
                    <a:pt x="17180" y="16288"/>
                  </a:cubicBezTo>
                  <a:cubicBezTo>
                    <a:pt x="17008" y="15912"/>
                    <a:pt x="16663" y="15755"/>
                    <a:pt x="16286" y="15692"/>
                  </a:cubicBezTo>
                  <a:cubicBezTo>
                    <a:pt x="16225" y="15676"/>
                    <a:pt x="16162" y="15671"/>
                    <a:pt x="16098" y="15671"/>
                  </a:cubicBezTo>
                  <a:cubicBezTo>
                    <a:pt x="16009" y="15671"/>
                    <a:pt x="15917" y="15680"/>
                    <a:pt x="15825" y="15680"/>
                  </a:cubicBezTo>
                  <a:cubicBezTo>
                    <a:pt x="15796" y="15680"/>
                    <a:pt x="15767" y="15679"/>
                    <a:pt x="15738" y="15677"/>
                  </a:cubicBezTo>
                  <a:cubicBezTo>
                    <a:pt x="14829" y="15661"/>
                    <a:pt x="13951" y="15457"/>
                    <a:pt x="13120" y="15112"/>
                  </a:cubicBezTo>
                  <a:cubicBezTo>
                    <a:pt x="12728" y="14940"/>
                    <a:pt x="12666" y="14611"/>
                    <a:pt x="13011" y="14329"/>
                  </a:cubicBezTo>
                  <a:cubicBezTo>
                    <a:pt x="13355" y="14046"/>
                    <a:pt x="13716" y="13780"/>
                    <a:pt x="14108" y="13561"/>
                  </a:cubicBezTo>
                  <a:cubicBezTo>
                    <a:pt x="14343" y="13425"/>
                    <a:pt x="14594" y="13357"/>
                    <a:pt x="14848" y="13357"/>
                  </a:cubicBezTo>
                  <a:cubicBezTo>
                    <a:pt x="15035" y="13357"/>
                    <a:pt x="15223" y="13394"/>
                    <a:pt x="15409" y="13466"/>
                  </a:cubicBezTo>
                  <a:cubicBezTo>
                    <a:pt x="15664" y="13566"/>
                    <a:pt x="15919" y="13619"/>
                    <a:pt x="16180" y="13619"/>
                  </a:cubicBezTo>
                  <a:cubicBezTo>
                    <a:pt x="16288" y="13619"/>
                    <a:pt x="16396" y="13610"/>
                    <a:pt x="16506" y="13592"/>
                  </a:cubicBezTo>
                  <a:cubicBezTo>
                    <a:pt x="16590" y="13578"/>
                    <a:pt x="16675" y="13570"/>
                    <a:pt x="16760" y="13570"/>
                  </a:cubicBezTo>
                  <a:cubicBezTo>
                    <a:pt x="16863" y="13570"/>
                    <a:pt x="16967" y="13582"/>
                    <a:pt x="17070" y="13608"/>
                  </a:cubicBezTo>
                  <a:cubicBezTo>
                    <a:pt x="17816" y="13766"/>
                    <a:pt x="18570" y="13777"/>
                    <a:pt x="19327" y="13777"/>
                  </a:cubicBezTo>
                  <a:cubicBezTo>
                    <a:pt x="19456" y="13777"/>
                    <a:pt x="19585" y="13777"/>
                    <a:pt x="19714" y="13777"/>
                  </a:cubicBezTo>
                  <a:cubicBezTo>
                    <a:pt x="19878" y="13777"/>
                    <a:pt x="20041" y="13778"/>
                    <a:pt x="20205" y="13780"/>
                  </a:cubicBezTo>
                  <a:cubicBezTo>
                    <a:pt x="20242" y="13781"/>
                    <a:pt x="20279" y="13782"/>
                    <a:pt x="20316" y="13782"/>
                  </a:cubicBezTo>
                  <a:cubicBezTo>
                    <a:pt x="21339" y="13782"/>
                    <a:pt x="22274" y="13368"/>
                    <a:pt x="23136" y="12824"/>
                  </a:cubicBezTo>
                  <a:cubicBezTo>
                    <a:pt x="23199" y="12792"/>
                    <a:pt x="23230" y="12698"/>
                    <a:pt x="23230" y="12636"/>
                  </a:cubicBezTo>
                  <a:cubicBezTo>
                    <a:pt x="23218" y="12514"/>
                    <a:pt x="23149" y="12468"/>
                    <a:pt x="23068" y="12468"/>
                  </a:cubicBezTo>
                  <a:cubicBezTo>
                    <a:pt x="23044" y="12468"/>
                    <a:pt x="23020" y="12472"/>
                    <a:pt x="22995" y="12479"/>
                  </a:cubicBezTo>
                  <a:cubicBezTo>
                    <a:pt x="22697" y="12510"/>
                    <a:pt x="22384" y="12542"/>
                    <a:pt x="22133" y="12714"/>
                  </a:cubicBezTo>
                  <a:cubicBezTo>
                    <a:pt x="21523" y="13105"/>
                    <a:pt x="20880" y="13285"/>
                    <a:pt x="20203" y="13285"/>
                  </a:cubicBezTo>
                  <a:cubicBezTo>
                    <a:pt x="19957" y="13285"/>
                    <a:pt x="19707" y="13262"/>
                    <a:pt x="19453" y="13216"/>
                  </a:cubicBezTo>
                  <a:cubicBezTo>
                    <a:pt x="18935" y="13137"/>
                    <a:pt x="18403" y="13184"/>
                    <a:pt x="17885" y="13122"/>
                  </a:cubicBezTo>
                  <a:cubicBezTo>
                    <a:pt x="17352" y="13059"/>
                    <a:pt x="17023" y="12824"/>
                    <a:pt x="17102" y="12620"/>
                  </a:cubicBezTo>
                  <a:cubicBezTo>
                    <a:pt x="17227" y="12307"/>
                    <a:pt x="17525" y="12181"/>
                    <a:pt x="17807" y="12118"/>
                  </a:cubicBezTo>
                  <a:cubicBezTo>
                    <a:pt x="18653" y="11962"/>
                    <a:pt x="19500" y="11821"/>
                    <a:pt x="20346" y="11680"/>
                  </a:cubicBezTo>
                  <a:cubicBezTo>
                    <a:pt x="20503" y="11648"/>
                    <a:pt x="20660" y="11648"/>
                    <a:pt x="20785" y="11586"/>
                  </a:cubicBezTo>
                  <a:cubicBezTo>
                    <a:pt x="21221" y="11392"/>
                    <a:pt x="21654" y="11317"/>
                    <a:pt x="22086" y="11317"/>
                  </a:cubicBezTo>
                  <a:close/>
                  <a:moveTo>
                    <a:pt x="5017" y="18482"/>
                  </a:moveTo>
                  <a:cubicBezTo>
                    <a:pt x="5361" y="18498"/>
                    <a:pt x="5691" y="18514"/>
                    <a:pt x="6020" y="18561"/>
                  </a:cubicBezTo>
                  <a:cubicBezTo>
                    <a:pt x="7242" y="18702"/>
                    <a:pt x="8481" y="18608"/>
                    <a:pt x="9703" y="18921"/>
                  </a:cubicBezTo>
                  <a:cubicBezTo>
                    <a:pt x="9909" y="18975"/>
                    <a:pt x="10122" y="18992"/>
                    <a:pt x="10340" y="18992"/>
                  </a:cubicBezTo>
                  <a:cubicBezTo>
                    <a:pt x="10692" y="18992"/>
                    <a:pt x="11055" y="18948"/>
                    <a:pt x="11415" y="18948"/>
                  </a:cubicBezTo>
                  <a:cubicBezTo>
                    <a:pt x="11477" y="18948"/>
                    <a:pt x="11539" y="18949"/>
                    <a:pt x="11600" y="18952"/>
                  </a:cubicBezTo>
                  <a:cubicBezTo>
                    <a:pt x="13058" y="19015"/>
                    <a:pt x="14515" y="19109"/>
                    <a:pt x="15973" y="19188"/>
                  </a:cubicBezTo>
                  <a:cubicBezTo>
                    <a:pt x="16354" y="19206"/>
                    <a:pt x="16736" y="19212"/>
                    <a:pt x="17117" y="19212"/>
                  </a:cubicBezTo>
                  <a:cubicBezTo>
                    <a:pt x="17707" y="19212"/>
                    <a:pt x="18298" y="19197"/>
                    <a:pt x="18888" y="19188"/>
                  </a:cubicBezTo>
                  <a:cubicBezTo>
                    <a:pt x="19356" y="19180"/>
                    <a:pt x="19823" y="19177"/>
                    <a:pt x="20291" y="19177"/>
                  </a:cubicBezTo>
                  <a:cubicBezTo>
                    <a:pt x="21767" y="19177"/>
                    <a:pt x="23243" y="19207"/>
                    <a:pt x="24719" y="19219"/>
                  </a:cubicBezTo>
                  <a:cubicBezTo>
                    <a:pt x="24967" y="19219"/>
                    <a:pt x="25215" y="19205"/>
                    <a:pt x="25461" y="19205"/>
                  </a:cubicBezTo>
                  <a:cubicBezTo>
                    <a:pt x="25665" y="19205"/>
                    <a:pt x="25868" y="19215"/>
                    <a:pt x="26067" y="19250"/>
                  </a:cubicBezTo>
                  <a:cubicBezTo>
                    <a:pt x="26551" y="19335"/>
                    <a:pt x="27033" y="19370"/>
                    <a:pt x="27514" y="19370"/>
                  </a:cubicBezTo>
                  <a:cubicBezTo>
                    <a:pt x="28450" y="19370"/>
                    <a:pt x="29383" y="19239"/>
                    <a:pt x="30315" y="19094"/>
                  </a:cubicBezTo>
                  <a:cubicBezTo>
                    <a:pt x="30864" y="19000"/>
                    <a:pt x="31428" y="18905"/>
                    <a:pt x="31976" y="18843"/>
                  </a:cubicBezTo>
                  <a:cubicBezTo>
                    <a:pt x="32353" y="18811"/>
                    <a:pt x="32729" y="18796"/>
                    <a:pt x="33105" y="18796"/>
                  </a:cubicBezTo>
                  <a:cubicBezTo>
                    <a:pt x="33403" y="18796"/>
                    <a:pt x="33528" y="18984"/>
                    <a:pt x="33403" y="19235"/>
                  </a:cubicBezTo>
                  <a:cubicBezTo>
                    <a:pt x="33074" y="19815"/>
                    <a:pt x="32776" y="20426"/>
                    <a:pt x="32306" y="20912"/>
                  </a:cubicBezTo>
                  <a:cubicBezTo>
                    <a:pt x="32071" y="21163"/>
                    <a:pt x="31851" y="21429"/>
                    <a:pt x="31663" y="21695"/>
                  </a:cubicBezTo>
                  <a:cubicBezTo>
                    <a:pt x="30581" y="23279"/>
                    <a:pt x="29171" y="24580"/>
                    <a:pt x="27948" y="26053"/>
                  </a:cubicBezTo>
                  <a:cubicBezTo>
                    <a:pt x="27572" y="26523"/>
                    <a:pt x="27102" y="26993"/>
                    <a:pt x="26396" y="27103"/>
                  </a:cubicBezTo>
                  <a:cubicBezTo>
                    <a:pt x="26193" y="27119"/>
                    <a:pt x="26005" y="27291"/>
                    <a:pt x="25816" y="27417"/>
                  </a:cubicBezTo>
                  <a:cubicBezTo>
                    <a:pt x="25511" y="27616"/>
                    <a:pt x="25183" y="27725"/>
                    <a:pt x="24832" y="27725"/>
                  </a:cubicBezTo>
                  <a:cubicBezTo>
                    <a:pt x="24769" y="27725"/>
                    <a:pt x="24705" y="27722"/>
                    <a:pt x="24641" y="27714"/>
                  </a:cubicBezTo>
                  <a:cubicBezTo>
                    <a:pt x="24525" y="27704"/>
                    <a:pt x="24410" y="27700"/>
                    <a:pt x="24296" y="27700"/>
                  </a:cubicBezTo>
                  <a:cubicBezTo>
                    <a:pt x="23884" y="27700"/>
                    <a:pt x="23479" y="27756"/>
                    <a:pt x="23073" y="27793"/>
                  </a:cubicBezTo>
                  <a:cubicBezTo>
                    <a:pt x="22643" y="27842"/>
                    <a:pt x="22212" y="27862"/>
                    <a:pt x="21780" y="27862"/>
                  </a:cubicBezTo>
                  <a:cubicBezTo>
                    <a:pt x="21393" y="27862"/>
                    <a:pt x="21005" y="27846"/>
                    <a:pt x="20613" y="27824"/>
                  </a:cubicBezTo>
                  <a:cubicBezTo>
                    <a:pt x="20124" y="27799"/>
                    <a:pt x="19632" y="27794"/>
                    <a:pt x="19139" y="27794"/>
                  </a:cubicBezTo>
                  <a:cubicBezTo>
                    <a:pt x="18810" y="27794"/>
                    <a:pt x="18481" y="27796"/>
                    <a:pt x="18151" y="27796"/>
                  </a:cubicBezTo>
                  <a:cubicBezTo>
                    <a:pt x="17739" y="27796"/>
                    <a:pt x="17326" y="27793"/>
                    <a:pt x="16913" y="27777"/>
                  </a:cubicBezTo>
                  <a:cubicBezTo>
                    <a:pt x="15754" y="27746"/>
                    <a:pt x="14625" y="27479"/>
                    <a:pt x="13528" y="27072"/>
                  </a:cubicBezTo>
                  <a:cubicBezTo>
                    <a:pt x="13042" y="26899"/>
                    <a:pt x="12556" y="26696"/>
                    <a:pt x="12023" y="26664"/>
                  </a:cubicBezTo>
                  <a:cubicBezTo>
                    <a:pt x="11443" y="26633"/>
                    <a:pt x="10942" y="26413"/>
                    <a:pt x="10503" y="26022"/>
                  </a:cubicBezTo>
                  <a:cubicBezTo>
                    <a:pt x="9374" y="25050"/>
                    <a:pt x="8152" y="24172"/>
                    <a:pt x="7148" y="23043"/>
                  </a:cubicBezTo>
                  <a:cubicBezTo>
                    <a:pt x="6709" y="22542"/>
                    <a:pt x="6177" y="22103"/>
                    <a:pt x="5644" y="21711"/>
                  </a:cubicBezTo>
                  <a:cubicBezTo>
                    <a:pt x="4766" y="21053"/>
                    <a:pt x="4296" y="20112"/>
                    <a:pt x="3763" y="19219"/>
                  </a:cubicBezTo>
                  <a:cubicBezTo>
                    <a:pt x="3512" y="18811"/>
                    <a:pt x="3716" y="18529"/>
                    <a:pt x="4233" y="18514"/>
                  </a:cubicBezTo>
                  <a:cubicBezTo>
                    <a:pt x="4259" y="18508"/>
                    <a:pt x="4285" y="18507"/>
                    <a:pt x="4311" y="18507"/>
                  </a:cubicBezTo>
                  <a:cubicBezTo>
                    <a:pt x="4362" y="18507"/>
                    <a:pt x="4411" y="18514"/>
                    <a:pt x="4452" y="18514"/>
                  </a:cubicBezTo>
                  <a:lnTo>
                    <a:pt x="5017" y="18514"/>
                  </a:lnTo>
                  <a:lnTo>
                    <a:pt x="5017" y="18482"/>
                  </a:lnTo>
                  <a:close/>
                  <a:moveTo>
                    <a:pt x="12572" y="27746"/>
                  </a:moveTo>
                  <a:cubicBezTo>
                    <a:pt x="12681" y="27746"/>
                    <a:pt x="12791" y="27793"/>
                    <a:pt x="12885" y="27840"/>
                  </a:cubicBezTo>
                  <a:cubicBezTo>
                    <a:pt x="13371" y="28059"/>
                    <a:pt x="13888" y="28122"/>
                    <a:pt x="14406" y="28185"/>
                  </a:cubicBezTo>
                  <a:cubicBezTo>
                    <a:pt x="14641" y="28200"/>
                    <a:pt x="14876" y="28185"/>
                    <a:pt x="15080" y="28263"/>
                  </a:cubicBezTo>
                  <a:cubicBezTo>
                    <a:pt x="15815" y="28545"/>
                    <a:pt x="16575" y="28607"/>
                    <a:pt x="17341" y="28607"/>
                  </a:cubicBezTo>
                  <a:cubicBezTo>
                    <a:pt x="17768" y="28607"/>
                    <a:pt x="18196" y="28588"/>
                    <a:pt x="18622" y="28577"/>
                  </a:cubicBezTo>
                  <a:cubicBezTo>
                    <a:pt x="18909" y="28571"/>
                    <a:pt x="19195" y="28564"/>
                    <a:pt x="19480" y="28564"/>
                  </a:cubicBezTo>
                  <a:cubicBezTo>
                    <a:pt x="20050" y="28564"/>
                    <a:pt x="20618" y="28592"/>
                    <a:pt x="21193" y="28718"/>
                  </a:cubicBezTo>
                  <a:cubicBezTo>
                    <a:pt x="21275" y="28736"/>
                    <a:pt x="21363" y="28744"/>
                    <a:pt x="21450" y="28744"/>
                  </a:cubicBezTo>
                  <a:cubicBezTo>
                    <a:pt x="21512" y="28744"/>
                    <a:pt x="21573" y="28740"/>
                    <a:pt x="21631" y="28733"/>
                  </a:cubicBezTo>
                  <a:cubicBezTo>
                    <a:pt x="22807" y="28498"/>
                    <a:pt x="24014" y="28577"/>
                    <a:pt x="25190" y="28420"/>
                  </a:cubicBezTo>
                  <a:cubicBezTo>
                    <a:pt x="25213" y="28417"/>
                    <a:pt x="25235" y="28415"/>
                    <a:pt x="25256" y="28415"/>
                  </a:cubicBezTo>
                  <a:cubicBezTo>
                    <a:pt x="25459" y="28415"/>
                    <a:pt x="25544" y="28551"/>
                    <a:pt x="25487" y="28765"/>
                  </a:cubicBezTo>
                  <a:cubicBezTo>
                    <a:pt x="25346" y="29376"/>
                    <a:pt x="25001" y="29752"/>
                    <a:pt x="24343" y="29783"/>
                  </a:cubicBezTo>
                  <a:cubicBezTo>
                    <a:pt x="23335" y="29818"/>
                    <a:pt x="22336" y="29936"/>
                    <a:pt x="21327" y="29936"/>
                  </a:cubicBezTo>
                  <a:cubicBezTo>
                    <a:pt x="20955" y="29936"/>
                    <a:pt x="20581" y="29920"/>
                    <a:pt x="20205" y="29877"/>
                  </a:cubicBezTo>
                  <a:cubicBezTo>
                    <a:pt x="18982" y="29752"/>
                    <a:pt x="17760" y="29627"/>
                    <a:pt x="16537" y="29439"/>
                  </a:cubicBezTo>
                  <a:cubicBezTo>
                    <a:pt x="16448" y="29428"/>
                    <a:pt x="16360" y="29425"/>
                    <a:pt x="16277" y="29425"/>
                  </a:cubicBezTo>
                  <a:cubicBezTo>
                    <a:pt x="16111" y="29425"/>
                    <a:pt x="15968" y="29439"/>
                    <a:pt x="15895" y="29439"/>
                  </a:cubicBezTo>
                  <a:cubicBezTo>
                    <a:pt x="14923" y="29423"/>
                    <a:pt x="14108" y="29313"/>
                    <a:pt x="13308" y="29141"/>
                  </a:cubicBezTo>
                  <a:cubicBezTo>
                    <a:pt x="12838" y="29047"/>
                    <a:pt x="12384" y="28373"/>
                    <a:pt x="12415" y="27856"/>
                  </a:cubicBezTo>
                  <a:cubicBezTo>
                    <a:pt x="12415" y="27824"/>
                    <a:pt x="12525" y="27746"/>
                    <a:pt x="12572" y="27746"/>
                  </a:cubicBezTo>
                  <a:close/>
                  <a:moveTo>
                    <a:pt x="1776" y="0"/>
                  </a:moveTo>
                  <a:cubicBezTo>
                    <a:pt x="1260" y="0"/>
                    <a:pt x="776" y="230"/>
                    <a:pt x="377" y="629"/>
                  </a:cubicBezTo>
                  <a:cubicBezTo>
                    <a:pt x="64" y="958"/>
                    <a:pt x="1" y="1382"/>
                    <a:pt x="220" y="1742"/>
                  </a:cubicBezTo>
                  <a:cubicBezTo>
                    <a:pt x="1286" y="3513"/>
                    <a:pt x="2336" y="5269"/>
                    <a:pt x="3418" y="7024"/>
                  </a:cubicBezTo>
                  <a:cubicBezTo>
                    <a:pt x="4390" y="8592"/>
                    <a:pt x="5314" y="10175"/>
                    <a:pt x="6051" y="11852"/>
                  </a:cubicBezTo>
                  <a:cubicBezTo>
                    <a:pt x="6380" y="12620"/>
                    <a:pt x="6678" y="13372"/>
                    <a:pt x="7446" y="13827"/>
                  </a:cubicBezTo>
                  <a:cubicBezTo>
                    <a:pt x="7572" y="13905"/>
                    <a:pt x="7681" y="14031"/>
                    <a:pt x="7760" y="14156"/>
                  </a:cubicBezTo>
                  <a:cubicBezTo>
                    <a:pt x="7963" y="14485"/>
                    <a:pt x="8449" y="14767"/>
                    <a:pt x="8230" y="15191"/>
                  </a:cubicBezTo>
                  <a:cubicBezTo>
                    <a:pt x="8132" y="15387"/>
                    <a:pt x="7953" y="15434"/>
                    <a:pt x="7750" y="15434"/>
                  </a:cubicBezTo>
                  <a:cubicBezTo>
                    <a:pt x="7565" y="15434"/>
                    <a:pt x="7360" y="15394"/>
                    <a:pt x="7180" y="15394"/>
                  </a:cubicBezTo>
                  <a:cubicBezTo>
                    <a:pt x="5816" y="15410"/>
                    <a:pt x="4499" y="15614"/>
                    <a:pt x="3277" y="16241"/>
                  </a:cubicBezTo>
                  <a:cubicBezTo>
                    <a:pt x="3042" y="16351"/>
                    <a:pt x="2791" y="16429"/>
                    <a:pt x="2540" y="16507"/>
                  </a:cubicBezTo>
                  <a:cubicBezTo>
                    <a:pt x="2054" y="16648"/>
                    <a:pt x="1882" y="16899"/>
                    <a:pt x="2133" y="17307"/>
                  </a:cubicBezTo>
                  <a:cubicBezTo>
                    <a:pt x="2446" y="17824"/>
                    <a:pt x="2618" y="18388"/>
                    <a:pt x="2775" y="18968"/>
                  </a:cubicBezTo>
                  <a:cubicBezTo>
                    <a:pt x="2838" y="19172"/>
                    <a:pt x="2979" y="19360"/>
                    <a:pt x="3104" y="19548"/>
                  </a:cubicBezTo>
                  <a:cubicBezTo>
                    <a:pt x="4452" y="21617"/>
                    <a:pt x="6286" y="23247"/>
                    <a:pt x="8026" y="25003"/>
                  </a:cubicBezTo>
                  <a:cubicBezTo>
                    <a:pt x="8606" y="25583"/>
                    <a:pt x="9186" y="26163"/>
                    <a:pt x="9876" y="26602"/>
                  </a:cubicBezTo>
                  <a:cubicBezTo>
                    <a:pt x="10534" y="27025"/>
                    <a:pt x="11412" y="27354"/>
                    <a:pt x="11772" y="28106"/>
                  </a:cubicBezTo>
                  <a:cubicBezTo>
                    <a:pt x="12023" y="28624"/>
                    <a:pt x="12054" y="29376"/>
                    <a:pt x="12619" y="29689"/>
                  </a:cubicBezTo>
                  <a:cubicBezTo>
                    <a:pt x="12807" y="29799"/>
                    <a:pt x="13058" y="29830"/>
                    <a:pt x="13277" y="29846"/>
                  </a:cubicBezTo>
                  <a:cubicBezTo>
                    <a:pt x="15158" y="30050"/>
                    <a:pt x="17039" y="30238"/>
                    <a:pt x="18920" y="30363"/>
                  </a:cubicBezTo>
                  <a:cubicBezTo>
                    <a:pt x="19860" y="30426"/>
                    <a:pt x="20816" y="30504"/>
                    <a:pt x="21757" y="30520"/>
                  </a:cubicBezTo>
                  <a:cubicBezTo>
                    <a:pt x="22015" y="30520"/>
                    <a:pt x="22274" y="30516"/>
                    <a:pt x="22533" y="30516"/>
                  </a:cubicBezTo>
                  <a:cubicBezTo>
                    <a:pt x="22791" y="30516"/>
                    <a:pt x="23050" y="30520"/>
                    <a:pt x="23309" y="30536"/>
                  </a:cubicBezTo>
                  <a:cubicBezTo>
                    <a:pt x="23653" y="30536"/>
                    <a:pt x="24014" y="30630"/>
                    <a:pt x="24359" y="30646"/>
                  </a:cubicBezTo>
                  <a:cubicBezTo>
                    <a:pt x="24500" y="30646"/>
                    <a:pt x="24641" y="30646"/>
                    <a:pt x="24782" y="30630"/>
                  </a:cubicBezTo>
                  <a:cubicBezTo>
                    <a:pt x="25221" y="30567"/>
                    <a:pt x="25660" y="30316"/>
                    <a:pt x="25832" y="29925"/>
                  </a:cubicBezTo>
                  <a:cubicBezTo>
                    <a:pt x="26036" y="29423"/>
                    <a:pt x="25879" y="28874"/>
                    <a:pt x="26083" y="28373"/>
                  </a:cubicBezTo>
                  <a:cubicBezTo>
                    <a:pt x="26271" y="27965"/>
                    <a:pt x="26600" y="27652"/>
                    <a:pt x="27008" y="27464"/>
                  </a:cubicBezTo>
                  <a:cubicBezTo>
                    <a:pt x="27713" y="27119"/>
                    <a:pt x="28356" y="26633"/>
                    <a:pt x="28889" y="26053"/>
                  </a:cubicBezTo>
                  <a:cubicBezTo>
                    <a:pt x="29798" y="25065"/>
                    <a:pt x="30613" y="23968"/>
                    <a:pt x="31475" y="22918"/>
                  </a:cubicBezTo>
                  <a:cubicBezTo>
                    <a:pt x="32447" y="21774"/>
                    <a:pt x="33481" y="20630"/>
                    <a:pt x="34077" y="19235"/>
                  </a:cubicBezTo>
                  <a:cubicBezTo>
                    <a:pt x="34249" y="18858"/>
                    <a:pt x="34578" y="18623"/>
                    <a:pt x="34986" y="18467"/>
                  </a:cubicBezTo>
                  <a:cubicBezTo>
                    <a:pt x="35895" y="18090"/>
                    <a:pt x="35879" y="18090"/>
                    <a:pt x="35393" y="17197"/>
                  </a:cubicBezTo>
                  <a:cubicBezTo>
                    <a:pt x="35268" y="16962"/>
                    <a:pt x="35096" y="16789"/>
                    <a:pt x="34908" y="16601"/>
                  </a:cubicBezTo>
                  <a:cubicBezTo>
                    <a:pt x="34187" y="15974"/>
                    <a:pt x="33372" y="15520"/>
                    <a:pt x="32462" y="15269"/>
                  </a:cubicBezTo>
                  <a:cubicBezTo>
                    <a:pt x="31851" y="15097"/>
                    <a:pt x="31240" y="14924"/>
                    <a:pt x="30613" y="14814"/>
                  </a:cubicBezTo>
                  <a:cubicBezTo>
                    <a:pt x="30111" y="14720"/>
                    <a:pt x="29704" y="14501"/>
                    <a:pt x="29406" y="14078"/>
                  </a:cubicBezTo>
                  <a:cubicBezTo>
                    <a:pt x="29328" y="13952"/>
                    <a:pt x="29218" y="13858"/>
                    <a:pt x="29139" y="13717"/>
                  </a:cubicBezTo>
                  <a:cubicBezTo>
                    <a:pt x="28936" y="13388"/>
                    <a:pt x="28622" y="13200"/>
                    <a:pt x="28230" y="13122"/>
                  </a:cubicBezTo>
                  <a:cubicBezTo>
                    <a:pt x="27729" y="13028"/>
                    <a:pt x="27211" y="12918"/>
                    <a:pt x="26710" y="12777"/>
                  </a:cubicBezTo>
                  <a:cubicBezTo>
                    <a:pt x="26083" y="12589"/>
                    <a:pt x="25503" y="12338"/>
                    <a:pt x="25221" y="11680"/>
                  </a:cubicBezTo>
                  <a:cubicBezTo>
                    <a:pt x="25142" y="11476"/>
                    <a:pt x="25001" y="11303"/>
                    <a:pt x="24813" y="11162"/>
                  </a:cubicBezTo>
                  <a:cubicBezTo>
                    <a:pt x="24092" y="10598"/>
                    <a:pt x="23199" y="10661"/>
                    <a:pt x="22368" y="10551"/>
                  </a:cubicBezTo>
                  <a:cubicBezTo>
                    <a:pt x="22290" y="10551"/>
                    <a:pt x="22227" y="10598"/>
                    <a:pt x="22149" y="10614"/>
                  </a:cubicBezTo>
                  <a:cubicBezTo>
                    <a:pt x="20832" y="11053"/>
                    <a:pt x="19468" y="11303"/>
                    <a:pt x="18105" y="11523"/>
                  </a:cubicBezTo>
                  <a:cubicBezTo>
                    <a:pt x="17446" y="11633"/>
                    <a:pt x="16882" y="11836"/>
                    <a:pt x="16428" y="12322"/>
                  </a:cubicBezTo>
                  <a:cubicBezTo>
                    <a:pt x="16177" y="12573"/>
                    <a:pt x="15895" y="12714"/>
                    <a:pt x="15534" y="12714"/>
                  </a:cubicBezTo>
                  <a:cubicBezTo>
                    <a:pt x="14609" y="12745"/>
                    <a:pt x="13763" y="12981"/>
                    <a:pt x="13089" y="13655"/>
                  </a:cubicBezTo>
                  <a:cubicBezTo>
                    <a:pt x="13003" y="13741"/>
                    <a:pt x="12919" y="13782"/>
                    <a:pt x="12839" y="13782"/>
                  </a:cubicBezTo>
                  <a:cubicBezTo>
                    <a:pt x="12729" y="13782"/>
                    <a:pt x="12624" y="13705"/>
                    <a:pt x="12525" y="13561"/>
                  </a:cubicBezTo>
                  <a:cubicBezTo>
                    <a:pt x="12258" y="13169"/>
                    <a:pt x="12007" y="12745"/>
                    <a:pt x="11741" y="12338"/>
                  </a:cubicBezTo>
                  <a:cubicBezTo>
                    <a:pt x="10659" y="10770"/>
                    <a:pt x="9578" y="9203"/>
                    <a:pt x="8465" y="7651"/>
                  </a:cubicBezTo>
                  <a:cubicBezTo>
                    <a:pt x="7744" y="6648"/>
                    <a:pt x="7180" y="5551"/>
                    <a:pt x="6537" y="4501"/>
                  </a:cubicBezTo>
                  <a:cubicBezTo>
                    <a:pt x="5973" y="3576"/>
                    <a:pt x="5409" y="2651"/>
                    <a:pt x="4797" y="1758"/>
                  </a:cubicBezTo>
                  <a:cubicBezTo>
                    <a:pt x="4155" y="817"/>
                    <a:pt x="3230" y="253"/>
                    <a:pt x="2117" y="34"/>
                  </a:cubicBezTo>
                  <a:cubicBezTo>
                    <a:pt x="2002" y="11"/>
                    <a:pt x="1888" y="0"/>
                    <a:pt x="17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355;p15">
              <a:extLst>
                <a:ext uri="{FF2B5EF4-FFF2-40B4-BE49-F238E27FC236}">
                  <a16:creationId xmlns:a16="http://schemas.microsoft.com/office/drawing/2014/main" id="{D6BB5CC6-8874-4613-AF17-33894BAC78AB}"/>
                </a:ext>
              </a:extLst>
            </p:cNvPr>
            <p:cNvSpPr/>
            <p:nvPr/>
          </p:nvSpPr>
          <p:spPr>
            <a:xfrm>
              <a:off x="8947450" y="981600"/>
              <a:ext cx="46000" cy="49200"/>
            </a:xfrm>
            <a:custGeom>
              <a:avLst/>
              <a:gdLst/>
              <a:ahLst/>
              <a:cxnLst/>
              <a:rect l="l" t="t" r="r" b="b"/>
              <a:pathLst>
                <a:path w="1840" h="1968" extrusionOk="0">
                  <a:moveTo>
                    <a:pt x="439" y="1"/>
                  </a:moveTo>
                  <a:cubicBezTo>
                    <a:pt x="298" y="1"/>
                    <a:pt x="47" y="299"/>
                    <a:pt x="32" y="487"/>
                  </a:cubicBezTo>
                  <a:cubicBezTo>
                    <a:pt x="0" y="1098"/>
                    <a:pt x="612" y="1866"/>
                    <a:pt x="1192" y="1960"/>
                  </a:cubicBezTo>
                  <a:cubicBezTo>
                    <a:pt x="1222" y="1965"/>
                    <a:pt x="1251" y="1968"/>
                    <a:pt x="1280" y="1968"/>
                  </a:cubicBezTo>
                  <a:cubicBezTo>
                    <a:pt x="1610" y="1968"/>
                    <a:pt x="1840" y="1649"/>
                    <a:pt x="1725" y="1318"/>
                  </a:cubicBezTo>
                  <a:cubicBezTo>
                    <a:pt x="1521" y="785"/>
                    <a:pt x="1129" y="377"/>
                    <a:pt x="659" y="64"/>
                  </a:cubicBezTo>
                  <a:cubicBezTo>
                    <a:pt x="596" y="17"/>
                    <a:pt x="518" y="17"/>
                    <a:pt x="4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356;p15">
              <a:extLst>
                <a:ext uri="{FF2B5EF4-FFF2-40B4-BE49-F238E27FC236}">
                  <a16:creationId xmlns:a16="http://schemas.microsoft.com/office/drawing/2014/main" id="{2A305E16-3ADD-45D2-BC11-8DEEE0430690}"/>
                </a:ext>
              </a:extLst>
            </p:cNvPr>
            <p:cNvSpPr/>
            <p:nvPr/>
          </p:nvSpPr>
          <p:spPr>
            <a:xfrm>
              <a:off x="9391425" y="1425175"/>
              <a:ext cx="318100" cy="28925"/>
            </a:xfrm>
            <a:custGeom>
              <a:avLst/>
              <a:gdLst/>
              <a:ahLst/>
              <a:cxnLst/>
              <a:rect l="l" t="t" r="r" b="b"/>
              <a:pathLst>
                <a:path w="12724" h="1157" extrusionOk="0">
                  <a:moveTo>
                    <a:pt x="12600" y="0"/>
                  </a:moveTo>
                  <a:cubicBezTo>
                    <a:pt x="12596" y="0"/>
                    <a:pt x="12592" y="1"/>
                    <a:pt x="12587" y="1"/>
                  </a:cubicBezTo>
                  <a:cubicBezTo>
                    <a:pt x="11584" y="64"/>
                    <a:pt x="10581" y="299"/>
                    <a:pt x="9593" y="440"/>
                  </a:cubicBezTo>
                  <a:cubicBezTo>
                    <a:pt x="8512" y="581"/>
                    <a:pt x="7430" y="691"/>
                    <a:pt x="6364" y="754"/>
                  </a:cubicBezTo>
                  <a:cubicBezTo>
                    <a:pt x="5203" y="823"/>
                    <a:pt x="4047" y="844"/>
                    <a:pt x="2890" y="844"/>
                  </a:cubicBezTo>
                  <a:cubicBezTo>
                    <a:pt x="1954" y="844"/>
                    <a:pt x="1018" y="830"/>
                    <a:pt x="79" y="816"/>
                  </a:cubicBezTo>
                  <a:cubicBezTo>
                    <a:pt x="74" y="815"/>
                    <a:pt x="70" y="815"/>
                    <a:pt x="66" y="815"/>
                  </a:cubicBezTo>
                  <a:cubicBezTo>
                    <a:pt x="1" y="815"/>
                    <a:pt x="5" y="927"/>
                    <a:pt x="79" y="942"/>
                  </a:cubicBezTo>
                  <a:cubicBezTo>
                    <a:pt x="1331" y="1090"/>
                    <a:pt x="2599" y="1156"/>
                    <a:pt x="3868" y="1156"/>
                  </a:cubicBezTo>
                  <a:cubicBezTo>
                    <a:pt x="4744" y="1156"/>
                    <a:pt x="5619" y="1125"/>
                    <a:pt x="6490" y="1067"/>
                  </a:cubicBezTo>
                  <a:cubicBezTo>
                    <a:pt x="7524" y="1004"/>
                    <a:pt x="8574" y="910"/>
                    <a:pt x="9609" y="769"/>
                  </a:cubicBezTo>
                  <a:cubicBezTo>
                    <a:pt x="10612" y="644"/>
                    <a:pt x="11662" y="534"/>
                    <a:pt x="12618" y="221"/>
                  </a:cubicBezTo>
                  <a:cubicBezTo>
                    <a:pt x="12724" y="191"/>
                    <a:pt x="12713" y="0"/>
                    <a:pt x="126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357;p15">
              <a:extLst>
                <a:ext uri="{FF2B5EF4-FFF2-40B4-BE49-F238E27FC236}">
                  <a16:creationId xmlns:a16="http://schemas.microsoft.com/office/drawing/2014/main" id="{B074860D-CA5B-4158-90C1-A49C19A06A72}"/>
                </a:ext>
              </a:extLst>
            </p:cNvPr>
            <p:cNvSpPr/>
            <p:nvPr/>
          </p:nvSpPr>
          <p:spPr>
            <a:xfrm>
              <a:off x="9546200" y="1456350"/>
              <a:ext cx="127000" cy="18650"/>
            </a:xfrm>
            <a:custGeom>
              <a:avLst/>
              <a:gdLst/>
              <a:ahLst/>
              <a:cxnLst/>
              <a:rect l="l" t="t" r="r" b="b"/>
              <a:pathLst>
                <a:path w="5080" h="746" extrusionOk="0">
                  <a:moveTo>
                    <a:pt x="4542" y="1"/>
                  </a:moveTo>
                  <a:cubicBezTo>
                    <a:pt x="3101" y="1"/>
                    <a:pt x="1583" y="307"/>
                    <a:pt x="158" y="494"/>
                  </a:cubicBezTo>
                  <a:cubicBezTo>
                    <a:pt x="6" y="509"/>
                    <a:pt x="1" y="746"/>
                    <a:pt x="144" y="746"/>
                  </a:cubicBezTo>
                  <a:cubicBezTo>
                    <a:pt x="148" y="746"/>
                    <a:pt x="153" y="745"/>
                    <a:pt x="158" y="745"/>
                  </a:cubicBezTo>
                  <a:cubicBezTo>
                    <a:pt x="1725" y="620"/>
                    <a:pt x="3433" y="620"/>
                    <a:pt x="4954" y="212"/>
                  </a:cubicBezTo>
                  <a:cubicBezTo>
                    <a:pt x="5079" y="181"/>
                    <a:pt x="5048" y="8"/>
                    <a:pt x="4923" y="8"/>
                  </a:cubicBezTo>
                  <a:cubicBezTo>
                    <a:pt x="4796" y="3"/>
                    <a:pt x="4669" y="1"/>
                    <a:pt x="454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358;p15">
              <a:extLst>
                <a:ext uri="{FF2B5EF4-FFF2-40B4-BE49-F238E27FC236}">
                  <a16:creationId xmlns:a16="http://schemas.microsoft.com/office/drawing/2014/main" id="{50693EBC-989B-4763-94C5-B7CD3F62701F}"/>
                </a:ext>
              </a:extLst>
            </p:cNvPr>
            <p:cNvSpPr/>
            <p:nvPr/>
          </p:nvSpPr>
          <p:spPr>
            <a:xfrm>
              <a:off x="9057650" y="1459525"/>
              <a:ext cx="128500" cy="107025"/>
            </a:xfrm>
            <a:custGeom>
              <a:avLst/>
              <a:gdLst/>
              <a:ahLst/>
              <a:cxnLst/>
              <a:rect l="l" t="t" r="r" b="b"/>
              <a:pathLst>
                <a:path w="5140" h="4281" extrusionOk="0">
                  <a:moveTo>
                    <a:pt x="144" y="1"/>
                  </a:moveTo>
                  <a:cubicBezTo>
                    <a:pt x="67" y="1"/>
                    <a:pt x="0" y="108"/>
                    <a:pt x="60" y="179"/>
                  </a:cubicBezTo>
                  <a:cubicBezTo>
                    <a:pt x="1392" y="1731"/>
                    <a:pt x="3069" y="3392"/>
                    <a:pt x="4934" y="4270"/>
                  </a:cubicBezTo>
                  <a:cubicBezTo>
                    <a:pt x="4951" y="4277"/>
                    <a:pt x="4967" y="4280"/>
                    <a:pt x="4983" y="4280"/>
                  </a:cubicBezTo>
                  <a:cubicBezTo>
                    <a:pt x="5072" y="4280"/>
                    <a:pt x="5140" y="4178"/>
                    <a:pt x="5060" y="4098"/>
                  </a:cubicBezTo>
                  <a:cubicBezTo>
                    <a:pt x="4260" y="3424"/>
                    <a:pt x="3351" y="2875"/>
                    <a:pt x="2536" y="2185"/>
                  </a:cubicBezTo>
                  <a:cubicBezTo>
                    <a:pt x="1737" y="1511"/>
                    <a:pt x="953" y="790"/>
                    <a:pt x="216" y="38"/>
                  </a:cubicBezTo>
                  <a:cubicBezTo>
                    <a:pt x="194" y="11"/>
                    <a:pt x="168" y="1"/>
                    <a:pt x="1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359;p15">
              <a:extLst>
                <a:ext uri="{FF2B5EF4-FFF2-40B4-BE49-F238E27FC236}">
                  <a16:creationId xmlns:a16="http://schemas.microsoft.com/office/drawing/2014/main" id="{55BBA505-5199-4A1F-AD59-BFFD38D4655D}"/>
                </a:ext>
              </a:extLst>
            </p:cNvPr>
            <p:cNvSpPr/>
            <p:nvPr/>
          </p:nvSpPr>
          <p:spPr>
            <a:xfrm>
              <a:off x="8997875" y="1023525"/>
              <a:ext cx="111475" cy="154075"/>
            </a:xfrm>
            <a:custGeom>
              <a:avLst/>
              <a:gdLst/>
              <a:ahLst/>
              <a:cxnLst/>
              <a:rect l="l" t="t" r="r" b="b"/>
              <a:pathLst>
                <a:path w="4459" h="6163" extrusionOk="0">
                  <a:moveTo>
                    <a:pt x="113" y="1"/>
                  </a:moveTo>
                  <a:cubicBezTo>
                    <a:pt x="57" y="1"/>
                    <a:pt x="1" y="54"/>
                    <a:pt x="37" y="127"/>
                  </a:cubicBezTo>
                  <a:cubicBezTo>
                    <a:pt x="679" y="1145"/>
                    <a:pt x="1541" y="2039"/>
                    <a:pt x="2247" y="3026"/>
                  </a:cubicBezTo>
                  <a:cubicBezTo>
                    <a:pt x="2952" y="4029"/>
                    <a:pt x="3532" y="5111"/>
                    <a:pt x="4237" y="6114"/>
                  </a:cubicBezTo>
                  <a:cubicBezTo>
                    <a:pt x="4262" y="6148"/>
                    <a:pt x="4294" y="6163"/>
                    <a:pt x="4325" y="6163"/>
                  </a:cubicBezTo>
                  <a:cubicBezTo>
                    <a:pt x="4393" y="6163"/>
                    <a:pt x="4458" y="6091"/>
                    <a:pt x="4426" y="6004"/>
                  </a:cubicBezTo>
                  <a:cubicBezTo>
                    <a:pt x="3908" y="4860"/>
                    <a:pt x="3156" y="3810"/>
                    <a:pt x="2435" y="2791"/>
                  </a:cubicBezTo>
                  <a:cubicBezTo>
                    <a:pt x="1761" y="1851"/>
                    <a:pt x="1056" y="769"/>
                    <a:pt x="162" y="17"/>
                  </a:cubicBezTo>
                  <a:cubicBezTo>
                    <a:pt x="147" y="6"/>
                    <a:pt x="130" y="1"/>
                    <a:pt x="1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" name="Google Shape;360;p15">
            <a:extLst>
              <a:ext uri="{FF2B5EF4-FFF2-40B4-BE49-F238E27FC236}">
                <a16:creationId xmlns:a16="http://schemas.microsoft.com/office/drawing/2014/main" id="{F7C02B34-F754-4C74-B870-1C0B88166B9C}"/>
              </a:ext>
            </a:extLst>
          </p:cNvPr>
          <p:cNvSpPr/>
          <p:nvPr/>
        </p:nvSpPr>
        <p:spPr>
          <a:xfrm>
            <a:off x="68609" y="1933398"/>
            <a:ext cx="340651" cy="1132240"/>
          </a:xfrm>
          <a:custGeom>
            <a:avLst/>
            <a:gdLst/>
            <a:ahLst/>
            <a:cxnLst/>
            <a:rect l="l" t="t" r="r" b="b"/>
            <a:pathLst>
              <a:path w="3106" h="10321" extrusionOk="0">
                <a:moveTo>
                  <a:pt x="194" y="1"/>
                </a:moveTo>
                <a:cubicBezTo>
                  <a:pt x="91" y="1"/>
                  <a:pt x="1" y="135"/>
                  <a:pt x="87" y="240"/>
                </a:cubicBezTo>
                <a:cubicBezTo>
                  <a:pt x="1043" y="1433"/>
                  <a:pt x="1863" y="3148"/>
                  <a:pt x="2186" y="4639"/>
                </a:cubicBezTo>
                <a:cubicBezTo>
                  <a:pt x="2410" y="5583"/>
                  <a:pt x="2360" y="6552"/>
                  <a:pt x="2087" y="7484"/>
                </a:cubicBezTo>
                <a:cubicBezTo>
                  <a:pt x="1814" y="8404"/>
                  <a:pt x="969" y="8963"/>
                  <a:pt x="633" y="9845"/>
                </a:cubicBezTo>
                <a:cubicBezTo>
                  <a:pt x="524" y="10122"/>
                  <a:pt x="778" y="10321"/>
                  <a:pt x="1031" y="10321"/>
                </a:cubicBezTo>
                <a:cubicBezTo>
                  <a:pt x="1095" y="10321"/>
                  <a:pt x="1159" y="10308"/>
                  <a:pt x="1217" y="10280"/>
                </a:cubicBezTo>
                <a:cubicBezTo>
                  <a:pt x="2820" y="9485"/>
                  <a:pt x="3106" y="6590"/>
                  <a:pt x="2857" y="5024"/>
                </a:cubicBezTo>
                <a:cubicBezTo>
                  <a:pt x="2534" y="2999"/>
                  <a:pt x="1677" y="1508"/>
                  <a:pt x="285" y="42"/>
                </a:cubicBezTo>
                <a:cubicBezTo>
                  <a:pt x="257" y="13"/>
                  <a:pt x="225" y="1"/>
                  <a:pt x="194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361;p15">
            <a:extLst>
              <a:ext uri="{FF2B5EF4-FFF2-40B4-BE49-F238E27FC236}">
                <a16:creationId xmlns:a16="http://schemas.microsoft.com/office/drawing/2014/main" id="{1FB1550F-B48D-4615-B618-C723AA0923D5}"/>
              </a:ext>
            </a:extLst>
          </p:cNvPr>
          <p:cNvSpPr/>
          <p:nvPr/>
        </p:nvSpPr>
        <p:spPr>
          <a:xfrm>
            <a:off x="8641140" y="3489479"/>
            <a:ext cx="602270" cy="1411890"/>
          </a:xfrm>
          <a:custGeom>
            <a:avLst/>
            <a:gdLst/>
            <a:ahLst/>
            <a:cxnLst/>
            <a:rect l="l" t="t" r="r" b="b"/>
            <a:pathLst>
              <a:path w="13643" h="31983" extrusionOk="0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362;p15">
            <a:extLst>
              <a:ext uri="{FF2B5EF4-FFF2-40B4-BE49-F238E27FC236}">
                <a16:creationId xmlns:a16="http://schemas.microsoft.com/office/drawing/2014/main" id="{74B236FB-51FD-491E-921C-73977AAEF037}"/>
              </a:ext>
            </a:extLst>
          </p:cNvPr>
          <p:cNvSpPr/>
          <p:nvPr/>
        </p:nvSpPr>
        <p:spPr>
          <a:xfrm>
            <a:off x="8892914" y="3625163"/>
            <a:ext cx="340667" cy="1069898"/>
          </a:xfrm>
          <a:custGeom>
            <a:avLst/>
            <a:gdLst/>
            <a:ahLst/>
            <a:cxnLst/>
            <a:rect l="l" t="t" r="r" b="b"/>
            <a:pathLst>
              <a:path w="7717" h="24236" extrusionOk="0">
                <a:moveTo>
                  <a:pt x="5190" y="1"/>
                </a:moveTo>
                <a:cubicBezTo>
                  <a:pt x="5172" y="1"/>
                  <a:pt x="5152" y="3"/>
                  <a:pt x="5132" y="7"/>
                </a:cubicBezTo>
                <a:cubicBezTo>
                  <a:pt x="3715" y="280"/>
                  <a:pt x="2001" y="814"/>
                  <a:pt x="1094" y="2020"/>
                </a:cubicBezTo>
                <a:cubicBezTo>
                  <a:pt x="75" y="3386"/>
                  <a:pt x="0" y="4989"/>
                  <a:pt x="709" y="6518"/>
                </a:cubicBezTo>
                <a:cubicBezTo>
                  <a:pt x="1504" y="8220"/>
                  <a:pt x="2634" y="9636"/>
                  <a:pt x="3119" y="11488"/>
                </a:cubicBezTo>
                <a:cubicBezTo>
                  <a:pt x="3703" y="13761"/>
                  <a:pt x="3367" y="15849"/>
                  <a:pt x="2150" y="17837"/>
                </a:cubicBezTo>
                <a:cubicBezTo>
                  <a:pt x="1442" y="18980"/>
                  <a:pt x="795" y="20073"/>
                  <a:pt x="1094" y="21465"/>
                </a:cubicBezTo>
                <a:cubicBezTo>
                  <a:pt x="1417" y="22931"/>
                  <a:pt x="3044" y="23503"/>
                  <a:pt x="4287" y="23913"/>
                </a:cubicBezTo>
                <a:cubicBezTo>
                  <a:pt x="5306" y="24236"/>
                  <a:pt x="6536" y="24149"/>
                  <a:pt x="7716" y="24186"/>
                </a:cubicBezTo>
                <a:cubicBezTo>
                  <a:pt x="7679" y="23689"/>
                  <a:pt x="7642" y="23180"/>
                  <a:pt x="7617" y="22683"/>
                </a:cubicBezTo>
                <a:cubicBezTo>
                  <a:pt x="7381" y="22670"/>
                  <a:pt x="7182" y="22658"/>
                  <a:pt x="7020" y="22645"/>
                </a:cubicBezTo>
                <a:cubicBezTo>
                  <a:pt x="5840" y="22596"/>
                  <a:pt x="4722" y="22583"/>
                  <a:pt x="3604" y="22099"/>
                </a:cubicBezTo>
                <a:cubicBezTo>
                  <a:pt x="2013" y="21391"/>
                  <a:pt x="2398" y="19974"/>
                  <a:pt x="3131" y="18732"/>
                </a:cubicBezTo>
                <a:cubicBezTo>
                  <a:pt x="4038" y="17191"/>
                  <a:pt x="4647" y="15687"/>
                  <a:pt x="4697" y="13886"/>
                </a:cubicBezTo>
                <a:cubicBezTo>
                  <a:pt x="4734" y="12208"/>
                  <a:pt x="4225" y="10444"/>
                  <a:pt x="3430" y="8978"/>
                </a:cubicBezTo>
                <a:cubicBezTo>
                  <a:pt x="2622" y="7499"/>
                  <a:pt x="1292" y="6170"/>
                  <a:pt x="1206" y="4393"/>
                </a:cubicBezTo>
                <a:cubicBezTo>
                  <a:pt x="1094" y="2194"/>
                  <a:pt x="3492" y="964"/>
                  <a:pt x="5256" y="454"/>
                </a:cubicBezTo>
                <a:cubicBezTo>
                  <a:pt x="5534" y="373"/>
                  <a:pt x="5445" y="1"/>
                  <a:pt x="519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363;p15">
            <a:extLst>
              <a:ext uri="{FF2B5EF4-FFF2-40B4-BE49-F238E27FC236}">
                <a16:creationId xmlns:a16="http://schemas.microsoft.com/office/drawing/2014/main" id="{7F2BED24-BD3C-42C2-99A6-57EBC50FCE6B}"/>
              </a:ext>
            </a:extLst>
          </p:cNvPr>
          <p:cNvSpPr/>
          <p:nvPr/>
        </p:nvSpPr>
        <p:spPr>
          <a:xfrm rot="-6299822">
            <a:off x="-175534" y="988606"/>
            <a:ext cx="827904" cy="325750"/>
          </a:xfrm>
          <a:custGeom>
            <a:avLst/>
            <a:gdLst/>
            <a:ahLst/>
            <a:cxnLst/>
            <a:rect l="l" t="t" r="r" b="b"/>
            <a:pathLst>
              <a:path w="15955" h="6278" extrusionOk="0">
                <a:moveTo>
                  <a:pt x="15955" y="0"/>
                </a:moveTo>
                <a:lnTo>
                  <a:pt x="15955" y="0"/>
                </a:lnTo>
                <a:cubicBezTo>
                  <a:pt x="15539" y="70"/>
                  <a:pt x="15116" y="107"/>
                  <a:pt x="14679" y="107"/>
                </a:cubicBezTo>
                <a:cubicBezTo>
                  <a:pt x="14567" y="107"/>
                  <a:pt x="14453" y="105"/>
                  <a:pt x="14339" y="100"/>
                </a:cubicBezTo>
                <a:cubicBezTo>
                  <a:pt x="14302" y="1094"/>
                  <a:pt x="13991" y="1877"/>
                  <a:pt x="13420" y="2746"/>
                </a:cubicBezTo>
                <a:cubicBezTo>
                  <a:pt x="12861" y="3579"/>
                  <a:pt x="12016" y="4362"/>
                  <a:pt x="11071" y="4734"/>
                </a:cubicBezTo>
                <a:cubicBezTo>
                  <a:pt x="10856" y="4819"/>
                  <a:pt x="10656" y="4857"/>
                  <a:pt x="10469" y="4857"/>
                </a:cubicBezTo>
                <a:cubicBezTo>
                  <a:pt x="9642" y="4857"/>
                  <a:pt x="9064" y="4127"/>
                  <a:pt x="8487" y="3529"/>
                </a:cubicBezTo>
                <a:cubicBezTo>
                  <a:pt x="7511" y="2516"/>
                  <a:pt x="6257" y="2296"/>
                  <a:pt x="4964" y="2296"/>
                </a:cubicBezTo>
                <a:cubicBezTo>
                  <a:pt x="4529" y="2296"/>
                  <a:pt x="4089" y="2321"/>
                  <a:pt x="3654" y="2349"/>
                </a:cubicBezTo>
                <a:cubicBezTo>
                  <a:pt x="3429" y="2365"/>
                  <a:pt x="3201" y="2379"/>
                  <a:pt x="2975" y="2379"/>
                </a:cubicBezTo>
                <a:cubicBezTo>
                  <a:pt x="2338" y="2379"/>
                  <a:pt x="1717" y="2270"/>
                  <a:pt x="1231" y="1802"/>
                </a:cubicBezTo>
                <a:cubicBezTo>
                  <a:pt x="870" y="1442"/>
                  <a:pt x="771" y="845"/>
                  <a:pt x="796" y="212"/>
                </a:cubicBezTo>
                <a:lnTo>
                  <a:pt x="796" y="212"/>
                </a:lnTo>
                <a:cubicBezTo>
                  <a:pt x="659" y="361"/>
                  <a:pt x="535" y="522"/>
                  <a:pt x="423" y="684"/>
                </a:cubicBezTo>
                <a:cubicBezTo>
                  <a:pt x="249" y="907"/>
                  <a:pt x="112" y="1156"/>
                  <a:pt x="1" y="1404"/>
                </a:cubicBezTo>
                <a:cubicBezTo>
                  <a:pt x="199" y="2423"/>
                  <a:pt x="833" y="3069"/>
                  <a:pt x="1827" y="3405"/>
                </a:cubicBezTo>
                <a:cubicBezTo>
                  <a:pt x="2320" y="3573"/>
                  <a:pt x="2851" y="3617"/>
                  <a:pt x="3388" y="3617"/>
                </a:cubicBezTo>
                <a:cubicBezTo>
                  <a:pt x="3968" y="3617"/>
                  <a:pt x="4555" y="3566"/>
                  <a:pt x="5110" y="3566"/>
                </a:cubicBezTo>
                <a:cubicBezTo>
                  <a:pt x="5143" y="3566"/>
                  <a:pt x="5175" y="3566"/>
                  <a:pt x="5207" y="3566"/>
                </a:cubicBezTo>
                <a:cubicBezTo>
                  <a:pt x="6748" y="3591"/>
                  <a:pt x="7369" y="4411"/>
                  <a:pt x="8375" y="5405"/>
                </a:cubicBezTo>
                <a:cubicBezTo>
                  <a:pt x="9000" y="6026"/>
                  <a:pt x="9698" y="6277"/>
                  <a:pt x="10405" y="6277"/>
                </a:cubicBezTo>
                <a:cubicBezTo>
                  <a:pt x="11864" y="6277"/>
                  <a:pt x="13364" y="5209"/>
                  <a:pt x="14352" y="4113"/>
                </a:cubicBezTo>
                <a:cubicBezTo>
                  <a:pt x="15259" y="3119"/>
                  <a:pt x="15781" y="1926"/>
                  <a:pt x="15917" y="584"/>
                </a:cubicBezTo>
                <a:cubicBezTo>
                  <a:pt x="15942" y="410"/>
                  <a:pt x="15942" y="212"/>
                  <a:pt x="1595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364;p15">
            <a:extLst>
              <a:ext uri="{FF2B5EF4-FFF2-40B4-BE49-F238E27FC236}">
                <a16:creationId xmlns:a16="http://schemas.microsoft.com/office/drawing/2014/main" id="{43527DDE-DA44-49B8-B620-A8D207E0853F}"/>
              </a:ext>
            </a:extLst>
          </p:cNvPr>
          <p:cNvSpPr/>
          <p:nvPr/>
        </p:nvSpPr>
        <p:spPr>
          <a:xfrm rot="-6299822">
            <a:off x="-144957" y="1199205"/>
            <a:ext cx="463636" cy="109535"/>
          </a:xfrm>
          <a:custGeom>
            <a:avLst/>
            <a:gdLst/>
            <a:ahLst/>
            <a:cxnLst/>
            <a:rect l="l" t="t" r="r" b="b"/>
            <a:pathLst>
              <a:path w="8935" h="2111" extrusionOk="0">
                <a:moveTo>
                  <a:pt x="473" y="1"/>
                </a:moveTo>
                <a:cubicBezTo>
                  <a:pt x="311" y="75"/>
                  <a:pt x="162" y="162"/>
                  <a:pt x="1" y="249"/>
                </a:cubicBezTo>
                <a:cubicBezTo>
                  <a:pt x="125" y="448"/>
                  <a:pt x="274" y="622"/>
                  <a:pt x="473" y="808"/>
                </a:cubicBezTo>
                <a:cubicBezTo>
                  <a:pt x="1380" y="1616"/>
                  <a:pt x="2921" y="1889"/>
                  <a:pt x="4089" y="2051"/>
                </a:cubicBezTo>
                <a:cubicBezTo>
                  <a:pt x="4366" y="2089"/>
                  <a:pt x="4676" y="2110"/>
                  <a:pt x="5004" y="2110"/>
                </a:cubicBezTo>
                <a:cubicBezTo>
                  <a:pt x="6372" y="2110"/>
                  <a:pt x="8053" y="1750"/>
                  <a:pt x="8935" y="808"/>
                </a:cubicBezTo>
                <a:cubicBezTo>
                  <a:pt x="8413" y="634"/>
                  <a:pt x="7903" y="436"/>
                  <a:pt x="7394" y="237"/>
                </a:cubicBezTo>
                <a:cubicBezTo>
                  <a:pt x="7270" y="336"/>
                  <a:pt x="7120" y="436"/>
                  <a:pt x="6959" y="523"/>
                </a:cubicBezTo>
                <a:cubicBezTo>
                  <a:pt x="6217" y="894"/>
                  <a:pt x="5323" y="959"/>
                  <a:pt x="4497" y="959"/>
                </a:cubicBezTo>
                <a:cubicBezTo>
                  <a:pt x="4410" y="959"/>
                  <a:pt x="4323" y="959"/>
                  <a:pt x="4238" y="958"/>
                </a:cubicBezTo>
                <a:cubicBezTo>
                  <a:pt x="3231" y="933"/>
                  <a:pt x="2076" y="1007"/>
                  <a:pt x="1156" y="572"/>
                </a:cubicBezTo>
                <a:cubicBezTo>
                  <a:pt x="871" y="436"/>
                  <a:pt x="647" y="237"/>
                  <a:pt x="47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365;p15">
            <a:extLst>
              <a:ext uri="{FF2B5EF4-FFF2-40B4-BE49-F238E27FC236}">
                <a16:creationId xmlns:a16="http://schemas.microsoft.com/office/drawing/2014/main" id="{B19EC4B4-575F-4DC9-8696-707875E8A157}"/>
              </a:ext>
            </a:extLst>
          </p:cNvPr>
          <p:cNvSpPr/>
          <p:nvPr/>
        </p:nvSpPr>
        <p:spPr>
          <a:xfrm>
            <a:off x="-329765" y="2900992"/>
            <a:ext cx="531899" cy="1012035"/>
          </a:xfrm>
          <a:custGeom>
            <a:avLst/>
            <a:gdLst/>
            <a:ahLst/>
            <a:cxnLst/>
            <a:rect l="l" t="t" r="r" b="b"/>
            <a:pathLst>
              <a:path w="3082" h="5865" extrusionOk="0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2;p38">
            <a:extLst>
              <a:ext uri="{FF2B5EF4-FFF2-40B4-BE49-F238E27FC236}">
                <a16:creationId xmlns:a16="http://schemas.microsoft.com/office/drawing/2014/main" id="{D6165F6D-E8D1-4710-8364-89F61EB81106}"/>
              </a:ext>
            </a:extLst>
          </p:cNvPr>
          <p:cNvSpPr txBox="1">
            <a:spLocks/>
          </p:cNvSpPr>
          <p:nvPr/>
        </p:nvSpPr>
        <p:spPr>
          <a:xfrm>
            <a:off x="1846692" y="6271335"/>
            <a:ext cx="5445600" cy="7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9pPr>
          </a:lstStyle>
          <a:p>
            <a:r>
              <a:rPr lang="en-US" sz="6000" dirty="0"/>
              <a:t>Now lets move to the site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EF0093-C117-4023-A2DC-3EE993D353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03" y="2258691"/>
            <a:ext cx="3015570" cy="10120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B9D3D7F-EE76-4EE5-959E-A3FFE5DCB5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095" y="1492067"/>
            <a:ext cx="3195611" cy="1056614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84AEF53-A3D4-4B1E-AD1D-CD6697ED72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86802" y="1318915"/>
            <a:ext cx="1895667" cy="102653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9B363C-E4E6-404F-B661-E46E6191C4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3695" y="1567707"/>
            <a:ext cx="3007597" cy="1012035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79E5C714-9F10-4330-A6A2-3279610F8CE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7541792">
            <a:off x="6393441" y="2076686"/>
            <a:ext cx="1241807" cy="12418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F7CF51E-FCAD-4B94-B9A0-93C550FE15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11781" y="2217264"/>
            <a:ext cx="2780576" cy="116527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30"/>
          <p:cNvSpPr txBox="1">
            <a:spLocks noGrp="1"/>
          </p:cNvSpPr>
          <p:nvPr>
            <p:ph type="title" idx="3"/>
          </p:nvPr>
        </p:nvSpPr>
        <p:spPr>
          <a:xfrm>
            <a:off x="-2253709" y="-922254"/>
            <a:ext cx="914400" cy="73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807" name="Google Shape;807;p30"/>
          <p:cNvSpPr txBox="1">
            <a:spLocks noGrp="1"/>
          </p:cNvSpPr>
          <p:nvPr>
            <p:ph type="title" idx="3"/>
          </p:nvPr>
        </p:nvSpPr>
        <p:spPr>
          <a:xfrm>
            <a:off x="1086778" y="-2352632"/>
            <a:ext cx="914400" cy="73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808" name="Google Shape;808;p30"/>
          <p:cNvSpPr txBox="1">
            <a:spLocks noGrp="1"/>
          </p:cNvSpPr>
          <p:nvPr>
            <p:ph type="title" idx="3"/>
          </p:nvPr>
        </p:nvSpPr>
        <p:spPr>
          <a:xfrm>
            <a:off x="5969588" y="-2335141"/>
            <a:ext cx="914400" cy="73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812" name="Google Shape;812;p30"/>
          <p:cNvGrpSpPr/>
          <p:nvPr/>
        </p:nvGrpSpPr>
        <p:grpSpPr>
          <a:xfrm>
            <a:off x="7527602" y="4637036"/>
            <a:ext cx="766761" cy="429142"/>
            <a:chOff x="7740925" y="3341850"/>
            <a:chExt cx="914225" cy="511675"/>
          </a:xfrm>
        </p:grpSpPr>
        <p:sp>
          <p:nvSpPr>
            <p:cNvPr id="813" name="Google Shape;813;p30"/>
            <p:cNvSpPr/>
            <p:nvPr/>
          </p:nvSpPr>
          <p:spPr>
            <a:xfrm>
              <a:off x="7740925" y="3341850"/>
              <a:ext cx="914225" cy="511675"/>
            </a:xfrm>
            <a:custGeom>
              <a:avLst/>
              <a:gdLst/>
              <a:ahLst/>
              <a:cxnLst/>
              <a:rect l="l" t="t" r="r" b="b"/>
              <a:pathLst>
                <a:path w="36569" h="20467" extrusionOk="0">
                  <a:moveTo>
                    <a:pt x="3135" y="6299"/>
                  </a:moveTo>
                  <a:lnTo>
                    <a:pt x="3135" y="6299"/>
                  </a:lnTo>
                  <a:cubicBezTo>
                    <a:pt x="3136" y="6304"/>
                    <a:pt x="3136" y="6310"/>
                    <a:pt x="3136" y="6315"/>
                  </a:cubicBezTo>
                  <a:lnTo>
                    <a:pt x="3136" y="6315"/>
                  </a:lnTo>
                  <a:cubicBezTo>
                    <a:pt x="3141" y="6315"/>
                    <a:pt x="3146" y="6314"/>
                    <a:pt x="3151" y="6314"/>
                  </a:cubicBezTo>
                  <a:lnTo>
                    <a:pt x="3135" y="6299"/>
                  </a:lnTo>
                  <a:close/>
                  <a:moveTo>
                    <a:pt x="24142" y="8822"/>
                  </a:moveTo>
                  <a:cubicBezTo>
                    <a:pt x="24394" y="8822"/>
                    <a:pt x="24623" y="8951"/>
                    <a:pt x="24844" y="9073"/>
                  </a:cubicBezTo>
                  <a:cubicBezTo>
                    <a:pt x="25095" y="9198"/>
                    <a:pt x="25157" y="9465"/>
                    <a:pt x="25252" y="9700"/>
                  </a:cubicBezTo>
                  <a:cubicBezTo>
                    <a:pt x="25346" y="9951"/>
                    <a:pt x="25252" y="10170"/>
                    <a:pt x="25048" y="10264"/>
                  </a:cubicBezTo>
                  <a:cubicBezTo>
                    <a:pt x="24995" y="10284"/>
                    <a:pt x="24945" y="10294"/>
                    <a:pt x="24899" y="10294"/>
                  </a:cubicBezTo>
                  <a:cubicBezTo>
                    <a:pt x="24767" y="10294"/>
                    <a:pt x="24663" y="10215"/>
                    <a:pt x="24593" y="10076"/>
                  </a:cubicBezTo>
                  <a:cubicBezTo>
                    <a:pt x="24452" y="9857"/>
                    <a:pt x="24327" y="9637"/>
                    <a:pt x="24170" y="9433"/>
                  </a:cubicBezTo>
                  <a:cubicBezTo>
                    <a:pt x="24045" y="9261"/>
                    <a:pt x="23778" y="9198"/>
                    <a:pt x="23809" y="8900"/>
                  </a:cubicBezTo>
                  <a:cubicBezTo>
                    <a:pt x="23925" y="8845"/>
                    <a:pt x="24036" y="8822"/>
                    <a:pt x="24142" y="8822"/>
                  </a:cubicBezTo>
                  <a:close/>
                  <a:moveTo>
                    <a:pt x="26859" y="4859"/>
                  </a:moveTo>
                  <a:cubicBezTo>
                    <a:pt x="27494" y="4859"/>
                    <a:pt x="28176" y="4959"/>
                    <a:pt x="28747" y="5186"/>
                  </a:cubicBezTo>
                  <a:cubicBezTo>
                    <a:pt x="29170" y="5358"/>
                    <a:pt x="29593" y="5436"/>
                    <a:pt x="30048" y="5452"/>
                  </a:cubicBezTo>
                  <a:cubicBezTo>
                    <a:pt x="31208" y="5483"/>
                    <a:pt x="32305" y="5828"/>
                    <a:pt x="33418" y="6189"/>
                  </a:cubicBezTo>
                  <a:cubicBezTo>
                    <a:pt x="34092" y="6393"/>
                    <a:pt x="34437" y="6910"/>
                    <a:pt x="34782" y="7443"/>
                  </a:cubicBezTo>
                  <a:cubicBezTo>
                    <a:pt x="34938" y="7662"/>
                    <a:pt x="34923" y="7944"/>
                    <a:pt x="34734" y="8179"/>
                  </a:cubicBezTo>
                  <a:cubicBezTo>
                    <a:pt x="34280" y="8775"/>
                    <a:pt x="33778" y="9308"/>
                    <a:pt x="33010" y="9527"/>
                  </a:cubicBezTo>
                  <a:cubicBezTo>
                    <a:pt x="32007" y="9825"/>
                    <a:pt x="30973" y="10013"/>
                    <a:pt x="29938" y="10123"/>
                  </a:cubicBezTo>
                  <a:cubicBezTo>
                    <a:pt x="28966" y="10217"/>
                    <a:pt x="27995" y="10264"/>
                    <a:pt x="27023" y="10327"/>
                  </a:cubicBezTo>
                  <a:cubicBezTo>
                    <a:pt x="26937" y="10335"/>
                    <a:pt x="26846" y="10339"/>
                    <a:pt x="26754" y="10339"/>
                  </a:cubicBezTo>
                  <a:cubicBezTo>
                    <a:pt x="26662" y="10339"/>
                    <a:pt x="26568" y="10335"/>
                    <a:pt x="26474" y="10327"/>
                  </a:cubicBezTo>
                  <a:cubicBezTo>
                    <a:pt x="26004" y="10311"/>
                    <a:pt x="25737" y="9825"/>
                    <a:pt x="25926" y="9355"/>
                  </a:cubicBezTo>
                  <a:cubicBezTo>
                    <a:pt x="25988" y="9198"/>
                    <a:pt x="26129" y="9136"/>
                    <a:pt x="26270" y="9120"/>
                  </a:cubicBezTo>
                  <a:cubicBezTo>
                    <a:pt x="26772" y="9057"/>
                    <a:pt x="27179" y="8791"/>
                    <a:pt x="27509" y="8415"/>
                  </a:cubicBezTo>
                  <a:cubicBezTo>
                    <a:pt x="28057" y="7788"/>
                    <a:pt x="28684" y="7286"/>
                    <a:pt x="29531" y="7082"/>
                  </a:cubicBezTo>
                  <a:cubicBezTo>
                    <a:pt x="29672" y="7051"/>
                    <a:pt x="29797" y="6957"/>
                    <a:pt x="29813" y="6784"/>
                  </a:cubicBezTo>
                  <a:cubicBezTo>
                    <a:pt x="29813" y="6565"/>
                    <a:pt x="29672" y="6408"/>
                    <a:pt x="29484" y="6377"/>
                  </a:cubicBezTo>
                  <a:cubicBezTo>
                    <a:pt x="28919" y="6299"/>
                    <a:pt x="28449" y="5969"/>
                    <a:pt x="27947" y="5734"/>
                  </a:cubicBezTo>
                  <a:cubicBezTo>
                    <a:pt x="27477" y="5499"/>
                    <a:pt x="26991" y="5295"/>
                    <a:pt x="26474" y="5186"/>
                  </a:cubicBezTo>
                  <a:cubicBezTo>
                    <a:pt x="26302" y="5154"/>
                    <a:pt x="26114" y="5139"/>
                    <a:pt x="26035" y="4919"/>
                  </a:cubicBezTo>
                  <a:cubicBezTo>
                    <a:pt x="26290" y="4880"/>
                    <a:pt x="26570" y="4859"/>
                    <a:pt x="26859" y="4859"/>
                  </a:cubicBezTo>
                  <a:close/>
                  <a:moveTo>
                    <a:pt x="20675" y="483"/>
                  </a:moveTo>
                  <a:cubicBezTo>
                    <a:pt x="22665" y="546"/>
                    <a:pt x="24640" y="671"/>
                    <a:pt x="26600" y="969"/>
                  </a:cubicBezTo>
                  <a:cubicBezTo>
                    <a:pt x="28057" y="1189"/>
                    <a:pt x="29421" y="1722"/>
                    <a:pt x="30738" y="2317"/>
                  </a:cubicBezTo>
                  <a:cubicBezTo>
                    <a:pt x="31803" y="2803"/>
                    <a:pt x="32901" y="3179"/>
                    <a:pt x="33825" y="3932"/>
                  </a:cubicBezTo>
                  <a:cubicBezTo>
                    <a:pt x="34311" y="4324"/>
                    <a:pt x="34813" y="4715"/>
                    <a:pt x="35267" y="5154"/>
                  </a:cubicBezTo>
                  <a:cubicBezTo>
                    <a:pt x="35832" y="5734"/>
                    <a:pt x="36239" y="6393"/>
                    <a:pt x="36098" y="7270"/>
                  </a:cubicBezTo>
                  <a:cubicBezTo>
                    <a:pt x="36068" y="7467"/>
                    <a:pt x="36140" y="7694"/>
                    <a:pt x="36173" y="7907"/>
                  </a:cubicBezTo>
                  <a:lnTo>
                    <a:pt x="36173" y="7907"/>
                  </a:lnTo>
                  <a:cubicBezTo>
                    <a:pt x="35744" y="7767"/>
                    <a:pt x="35438" y="7607"/>
                    <a:pt x="35283" y="7067"/>
                  </a:cubicBezTo>
                  <a:cubicBezTo>
                    <a:pt x="35017" y="6220"/>
                    <a:pt x="34405" y="5625"/>
                    <a:pt x="33465" y="5421"/>
                  </a:cubicBezTo>
                  <a:cubicBezTo>
                    <a:pt x="32477" y="5201"/>
                    <a:pt x="31506" y="4935"/>
                    <a:pt x="30487" y="4903"/>
                  </a:cubicBezTo>
                  <a:cubicBezTo>
                    <a:pt x="30079" y="4903"/>
                    <a:pt x="29672" y="4778"/>
                    <a:pt x="29280" y="4668"/>
                  </a:cubicBezTo>
                  <a:cubicBezTo>
                    <a:pt x="28449" y="4449"/>
                    <a:pt x="27603" y="4292"/>
                    <a:pt x="26741" y="4261"/>
                  </a:cubicBezTo>
                  <a:cubicBezTo>
                    <a:pt x="26443" y="4245"/>
                    <a:pt x="26145" y="4182"/>
                    <a:pt x="25847" y="4135"/>
                  </a:cubicBezTo>
                  <a:cubicBezTo>
                    <a:pt x="24938" y="3947"/>
                    <a:pt x="24389" y="3211"/>
                    <a:pt x="24452" y="2270"/>
                  </a:cubicBezTo>
                  <a:cubicBezTo>
                    <a:pt x="24483" y="1988"/>
                    <a:pt x="24687" y="1643"/>
                    <a:pt x="24374" y="1439"/>
                  </a:cubicBezTo>
                  <a:cubicBezTo>
                    <a:pt x="24272" y="1381"/>
                    <a:pt x="24177" y="1356"/>
                    <a:pt x="24087" y="1356"/>
                  </a:cubicBezTo>
                  <a:cubicBezTo>
                    <a:pt x="23818" y="1356"/>
                    <a:pt x="23598" y="1577"/>
                    <a:pt x="23386" y="1753"/>
                  </a:cubicBezTo>
                  <a:cubicBezTo>
                    <a:pt x="23339" y="1800"/>
                    <a:pt x="23308" y="1878"/>
                    <a:pt x="23214" y="1988"/>
                  </a:cubicBezTo>
                  <a:cubicBezTo>
                    <a:pt x="23621" y="2270"/>
                    <a:pt x="23778" y="2709"/>
                    <a:pt x="23935" y="3164"/>
                  </a:cubicBezTo>
                  <a:cubicBezTo>
                    <a:pt x="24076" y="3556"/>
                    <a:pt x="24327" y="3885"/>
                    <a:pt x="24499" y="4261"/>
                  </a:cubicBezTo>
                  <a:cubicBezTo>
                    <a:pt x="24687" y="4684"/>
                    <a:pt x="24781" y="4903"/>
                    <a:pt x="24217" y="5154"/>
                  </a:cubicBezTo>
                  <a:cubicBezTo>
                    <a:pt x="24092" y="5217"/>
                    <a:pt x="23951" y="5280"/>
                    <a:pt x="23841" y="5374"/>
                  </a:cubicBezTo>
                  <a:cubicBezTo>
                    <a:pt x="23715" y="5483"/>
                    <a:pt x="23700" y="5656"/>
                    <a:pt x="23794" y="5781"/>
                  </a:cubicBezTo>
                  <a:cubicBezTo>
                    <a:pt x="23850" y="5851"/>
                    <a:pt x="23982" y="5909"/>
                    <a:pt x="24053" y="5909"/>
                  </a:cubicBezTo>
                  <a:cubicBezTo>
                    <a:pt x="24062" y="5909"/>
                    <a:pt x="24069" y="5908"/>
                    <a:pt x="24076" y="5907"/>
                  </a:cubicBezTo>
                  <a:cubicBezTo>
                    <a:pt x="24463" y="5723"/>
                    <a:pt x="24840" y="5652"/>
                    <a:pt x="25210" y="5652"/>
                  </a:cubicBezTo>
                  <a:cubicBezTo>
                    <a:pt x="26007" y="5652"/>
                    <a:pt x="26774" y="5980"/>
                    <a:pt x="27556" y="6204"/>
                  </a:cubicBezTo>
                  <a:cubicBezTo>
                    <a:pt x="27728" y="6251"/>
                    <a:pt x="27869" y="6393"/>
                    <a:pt x="28026" y="6502"/>
                  </a:cubicBezTo>
                  <a:cubicBezTo>
                    <a:pt x="28245" y="6675"/>
                    <a:pt x="28245" y="6831"/>
                    <a:pt x="28026" y="7051"/>
                  </a:cubicBezTo>
                  <a:cubicBezTo>
                    <a:pt x="27744" y="7349"/>
                    <a:pt x="27446" y="7631"/>
                    <a:pt x="27164" y="7929"/>
                  </a:cubicBezTo>
                  <a:cubicBezTo>
                    <a:pt x="26761" y="8369"/>
                    <a:pt x="26277" y="8577"/>
                    <a:pt x="25737" y="8577"/>
                  </a:cubicBezTo>
                  <a:cubicBezTo>
                    <a:pt x="25605" y="8577"/>
                    <a:pt x="25469" y="8565"/>
                    <a:pt x="25330" y="8540"/>
                  </a:cubicBezTo>
                  <a:cubicBezTo>
                    <a:pt x="24781" y="8446"/>
                    <a:pt x="24233" y="8336"/>
                    <a:pt x="23668" y="8226"/>
                  </a:cubicBezTo>
                  <a:cubicBezTo>
                    <a:pt x="23418" y="8195"/>
                    <a:pt x="23151" y="8132"/>
                    <a:pt x="22900" y="8132"/>
                  </a:cubicBezTo>
                  <a:cubicBezTo>
                    <a:pt x="22890" y="8132"/>
                    <a:pt x="22880" y="8132"/>
                    <a:pt x="22870" y="8132"/>
                  </a:cubicBezTo>
                  <a:cubicBezTo>
                    <a:pt x="22601" y="8132"/>
                    <a:pt x="22381" y="8330"/>
                    <a:pt x="22320" y="8571"/>
                  </a:cubicBezTo>
                  <a:cubicBezTo>
                    <a:pt x="22258" y="8822"/>
                    <a:pt x="22352" y="9026"/>
                    <a:pt x="22556" y="9151"/>
                  </a:cubicBezTo>
                  <a:cubicBezTo>
                    <a:pt x="22775" y="9292"/>
                    <a:pt x="23026" y="9402"/>
                    <a:pt x="23245" y="9527"/>
                  </a:cubicBezTo>
                  <a:cubicBezTo>
                    <a:pt x="23418" y="9606"/>
                    <a:pt x="23590" y="9684"/>
                    <a:pt x="23731" y="9810"/>
                  </a:cubicBezTo>
                  <a:cubicBezTo>
                    <a:pt x="23841" y="9904"/>
                    <a:pt x="23919" y="10060"/>
                    <a:pt x="23841" y="10201"/>
                  </a:cubicBezTo>
                  <a:cubicBezTo>
                    <a:pt x="23794" y="10295"/>
                    <a:pt x="23684" y="10374"/>
                    <a:pt x="23590" y="10390"/>
                  </a:cubicBezTo>
                  <a:cubicBezTo>
                    <a:pt x="23496" y="10404"/>
                    <a:pt x="23401" y="10412"/>
                    <a:pt x="23306" y="10412"/>
                  </a:cubicBezTo>
                  <a:cubicBezTo>
                    <a:pt x="22409" y="10412"/>
                    <a:pt x="21530" y="9764"/>
                    <a:pt x="21317" y="8885"/>
                  </a:cubicBezTo>
                  <a:cubicBezTo>
                    <a:pt x="21286" y="8728"/>
                    <a:pt x="21255" y="8587"/>
                    <a:pt x="21223" y="8446"/>
                  </a:cubicBezTo>
                  <a:cubicBezTo>
                    <a:pt x="21176" y="8289"/>
                    <a:pt x="21051" y="8164"/>
                    <a:pt x="20910" y="8148"/>
                  </a:cubicBezTo>
                  <a:cubicBezTo>
                    <a:pt x="20749" y="8122"/>
                    <a:pt x="20591" y="8107"/>
                    <a:pt x="20435" y="8107"/>
                  </a:cubicBezTo>
                  <a:cubicBezTo>
                    <a:pt x="19938" y="8107"/>
                    <a:pt x="19467" y="8256"/>
                    <a:pt x="19013" y="8650"/>
                  </a:cubicBezTo>
                  <a:cubicBezTo>
                    <a:pt x="19157" y="8701"/>
                    <a:pt x="19289" y="8719"/>
                    <a:pt x="19413" y="8719"/>
                  </a:cubicBezTo>
                  <a:cubicBezTo>
                    <a:pt x="19668" y="8719"/>
                    <a:pt x="19889" y="8645"/>
                    <a:pt x="20110" y="8634"/>
                  </a:cubicBezTo>
                  <a:cubicBezTo>
                    <a:pt x="20455" y="8634"/>
                    <a:pt x="20659" y="8822"/>
                    <a:pt x="20675" y="9183"/>
                  </a:cubicBezTo>
                  <a:cubicBezTo>
                    <a:pt x="20690" y="9386"/>
                    <a:pt x="20596" y="9543"/>
                    <a:pt x="20408" y="9621"/>
                  </a:cubicBezTo>
                  <a:cubicBezTo>
                    <a:pt x="20330" y="9653"/>
                    <a:pt x="20251" y="9668"/>
                    <a:pt x="20189" y="9668"/>
                  </a:cubicBezTo>
                  <a:cubicBezTo>
                    <a:pt x="19327" y="9653"/>
                    <a:pt x="18465" y="9684"/>
                    <a:pt x="17618" y="9480"/>
                  </a:cubicBezTo>
                  <a:cubicBezTo>
                    <a:pt x="17461" y="9449"/>
                    <a:pt x="17320" y="9386"/>
                    <a:pt x="17289" y="9214"/>
                  </a:cubicBezTo>
                  <a:cubicBezTo>
                    <a:pt x="17242" y="9057"/>
                    <a:pt x="17273" y="8916"/>
                    <a:pt x="17399" y="8822"/>
                  </a:cubicBezTo>
                  <a:cubicBezTo>
                    <a:pt x="18057" y="8305"/>
                    <a:pt x="18700" y="7803"/>
                    <a:pt x="19577" y="7725"/>
                  </a:cubicBezTo>
                  <a:cubicBezTo>
                    <a:pt x="19828" y="7694"/>
                    <a:pt x="20079" y="7615"/>
                    <a:pt x="20330" y="7537"/>
                  </a:cubicBezTo>
                  <a:cubicBezTo>
                    <a:pt x="20424" y="7505"/>
                    <a:pt x="20502" y="7411"/>
                    <a:pt x="20596" y="7349"/>
                  </a:cubicBezTo>
                  <a:cubicBezTo>
                    <a:pt x="20297" y="7059"/>
                    <a:pt x="19959" y="6929"/>
                    <a:pt x="19616" y="6929"/>
                  </a:cubicBezTo>
                  <a:cubicBezTo>
                    <a:pt x="19420" y="6929"/>
                    <a:pt x="19222" y="6971"/>
                    <a:pt x="19029" y="7051"/>
                  </a:cubicBezTo>
                  <a:cubicBezTo>
                    <a:pt x="18731" y="7167"/>
                    <a:pt x="18452" y="7221"/>
                    <a:pt x="18186" y="7221"/>
                  </a:cubicBezTo>
                  <a:cubicBezTo>
                    <a:pt x="17625" y="7221"/>
                    <a:pt x="17125" y="6980"/>
                    <a:pt x="16646" y="6565"/>
                  </a:cubicBezTo>
                  <a:cubicBezTo>
                    <a:pt x="16427" y="6361"/>
                    <a:pt x="16145" y="6236"/>
                    <a:pt x="15910" y="6048"/>
                  </a:cubicBezTo>
                  <a:cubicBezTo>
                    <a:pt x="15612" y="5828"/>
                    <a:pt x="15345" y="5546"/>
                    <a:pt x="15251" y="5170"/>
                  </a:cubicBezTo>
                  <a:cubicBezTo>
                    <a:pt x="15126" y="4637"/>
                    <a:pt x="15345" y="4261"/>
                    <a:pt x="15878" y="4198"/>
                  </a:cubicBezTo>
                  <a:cubicBezTo>
                    <a:pt x="16291" y="4135"/>
                    <a:pt x="16702" y="4104"/>
                    <a:pt x="17111" y="4104"/>
                  </a:cubicBezTo>
                  <a:cubicBezTo>
                    <a:pt x="17930" y="4104"/>
                    <a:pt x="18741" y="4229"/>
                    <a:pt x="19546" y="4480"/>
                  </a:cubicBezTo>
                  <a:cubicBezTo>
                    <a:pt x="19656" y="4527"/>
                    <a:pt x="19703" y="4621"/>
                    <a:pt x="19703" y="4747"/>
                  </a:cubicBezTo>
                  <a:cubicBezTo>
                    <a:pt x="19718" y="4888"/>
                    <a:pt x="19593" y="4935"/>
                    <a:pt x="19499" y="4951"/>
                  </a:cubicBezTo>
                  <a:cubicBezTo>
                    <a:pt x="19264" y="4951"/>
                    <a:pt x="19044" y="4935"/>
                    <a:pt x="18825" y="4935"/>
                  </a:cubicBezTo>
                  <a:cubicBezTo>
                    <a:pt x="18700" y="4924"/>
                    <a:pt x="18576" y="4917"/>
                    <a:pt x="18453" y="4917"/>
                  </a:cubicBezTo>
                  <a:cubicBezTo>
                    <a:pt x="18207" y="4917"/>
                    <a:pt x="17963" y="4945"/>
                    <a:pt x="17712" y="5029"/>
                  </a:cubicBezTo>
                  <a:cubicBezTo>
                    <a:pt x="17759" y="5092"/>
                    <a:pt x="17775" y="5139"/>
                    <a:pt x="17791" y="5139"/>
                  </a:cubicBezTo>
                  <a:cubicBezTo>
                    <a:pt x="18872" y="5217"/>
                    <a:pt x="19844" y="5546"/>
                    <a:pt x="20581" y="6393"/>
                  </a:cubicBezTo>
                  <a:cubicBezTo>
                    <a:pt x="20643" y="6471"/>
                    <a:pt x="20784" y="6471"/>
                    <a:pt x="20878" y="6502"/>
                  </a:cubicBezTo>
                  <a:cubicBezTo>
                    <a:pt x="20882" y="6503"/>
                    <a:pt x="20885" y="6503"/>
                    <a:pt x="20889" y="6503"/>
                  </a:cubicBezTo>
                  <a:cubicBezTo>
                    <a:pt x="20970" y="6503"/>
                    <a:pt x="21111" y="6342"/>
                    <a:pt x="21066" y="6267"/>
                  </a:cubicBezTo>
                  <a:cubicBezTo>
                    <a:pt x="21004" y="6142"/>
                    <a:pt x="20925" y="6001"/>
                    <a:pt x="20831" y="5922"/>
                  </a:cubicBezTo>
                  <a:cubicBezTo>
                    <a:pt x="20534" y="5687"/>
                    <a:pt x="20487" y="5452"/>
                    <a:pt x="20722" y="5154"/>
                  </a:cubicBezTo>
                  <a:cubicBezTo>
                    <a:pt x="20878" y="4966"/>
                    <a:pt x="20863" y="4747"/>
                    <a:pt x="20784" y="4512"/>
                  </a:cubicBezTo>
                  <a:cubicBezTo>
                    <a:pt x="20737" y="4371"/>
                    <a:pt x="20706" y="4229"/>
                    <a:pt x="20690" y="4073"/>
                  </a:cubicBezTo>
                  <a:cubicBezTo>
                    <a:pt x="20659" y="3493"/>
                    <a:pt x="20925" y="3070"/>
                    <a:pt x="21490" y="2882"/>
                  </a:cubicBezTo>
                  <a:cubicBezTo>
                    <a:pt x="21772" y="2787"/>
                    <a:pt x="22070" y="2725"/>
                    <a:pt x="22352" y="2646"/>
                  </a:cubicBezTo>
                  <a:cubicBezTo>
                    <a:pt x="22414" y="2631"/>
                    <a:pt x="22461" y="2537"/>
                    <a:pt x="22477" y="2474"/>
                  </a:cubicBezTo>
                  <a:cubicBezTo>
                    <a:pt x="22477" y="2427"/>
                    <a:pt x="22399" y="2333"/>
                    <a:pt x="22367" y="2333"/>
                  </a:cubicBezTo>
                  <a:cubicBezTo>
                    <a:pt x="22246" y="2324"/>
                    <a:pt x="22127" y="2319"/>
                    <a:pt x="22010" y="2319"/>
                  </a:cubicBezTo>
                  <a:cubicBezTo>
                    <a:pt x="21291" y="2319"/>
                    <a:pt x="20651" y="2510"/>
                    <a:pt x="20220" y="3211"/>
                  </a:cubicBezTo>
                  <a:cubicBezTo>
                    <a:pt x="20079" y="3414"/>
                    <a:pt x="19907" y="3493"/>
                    <a:pt x="19656" y="3493"/>
                  </a:cubicBezTo>
                  <a:cubicBezTo>
                    <a:pt x="19555" y="3492"/>
                    <a:pt x="19455" y="3491"/>
                    <a:pt x="19354" y="3491"/>
                  </a:cubicBezTo>
                  <a:cubicBezTo>
                    <a:pt x="17842" y="3491"/>
                    <a:pt x="16344" y="3602"/>
                    <a:pt x="14859" y="3838"/>
                  </a:cubicBezTo>
                  <a:cubicBezTo>
                    <a:pt x="14671" y="3869"/>
                    <a:pt x="14483" y="3885"/>
                    <a:pt x="14358" y="4041"/>
                  </a:cubicBezTo>
                  <a:cubicBezTo>
                    <a:pt x="14169" y="4298"/>
                    <a:pt x="13916" y="4364"/>
                    <a:pt x="13656" y="4364"/>
                  </a:cubicBezTo>
                  <a:cubicBezTo>
                    <a:pt x="13550" y="4364"/>
                    <a:pt x="13443" y="4353"/>
                    <a:pt x="13339" y="4339"/>
                  </a:cubicBezTo>
                  <a:cubicBezTo>
                    <a:pt x="12965" y="4300"/>
                    <a:pt x="12593" y="4283"/>
                    <a:pt x="12221" y="4283"/>
                  </a:cubicBezTo>
                  <a:cubicBezTo>
                    <a:pt x="11097" y="4283"/>
                    <a:pt x="9983" y="4445"/>
                    <a:pt x="8888" y="4668"/>
                  </a:cubicBezTo>
                  <a:cubicBezTo>
                    <a:pt x="8809" y="4684"/>
                    <a:pt x="8731" y="4700"/>
                    <a:pt x="8668" y="4700"/>
                  </a:cubicBezTo>
                  <a:cubicBezTo>
                    <a:pt x="8566" y="4693"/>
                    <a:pt x="8464" y="4689"/>
                    <a:pt x="8363" y="4689"/>
                  </a:cubicBezTo>
                  <a:cubicBezTo>
                    <a:pt x="7100" y="4689"/>
                    <a:pt x="5920" y="5201"/>
                    <a:pt x="4687" y="5389"/>
                  </a:cubicBezTo>
                  <a:cubicBezTo>
                    <a:pt x="4358" y="5436"/>
                    <a:pt x="4044" y="5546"/>
                    <a:pt x="3856" y="5875"/>
                  </a:cubicBezTo>
                  <a:cubicBezTo>
                    <a:pt x="3941" y="5940"/>
                    <a:pt x="4022" y="5962"/>
                    <a:pt x="4102" y="5962"/>
                  </a:cubicBezTo>
                  <a:cubicBezTo>
                    <a:pt x="4273" y="5962"/>
                    <a:pt x="4437" y="5860"/>
                    <a:pt x="4608" y="5860"/>
                  </a:cubicBezTo>
                  <a:cubicBezTo>
                    <a:pt x="4781" y="5860"/>
                    <a:pt x="4985" y="5797"/>
                    <a:pt x="5141" y="5734"/>
                  </a:cubicBezTo>
                  <a:cubicBezTo>
                    <a:pt x="6442" y="5139"/>
                    <a:pt x="7806" y="5045"/>
                    <a:pt x="9185" y="4982"/>
                  </a:cubicBezTo>
                  <a:cubicBezTo>
                    <a:pt x="9265" y="4979"/>
                    <a:pt x="9344" y="4978"/>
                    <a:pt x="9423" y="4978"/>
                  </a:cubicBezTo>
                  <a:cubicBezTo>
                    <a:pt x="9544" y="4978"/>
                    <a:pt x="9665" y="4980"/>
                    <a:pt x="9785" y="4980"/>
                  </a:cubicBezTo>
                  <a:cubicBezTo>
                    <a:pt x="10038" y="4980"/>
                    <a:pt x="10288" y="4972"/>
                    <a:pt x="10533" y="4919"/>
                  </a:cubicBezTo>
                  <a:cubicBezTo>
                    <a:pt x="11646" y="4700"/>
                    <a:pt x="12775" y="4747"/>
                    <a:pt x="13888" y="4715"/>
                  </a:cubicBezTo>
                  <a:cubicBezTo>
                    <a:pt x="13943" y="4714"/>
                    <a:pt x="13993" y="4713"/>
                    <a:pt x="14038" y="4713"/>
                  </a:cubicBezTo>
                  <a:cubicBezTo>
                    <a:pt x="14401" y="4713"/>
                    <a:pt x="14455" y="4788"/>
                    <a:pt x="14609" y="5248"/>
                  </a:cubicBezTo>
                  <a:cubicBezTo>
                    <a:pt x="14797" y="5844"/>
                    <a:pt x="15173" y="6267"/>
                    <a:pt x="15690" y="6612"/>
                  </a:cubicBezTo>
                  <a:cubicBezTo>
                    <a:pt x="16254" y="6988"/>
                    <a:pt x="16787" y="7396"/>
                    <a:pt x="17367" y="7819"/>
                  </a:cubicBezTo>
                  <a:cubicBezTo>
                    <a:pt x="16819" y="8524"/>
                    <a:pt x="16176" y="9183"/>
                    <a:pt x="16176" y="10186"/>
                  </a:cubicBezTo>
                  <a:cubicBezTo>
                    <a:pt x="14577" y="10123"/>
                    <a:pt x="13026" y="10248"/>
                    <a:pt x="11505" y="9700"/>
                  </a:cubicBezTo>
                  <a:cubicBezTo>
                    <a:pt x="10016" y="9183"/>
                    <a:pt x="8464" y="8916"/>
                    <a:pt x="6897" y="8822"/>
                  </a:cubicBezTo>
                  <a:cubicBezTo>
                    <a:pt x="5596" y="8744"/>
                    <a:pt x="4420" y="8211"/>
                    <a:pt x="3198" y="7882"/>
                  </a:cubicBezTo>
                  <a:cubicBezTo>
                    <a:pt x="2900" y="7803"/>
                    <a:pt x="2806" y="7568"/>
                    <a:pt x="2869" y="7255"/>
                  </a:cubicBezTo>
                  <a:cubicBezTo>
                    <a:pt x="2930" y="6931"/>
                    <a:pt x="3159" y="6667"/>
                    <a:pt x="3136" y="6315"/>
                  </a:cubicBezTo>
                  <a:lnTo>
                    <a:pt x="3136" y="6315"/>
                  </a:lnTo>
                  <a:cubicBezTo>
                    <a:pt x="2582" y="6353"/>
                    <a:pt x="2317" y="6787"/>
                    <a:pt x="2006" y="7129"/>
                  </a:cubicBezTo>
                  <a:cubicBezTo>
                    <a:pt x="1865" y="7270"/>
                    <a:pt x="1740" y="7396"/>
                    <a:pt x="1536" y="7396"/>
                  </a:cubicBezTo>
                  <a:cubicBezTo>
                    <a:pt x="1160" y="7396"/>
                    <a:pt x="862" y="7208"/>
                    <a:pt x="800" y="6847"/>
                  </a:cubicBezTo>
                  <a:cubicBezTo>
                    <a:pt x="737" y="6502"/>
                    <a:pt x="737" y="6173"/>
                    <a:pt x="862" y="5860"/>
                  </a:cubicBezTo>
                  <a:cubicBezTo>
                    <a:pt x="1191" y="5076"/>
                    <a:pt x="1677" y="4465"/>
                    <a:pt x="2477" y="4073"/>
                  </a:cubicBezTo>
                  <a:cubicBezTo>
                    <a:pt x="5329" y="2709"/>
                    <a:pt x="8292" y="1706"/>
                    <a:pt x="11411" y="1189"/>
                  </a:cubicBezTo>
                  <a:cubicBezTo>
                    <a:pt x="12540" y="1001"/>
                    <a:pt x="13700" y="922"/>
                    <a:pt x="14859" y="891"/>
                  </a:cubicBezTo>
                  <a:cubicBezTo>
                    <a:pt x="16537" y="828"/>
                    <a:pt x="18214" y="671"/>
                    <a:pt x="19891" y="546"/>
                  </a:cubicBezTo>
                  <a:cubicBezTo>
                    <a:pt x="20157" y="530"/>
                    <a:pt x="20424" y="483"/>
                    <a:pt x="20675" y="483"/>
                  </a:cubicBezTo>
                  <a:close/>
                  <a:moveTo>
                    <a:pt x="17358" y="10132"/>
                  </a:moveTo>
                  <a:cubicBezTo>
                    <a:pt x="17424" y="10132"/>
                    <a:pt x="17491" y="10139"/>
                    <a:pt x="17555" y="10139"/>
                  </a:cubicBezTo>
                  <a:cubicBezTo>
                    <a:pt x="18256" y="10149"/>
                    <a:pt x="18956" y="10189"/>
                    <a:pt x="19656" y="10189"/>
                  </a:cubicBezTo>
                  <a:cubicBezTo>
                    <a:pt x="19991" y="10189"/>
                    <a:pt x="20325" y="10180"/>
                    <a:pt x="20659" y="10154"/>
                  </a:cubicBezTo>
                  <a:cubicBezTo>
                    <a:pt x="20690" y="10151"/>
                    <a:pt x="20722" y="10149"/>
                    <a:pt x="20752" y="10149"/>
                  </a:cubicBezTo>
                  <a:cubicBezTo>
                    <a:pt x="20876" y="10149"/>
                    <a:pt x="20991" y="10179"/>
                    <a:pt x="21066" y="10280"/>
                  </a:cubicBezTo>
                  <a:cubicBezTo>
                    <a:pt x="21098" y="10327"/>
                    <a:pt x="21098" y="10421"/>
                    <a:pt x="21066" y="10468"/>
                  </a:cubicBezTo>
                  <a:cubicBezTo>
                    <a:pt x="21035" y="10515"/>
                    <a:pt x="20941" y="10546"/>
                    <a:pt x="20878" y="10546"/>
                  </a:cubicBezTo>
                  <a:cubicBezTo>
                    <a:pt x="20453" y="10546"/>
                    <a:pt x="20028" y="10554"/>
                    <a:pt x="19603" y="10554"/>
                  </a:cubicBezTo>
                  <a:cubicBezTo>
                    <a:pt x="18805" y="10554"/>
                    <a:pt x="18008" y="10527"/>
                    <a:pt x="17211" y="10374"/>
                  </a:cubicBezTo>
                  <a:cubicBezTo>
                    <a:pt x="17164" y="10374"/>
                    <a:pt x="17101" y="10295"/>
                    <a:pt x="17054" y="10248"/>
                  </a:cubicBezTo>
                  <a:cubicBezTo>
                    <a:pt x="17142" y="10150"/>
                    <a:pt x="17249" y="10132"/>
                    <a:pt x="17358" y="10132"/>
                  </a:cubicBezTo>
                  <a:close/>
                  <a:moveTo>
                    <a:pt x="963" y="7812"/>
                  </a:moveTo>
                  <a:cubicBezTo>
                    <a:pt x="990" y="7812"/>
                    <a:pt x="1020" y="7819"/>
                    <a:pt x="1050" y="7835"/>
                  </a:cubicBezTo>
                  <a:cubicBezTo>
                    <a:pt x="2085" y="8289"/>
                    <a:pt x="3229" y="8383"/>
                    <a:pt x="4264" y="8791"/>
                  </a:cubicBezTo>
                  <a:cubicBezTo>
                    <a:pt x="5329" y="9214"/>
                    <a:pt x="6427" y="9355"/>
                    <a:pt x="7555" y="9449"/>
                  </a:cubicBezTo>
                  <a:cubicBezTo>
                    <a:pt x="8104" y="9512"/>
                    <a:pt x="8652" y="9559"/>
                    <a:pt x="9217" y="9684"/>
                  </a:cubicBezTo>
                  <a:cubicBezTo>
                    <a:pt x="9217" y="9841"/>
                    <a:pt x="9217" y="9935"/>
                    <a:pt x="9201" y="10045"/>
                  </a:cubicBezTo>
                  <a:cubicBezTo>
                    <a:pt x="9154" y="10248"/>
                    <a:pt x="8903" y="10468"/>
                    <a:pt x="9076" y="10672"/>
                  </a:cubicBezTo>
                  <a:cubicBezTo>
                    <a:pt x="9150" y="10756"/>
                    <a:pt x="9222" y="10787"/>
                    <a:pt x="9292" y="10787"/>
                  </a:cubicBezTo>
                  <a:cubicBezTo>
                    <a:pt x="9457" y="10787"/>
                    <a:pt x="9611" y="10612"/>
                    <a:pt x="9765" y="10546"/>
                  </a:cubicBezTo>
                  <a:cubicBezTo>
                    <a:pt x="9942" y="10458"/>
                    <a:pt x="10119" y="10431"/>
                    <a:pt x="10304" y="10431"/>
                  </a:cubicBezTo>
                  <a:cubicBezTo>
                    <a:pt x="10413" y="10431"/>
                    <a:pt x="10526" y="10441"/>
                    <a:pt x="10643" y="10452"/>
                  </a:cubicBezTo>
                  <a:cubicBezTo>
                    <a:pt x="11336" y="10566"/>
                    <a:pt x="12029" y="10646"/>
                    <a:pt x="12734" y="10646"/>
                  </a:cubicBezTo>
                  <a:cubicBezTo>
                    <a:pt x="13002" y="10646"/>
                    <a:pt x="13271" y="10635"/>
                    <a:pt x="13543" y="10609"/>
                  </a:cubicBezTo>
                  <a:cubicBezTo>
                    <a:pt x="13706" y="10593"/>
                    <a:pt x="13870" y="10586"/>
                    <a:pt x="14034" y="10586"/>
                  </a:cubicBezTo>
                  <a:cubicBezTo>
                    <a:pt x="14842" y="10586"/>
                    <a:pt x="15647" y="10755"/>
                    <a:pt x="16443" y="10860"/>
                  </a:cubicBezTo>
                  <a:cubicBezTo>
                    <a:pt x="18041" y="11064"/>
                    <a:pt x="19656" y="11064"/>
                    <a:pt x="21270" y="11079"/>
                  </a:cubicBezTo>
                  <a:cubicBezTo>
                    <a:pt x="21303" y="11080"/>
                    <a:pt x="21335" y="11080"/>
                    <a:pt x="21368" y="11080"/>
                  </a:cubicBezTo>
                  <a:cubicBezTo>
                    <a:pt x="21687" y="11080"/>
                    <a:pt x="22006" y="11043"/>
                    <a:pt x="22325" y="11043"/>
                  </a:cubicBezTo>
                  <a:cubicBezTo>
                    <a:pt x="22569" y="11043"/>
                    <a:pt x="22813" y="11065"/>
                    <a:pt x="23057" y="11142"/>
                  </a:cubicBezTo>
                  <a:cubicBezTo>
                    <a:pt x="23096" y="11161"/>
                    <a:pt x="23147" y="11175"/>
                    <a:pt x="23194" y="11175"/>
                  </a:cubicBezTo>
                  <a:cubicBezTo>
                    <a:pt x="23224" y="11175"/>
                    <a:pt x="23253" y="11170"/>
                    <a:pt x="23277" y="11158"/>
                  </a:cubicBezTo>
                  <a:cubicBezTo>
                    <a:pt x="23896" y="10857"/>
                    <a:pt x="24540" y="10811"/>
                    <a:pt x="25190" y="10811"/>
                  </a:cubicBezTo>
                  <a:cubicBezTo>
                    <a:pt x="25477" y="10811"/>
                    <a:pt x="25765" y="10820"/>
                    <a:pt x="26052" y="10820"/>
                  </a:cubicBezTo>
                  <a:cubicBezTo>
                    <a:pt x="26266" y="10820"/>
                    <a:pt x="26480" y="10815"/>
                    <a:pt x="26694" y="10797"/>
                  </a:cubicBezTo>
                  <a:cubicBezTo>
                    <a:pt x="27775" y="10687"/>
                    <a:pt x="28872" y="10734"/>
                    <a:pt x="29938" y="10593"/>
                  </a:cubicBezTo>
                  <a:cubicBezTo>
                    <a:pt x="31161" y="10437"/>
                    <a:pt x="32368" y="10154"/>
                    <a:pt x="33590" y="9935"/>
                  </a:cubicBezTo>
                  <a:cubicBezTo>
                    <a:pt x="33763" y="9904"/>
                    <a:pt x="33951" y="9825"/>
                    <a:pt x="34123" y="9810"/>
                  </a:cubicBezTo>
                  <a:cubicBezTo>
                    <a:pt x="34131" y="9809"/>
                    <a:pt x="34139" y="9808"/>
                    <a:pt x="34147" y="9808"/>
                  </a:cubicBezTo>
                  <a:cubicBezTo>
                    <a:pt x="34258" y="9808"/>
                    <a:pt x="34326" y="9912"/>
                    <a:pt x="34311" y="10029"/>
                  </a:cubicBezTo>
                  <a:cubicBezTo>
                    <a:pt x="34311" y="10107"/>
                    <a:pt x="34280" y="10186"/>
                    <a:pt x="34249" y="10248"/>
                  </a:cubicBezTo>
                  <a:cubicBezTo>
                    <a:pt x="33402" y="11737"/>
                    <a:pt x="32744" y="13336"/>
                    <a:pt x="31584" y="14637"/>
                  </a:cubicBezTo>
                  <a:cubicBezTo>
                    <a:pt x="30863" y="15468"/>
                    <a:pt x="30032" y="16158"/>
                    <a:pt x="29139" y="16769"/>
                  </a:cubicBezTo>
                  <a:cubicBezTo>
                    <a:pt x="27712" y="17725"/>
                    <a:pt x="27179" y="17976"/>
                    <a:pt x="25565" y="18321"/>
                  </a:cubicBezTo>
                  <a:cubicBezTo>
                    <a:pt x="24828" y="18477"/>
                    <a:pt x="24076" y="18477"/>
                    <a:pt x="23324" y="18524"/>
                  </a:cubicBezTo>
                  <a:cubicBezTo>
                    <a:pt x="22728" y="18556"/>
                    <a:pt x="22132" y="18556"/>
                    <a:pt x="21537" y="18650"/>
                  </a:cubicBezTo>
                  <a:cubicBezTo>
                    <a:pt x="21262" y="18689"/>
                    <a:pt x="20975" y="18722"/>
                    <a:pt x="20690" y="18722"/>
                  </a:cubicBezTo>
                  <a:cubicBezTo>
                    <a:pt x="20521" y="18722"/>
                    <a:pt x="20353" y="18710"/>
                    <a:pt x="20189" y="18681"/>
                  </a:cubicBezTo>
                  <a:cubicBezTo>
                    <a:pt x="19510" y="18571"/>
                    <a:pt x="18832" y="18540"/>
                    <a:pt x="18152" y="18540"/>
                  </a:cubicBezTo>
                  <a:cubicBezTo>
                    <a:pt x="17387" y="18540"/>
                    <a:pt x="16619" y="18579"/>
                    <a:pt x="15847" y="18587"/>
                  </a:cubicBezTo>
                  <a:cubicBezTo>
                    <a:pt x="15408" y="18587"/>
                    <a:pt x="14953" y="18493"/>
                    <a:pt x="14515" y="18415"/>
                  </a:cubicBezTo>
                  <a:cubicBezTo>
                    <a:pt x="13590" y="18242"/>
                    <a:pt x="12681" y="18054"/>
                    <a:pt x="11772" y="17835"/>
                  </a:cubicBezTo>
                  <a:cubicBezTo>
                    <a:pt x="11301" y="17725"/>
                    <a:pt x="10831" y="17584"/>
                    <a:pt x="10377" y="17396"/>
                  </a:cubicBezTo>
                  <a:cubicBezTo>
                    <a:pt x="9420" y="16988"/>
                    <a:pt x="8449" y="16581"/>
                    <a:pt x="7524" y="16095"/>
                  </a:cubicBezTo>
                  <a:cubicBezTo>
                    <a:pt x="6803" y="15719"/>
                    <a:pt x="6113" y="15249"/>
                    <a:pt x="5502" y="14684"/>
                  </a:cubicBezTo>
                  <a:cubicBezTo>
                    <a:pt x="5314" y="14512"/>
                    <a:pt x="5110" y="14355"/>
                    <a:pt x="4906" y="14183"/>
                  </a:cubicBezTo>
                  <a:cubicBezTo>
                    <a:pt x="3449" y="12991"/>
                    <a:pt x="2148" y="11659"/>
                    <a:pt x="1238" y="9982"/>
                  </a:cubicBezTo>
                  <a:cubicBezTo>
                    <a:pt x="909" y="9402"/>
                    <a:pt x="643" y="8775"/>
                    <a:pt x="737" y="8070"/>
                  </a:cubicBezTo>
                  <a:cubicBezTo>
                    <a:pt x="762" y="7931"/>
                    <a:pt x="848" y="7812"/>
                    <a:pt x="963" y="7812"/>
                  </a:cubicBezTo>
                  <a:close/>
                  <a:moveTo>
                    <a:pt x="10631" y="18244"/>
                  </a:moveTo>
                  <a:cubicBezTo>
                    <a:pt x="10691" y="18244"/>
                    <a:pt x="10756" y="18260"/>
                    <a:pt x="10815" y="18274"/>
                  </a:cubicBezTo>
                  <a:cubicBezTo>
                    <a:pt x="12054" y="18556"/>
                    <a:pt x="13292" y="18869"/>
                    <a:pt x="14530" y="19104"/>
                  </a:cubicBezTo>
                  <a:cubicBezTo>
                    <a:pt x="15257" y="19241"/>
                    <a:pt x="15989" y="19287"/>
                    <a:pt x="16723" y="19287"/>
                  </a:cubicBezTo>
                  <a:cubicBezTo>
                    <a:pt x="17255" y="19287"/>
                    <a:pt x="17789" y="19263"/>
                    <a:pt x="18323" y="19230"/>
                  </a:cubicBezTo>
                  <a:cubicBezTo>
                    <a:pt x="18466" y="19217"/>
                    <a:pt x="18604" y="19209"/>
                    <a:pt x="18740" y="19209"/>
                  </a:cubicBezTo>
                  <a:cubicBezTo>
                    <a:pt x="18933" y="19209"/>
                    <a:pt x="19125" y="19224"/>
                    <a:pt x="19327" y="19261"/>
                  </a:cubicBezTo>
                  <a:cubicBezTo>
                    <a:pt x="19743" y="19341"/>
                    <a:pt x="20159" y="19389"/>
                    <a:pt x="20576" y="19389"/>
                  </a:cubicBezTo>
                  <a:cubicBezTo>
                    <a:pt x="20974" y="19389"/>
                    <a:pt x="21373" y="19345"/>
                    <a:pt x="21772" y="19245"/>
                  </a:cubicBezTo>
                  <a:cubicBezTo>
                    <a:pt x="22446" y="19079"/>
                    <a:pt x="23126" y="18996"/>
                    <a:pt x="23807" y="18996"/>
                  </a:cubicBezTo>
                  <a:cubicBezTo>
                    <a:pt x="24339" y="18996"/>
                    <a:pt x="24872" y="19047"/>
                    <a:pt x="25405" y="19148"/>
                  </a:cubicBezTo>
                  <a:lnTo>
                    <a:pt x="25405" y="19148"/>
                  </a:lnTo>
                  <a:cubicBezTo>
                    <a:pt x="25309" y="19501"/>
                    <a:pt x="25059" y="19701"/>
                    <a:pt x="24703" y="19763"/>
                  </a:cubicBezTo>
                  <a:cubicBezTo>
                    <a:pt x="24483" y="19794"/>
                    <a:pt x="24248" y="19810"/>
                    <a:pt x="24029" y="19810"/>
                  </a:cubicBezTo>
                  <a:cubicBezTo>
                    <a:pt x="21787" y="19857"/>
                    <a:pt x="19546" y="19919"/>
                    <a:pt x="17305" y="19919"/>
                  </a:cubicBezTo>
                  <a:cubicBezTo>
                    <a:pt x="17191" y="19921"/>
                    <a:pt x="17077" y="19921"/>
                    <a:pt x="16963" y="19921"/>
                  </a:cubicBezTo>
                  <a:cubicBezTo>
                    <a:pt x="15760" y="19921"/>
                    <a:pt x="14559" y="19849"/>
                    <a:pt x="13370" y="19763"/>
                  </a:cubicBezTo>
                  <a:cubicBezTo>
                    <a:pt x="12665" y="19716"/>
                    <a:pt x="11960" y="19543"/>
                    <a:pt x="11301" y="19277"/>
                  </a:cubicBezTo>
                  <a:cubicBezTo>
                    <a:pt x="11019" y="19167"/>
                    <a:pt x="10753" y="19042"/>
                    <a:pt x="10565" y="18791"/>
                  </a:cubicBezTo>
                  <a:cubicBezTo>
                    <a:pt x="10471" y="18666"/>
                    <a:pt x="10392" y="18524"/>
                    <a:pt x="10439" y="18383"/>
                  </a:cubicBezTo>
                  <a:cubicBezTo>
                    <a:pt x="10476" y="18275"/>
                    <a:pt x="10549" y="18244"/>
                    <a:pt x="10631" y="18244"/>
                  </a:cubicBezTo>
                  <a:close/>
                  <a:moveTo>
                    <a:pt x="21558" y="1"/>
                  </a:moveTo>
                  <a:cubicBezTo>
                    <a:pt x="21197" y="1"/>
                    <a:pt x="20834" y="10"/>
                    <a:pt x="20471" y="29"/>
                  </a:cubicBezTo>
                  <a:cubicBezTo>
                    <a:pt x="20257" y="41"/>
                    <a:pt x="20043" y="44"/>
                    <a:pt x="19827" y="44"/>
                  </a:cubicBezTo>
                  <a:cubicBezTo>
                    <a:pt x="19667" y="44"/>
                    <a:pt x="19505" y="42"/>
                    <a:pt x="19344" y="42"/>
                  </a:cubicBezTo>
                  <a:cubicBezTo>
                    <a:pt x="18898" y="42"/>
                    <a:pt x="18452" y="54"/>
                    <a:pt x="18010" y="138"/>
                  </a:cubicBezTo>
                  <a:cubicBezTo>
                    <a:pt x="17007" y="327"/>
                    <a:pt x="15988" y="405"/>
                    <a:pt x="14985" y="405"/>
                  </a:cubicBezTo>
                  <a:cubicBezTo>
                    <a:pt x="13182" y="405"/>
                    <a:pt x="11411" y="703"/>
                    <a:pt x="9656" y="1110"/>
                  </a:cubicBezTo>
                  <a:cubicBezTo>
                    <a:pt x="7022" y="1737"/>
                    <a:pt x="4467" y="2568"/>
                    <a:pt x="2054" y="3791"/>
                  </a:cubicBezTo>
                  <a:cubicBezTo>
                    <a:pt x="1380" y="4120"/>
                    <a:pt x="862" y="4527"/>
                    <a:pt x="580" y="5248"/>
                  </a:cubicBezTo>
                  <a:cubicBezTo>
                    <a:pt x="502" y="5452"/>
                    <a:pt x="392" y="5656"/>
                    <a:pt x="267" y="5828"/>
                  </a:cubicBezTo>
                  <a:cubicBezTo>
                    <a:pt x="47" y="6126"/>
                    <a:pt x="0" y="6455"/>
                    <a:pt x="16" y="6800"/>
                  </a:cubicBezTo>
                  <a:cubicBezTo>
                    <a:pt x="32" y="7161"/>
                    <a:pt x="32" y="7537"/>
                    <a:pt x="16" y="7913"/>
                  </a:cubicBezTo>
                  <a:cubicBezTo>
                    <a:pt x="0" y="8916"/>
                    <a:pt x="298" y="9841"/>
                    <a:pt x="815" y="10687"/>
                  </a:cubicBezTo>
                  <a:cubicBezTo>
                    <a:pt x="1066" y="11095"/>
                    <a:pt x="1348" y="11487"/>
                    <a:pt x="1630" y="11894"/>
                  </a:cubicBezTo>
                  <a:cubicBezTo>
                    <a:pt x="2743" y="13430"/>
                    <a:pt x="4232" y="14559"/>
                    <a:pt x="5690" y="15734"/>
                  </a:cubicBezTo>
                  <a:cubicBezTo>
                    <a:pt x="6583" y="16455"/>
                    <a:pt x="7571" y="16957"/>
                    <a:pt x="8621" y="17365"/>
                  </a:cubicBezTo>
                  <a:cubicBezTo>
                    <a:pt x="8793" y="17427"/>
                    <a:pt x="8966" y="17506"/>
                    <a:pt x="9154" y="17568"/>
                  </a:cubicBezTo>
                  <a:cubicBezTo>
                    <a:pt x="9499" y="17678"/>
                    <a:pt x="9703" y="17882"/>
                    <a:pt x="9718" y="18305"/>
                  </a:cubicBezTo>
                  <a:cubicBezTo>
                    <a:pt x="9734" y="19073"/>
                    <a:pt x="10220" y="19512"/>
                    <a:pt x="10894" y="19778"/>
                  </a:cubicBezTo>
                  <a:cubicBezTo>
                    <a:pt x="11098" y="19872"/>
                    <a:pt x="11317" y="19919"/>
                    <a:pt x="11536" y="19982"/>
                  </a:cubicBezTo>
                  <a:cubicBezTo>
                    <a:pt x="12822" y="20421"/>
                    <a:pt x="14185" y="20437"/>
                    <a:pt x="15518" y="20452"/>
                  </a:cubicBezTo>
                  <a:cubicBezTo>
                    <a:pt x="16527" y="20459"/>
                    <a:pt x="17533" y="20466"/>
                    <a:pt x="18538" y="20466"/>
                  </a:cubicBezTo>
                  <a:cubicBezTo>
                    <a:pt x="19780" y="20466"/>
                    <a:pt x="21019" y="20456"/>
                    <a:pt x="22258" y="20421"/>
                  </a:cubicBezTo>
                  <a:cubicBezTo>
                    <a:pt x="22329" y="20420"/>
                    <a:pt x="22400" y="20419"/>
                    <a:pt x="22471" y="20419"/>
                  </a:cubicBezTo>
                  <a:cubicBezTo>
                    <a:pt x="22854" y="20419"/>
                    <a:pt x="23236" y="20435"/>
                    <a:pt x="23616" y="20435"/>
                  </a:cubicBezTo>
                  <a:cubicBezTo>
                    <a:pt x="24022" y="20435"/>
                    <a:pt x="24427" y="20417"/>
                    <a:pt x="24828" y="20343"/>
                  </a:cubicBezTo>
                  <a:cubicBezTo>
                    <a:pt x="25267" y="20249"/>
                    <a:pt x="25596" y="20139"/>
                    <a:pt x="25831" y="19731"/>
                  </a:cubicBezTo>
                  <a:cubicBezTo>
                    <a:pt x="26270" y="19026"/>
                    <a:pt x="26772" y="18383"/>
                    <a:pt x="27681" y="18258"/>
                  </a:cubicBezTo>
                  <a:cubicBezTo>
                    <a:pt x="27822" y="18242"/>
                    <a:pt x="27963" y="18133"/>
                    <a:pt x="28089" y="18070"/>
                  </a:cubicBezTo>
                  <a:cubicBezTo>
                    <a:pt x="29186" y="17490"/>
                    <a:pt x="30173" y="16753"/>
                    <a:pt x="31192" y="16048"/>
                  </a:cubicBezTo>
                  <a:cubicBezTo>
                    <a:pt x="31459" y="15844"/>
                    <a:pt x="31678" y="15578"/>
                    <a:pt x="31897" y="15327"/>
                  </a:cubicBezTo>
                  <a:cubicBezTo>
                    <a:pt x="32854" y="14214"/>
                    <a:pt x="33716" y="13038"/>
                    <a:pt x="34139" y="11612"/>
                  </a:cubicBezTo>
                  <a:cubicBezTo>
                    <a:pt x="34155" y="11534"/>
                    <a:pt x="34202" y="11471"/>
                    <a:pt x="34233" y="11408"/>
                  </a:cubicBezTo>
                  <a:cubicBezTo>
                    <a:pt x="34719" y="10609"/>
                    <a:pt x="35205" y="9810"/>
                    <a:pt x="35691" y="9010"/>
                  </a:cubicBezTo>
                  <a:cubicBezTo>
                    <a:pt x="35894" y="8665"/>
                    <a:pt x="36208" y="8352"/>
                    <a:pt x="36192" y="7913"/>
                  </a:cubicBezTo>
                  <a:cubicBezTo>
                    <a:pt x="36191" y="7913"/>
                    <a:pt x="36190" y="7912"/>
                    <a:pt x="36189" y="7912"/>
                  </a:cubicBezTo>
                  <a:lnTo>
                    <a:pt x="36189" y="7912"/>
                  </a:lnTo>
                  <a:cubicBezTo>
                    <a:pt x="36459" y="7539"/>
                    <a:pt x="36475" y="7091"/>
                    <a:pt x="36521" y="6643"/>
                  </a:cubicBezTo>
                  <a:cubicBezTo>
                    <a:pt x="36568" y="6299"/>
                    <a:pt x="36474" y="5969"/>
                    <a:pt x="36286" y="5687"/>
                  </a:cubicBezTo>
                  <a:cubicBezTo>
                    <a:pt x="35346" y="4339"/>
                    <a:pt x="34108" y="3336"/>
                    <a:pt x="32634" y="2615"/>
                  </a:cubicBezTo>
                  <a:cubicBezTo>
                    <a:pt x="31897" y="2255"/>
                    <a:pt x="31114" y="1972"/>
                    <a:pt x="30361" y="1628"/>
                  </a:cubicBezTo>
                  <a:cubicBezTo>
                    <a:pt x="29484" y="1220"/>
                    <a:pt x="28574" y="860"/>
                    <a:pt x="27618" y="671"/>
                  </a:cubicBezTo>
                  <a:cubicBezTo>
                    <a:pt x="25608" y="285"/>
                    <a:pt x="23597" y="1"/>
                    <a:pt x="215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14" name="Google Shape;814;p30"/>
            <p:cNvSpPr/>
            <p:nvPr/>
          </p:nvSpPr>
          <p:spPr>
            <a:xfrm>
              <a:off x="8276975" y="3429225"/>
              <a:ext cx="42350" cy="61575"/>
            </a:xfrm>
            <a:custGeom>
              <a:avLst/>
              <a:gdLst/>
              <a:ahLst/>
              <a:cxnLst/>
              <a:rect l="l" t="t" r="r" b="b"/>
              <a:pathLst>
                <a:path w="1694" h="2463" extrusionOk="0">
                  <a:moveTo>
                    <a:pt x="1470" y="0"/>
                  </a:moveTo>
                  <a:cubicBezTo>
                    <a:pt x="1423" y="0"/>
                    <a:pt x="1366" y="23"/>
                    <a:pt x="1333" y="45"/>
                  </a:cubicBezTo>
                  <a:cubicBezTo>
                    <a:pt x="1255" y="123"/>
                    <a:pt x="1176" y="217"/>
                    <a:pt x="1129" y="311"/>
                  </a:cubicBezTo>
                  <a:cubicBezTo>
                    <a:pt x="878" y="891"/>
                    <a:pt x="643" y="1471"/>
                    <a:pt x="142" y="1926"/>
                  </a:cubicBezTo>
                  <a:cubicBezTo>
                    <a:pt x="1" y="2051"/>
                    <a:pt x="63" y="2333"/>
                    <a:pt x="204" y="2412"/>
                  </a:cubicBezTo>
                  <a:cubicBezTo>
                    <a:pt x="270" y="2447"/>
                    <a:pt x="334" y="2463"/>
                    <a:pt x="394" y="2463"/>
                  </a:cubicBezTo>
                  <a:cubicBezTo>
                    <a:pt x="521" y="2463"/>
                    <a:pt x="632" y="2393"/>
                    <a:pt x="706" y="2286"/>
                  </a:cubicBezTo>
                  <a:cubicBezTo>
                    <a:pt x="925" y="1941"/>
                    <a:pt x="1145" y="1597"/>
                    <a:pt x="1317" y="1220"/>
                  </a:cubicBezTo>
                  <a:cubicBezTo>
                    <a:pt x="1474" y="891"/>
                    <a:pt x="1568" y="531"/>
                    <a:pt x="1693" y="217"/>
                  </a:cubicBezTo>
                  <a:cubicBezTo>
                    <a:pt x="1615" y="108"/>
                    <a:pt x="1584" y="29"/>
                    <a:pt x="1521" y="13"/>
                  </a:cubicBezTo>
                  <a:cubicBezTo>
                    <a:pt x="1507" y="4"/>
                    <a:pt x="1489" y="0"/>
                    <a:pt x="14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30"/>
            <p:cNvSpPr/>
            <p:nvPr/>
          </p:nvSpPr>
          <p:spPr>
            <a:xfrm>
              <a:off x="8324775" y="3496700"/>
              <a:ext cx="72125" cy="29400"/>
            </a:xfrm>
            <a:custGeom>
              <a:avLst/>
              <a:gdLst/>
              <a:ahLst/>
              <a:cxnLst/>
              <a:rect l="l" t="t" r="r" b="b"/>
              <a:pathLst>
                <a:path w="2885" h="1176" extrusionOk="0">
                  <a:moveTo>
                    <a:pt x="2014" y="1"/>
                  </a:moveTo>
                  <a:cubicBezTo>
                    <a:pt x="1343" y="1"/>
                    <a:pt x="722" y="236"/>
                    <a:pt x="142" y="637"/>
                  </a:cubicBezTo>
                  <a:cubicBezTo>
                    <a:pt x="1" y="731"/>
                    <a:pt x="17" y="904"/>
                    <a:pt x="95" y="1029"/>
                  </a:cubicBezTo>
                  <a:cubicBezTo>
                    <a:pt x="144" y="1118"/>
                    <a:pt x="224" y="1175"/>
                    <a:pt x="307" y="1175"/>
                  </a:cubicBezTo>
                  <a:cubicBezTo>
                    <a:pt x="357" y="1175"/>
                    <a:pt x="409" y="1155"/>
                    <a:pt x="455" y="1108"/>
                  </a:cubicBezTo>
                  <a:cubicBezTo>
                    <a:pt x="1051" y="606"/>
                    <a:pt x="1772" y="481"/>
                    <a:pt x="2493" y="355"/>
                  </a:cubicBezTo>
                  <a:cubicBezTo>
                    <a:pt x="2634" y="324"/>
                    <a:pt x="2791" y="340"/>
                    <a:pt x="2885" y="214"/>
                  </a:cubicBezTo>
                  <a:cubicBezTo>
                    <a:pt x="2869" y="183"/>
                    <a:pt x="2869" y="120"/>
                    <a:pt x="2854" y="120"/>
                  </a:cubicBezTo>
                  <a:cubicBezTo>
                    <a:pt x="2565" y="39"/>
                    <a:pt x="2285" y="1"/>
                    <a:pt x="201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30"/>
            <p:cNvSpPr/>
            <p:nvPr/>
          </p:nvSpPr>
          <p:spPr>
            <a:xfrm>
              <a:off x="8374975" y="3656425"/>
              <a:ext cx="120675" cy="122225"/>
            </a:xfrm>
            <a:custGeom>
              <a:avLst/>
              <a:gdLst/>
              <a:ahLst/>
              <a:cxnLst/>
              <a:rect l="l" t="t" r="r" b="b"/>
              <a:pathLst>
                <a:path w="4827" h="4889" extrusionOk="0">
                  <a:moveTo>
                    <a:pt x="4673" y="1"/>
                  </a:moveTo>
                  <a:cubicBezTo>
                    <a:pt x="4631" y="1"/>
                    <a:pt x="4588" y="20"/>
                    <a:pt x="4560" y="64"/>
                  </a:cubicBezTo>
                  <a:cubicBezTo>
                    <a:pt x="3965" y="988"/>
                    <a:pt x="3479" y="1913"/>
                    <a:pt x="2711" y="2713"/>
                  </a:cubicBezTo>
                  <a:cubicBezTo>
                    <a:pt x="1959" y="3512"/>
                    <a:pt x="1065" y="4155"/>
                    <a:pt x="109" y="4672"/>
                  </a:cubicBezTo>
                  <a:cubicBezTo>
                    <a:pt x="1" y="4739"/>
                    <a:pt x="67" y="4888"/>
                    <a:pt x="178" y="4888"/>
                  </a:cubicBezTo>
                  <a:cubicBezTo>
                    <a:pt x="196" y="4888"/>
                    <a:pt x="215" y="4884"/>
                    <a:pt x="234" y="4876"/>
                  </a:cubicBezTo>
                  <a:cubicBezTo>
                    <a:pt x="2131" y="3982"/>
                    <a:pt x="4137" y="2211"/>
                    <a:pt x="4796" y="158"/>
                  </a:cubicBezTo>
                  <a:cubicBezTo>
                    <a:pt x="4826" y="66"/>
                    <a:pt x="4751" y="1"/>
                    <a:pt x="46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30"/>
            <p:cNvSpPr/>
            <p:nvPr/>
          </p:nvSpPr>
          <p:spPr>
            <a:xfrm>
              <a:off x="7832150" y="3615725"/>
              <a:ext cx="116025" cy="103800"/>
            </a:xfrm>
            <a:custGeom>
              <a:avLst/>
              <a:gdLst/>
              <a:ahLst/>
              <a:cxnLst/>
              <a:rect l="l" t="t" r="r" b="b"/>
              <a:pathLst>
                <a:path w="4641" h="4152" extrusionOk="0">
                  <a:moveTo>
                    <a:pt x="98" y="1"/>
                  </a:moveTo>
                  <a:cubicBezTo>
                    <a:pt x="50" y="1"/>
                    <a:pt x="0" y="67"/>
                    <a:pt x="35" y="124"/>
                  </a:cubicBezTo>
                  <a:cubicBezTo>
                    <a:pt x="1038" y="1739"/>
                    <a:pt x="2684" y="3337"/>
                    <a:pt x="4439" y="4137"/>
                  </a:cubicBezTo>
                  <a:cubicBezTo>
                    <a:pt x="4459" y="4147"/>
                    <a:pt x="4479" y="4151"/>
                    <a:pt x="4496" y="4151"/>
                  </a:cubicBezTo>
                  <a:cubicBezTo>
                    <a:pt x="4589" y="4151"/>
                    <a:pt x="4641" y="4030"/>
                    <a:pt x="4549" y="3964"/>
                  </a:cubicBezTo>
                  <a:cubicBezTo>
                    <a:pt x="3718" y="3353"/>
                    <a:pt x="2856" y="2820"/>
                    <a:pt x="2104" y="2130"/>
                  </a:cubicBezTo>
                  <a:cubicBezTo>
                    <a:pt x="1383" y="1488"/>
                    <a:pt x="771" y="767"/>
                    <a:pt x="144" y="30"/>
                  </a:cubicBezTo>
                  <a:cubicBezTo>
                    <a:pt x="132" y="9"/>
                    <a:pt x="115" y="1"/>
                    <a:pt x="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30"/>
            <p:cNvSpPr/>
            <p:nvPr/>
          </p:nvSpPr>
          <p:spPr>
            <a:xfrm>
              <a:off x="7937900" y="3685425"/>
              <a:ext cx="98675" cy="63600"/>
            </a:xfrm>
            <a:custGeom>
              <a:avLst/>
              <a:gdLst/>
              <a:ahLst/>
              <a:cxnLst/>
              <a:rect l="l" t="t" r="r" b="b"/>
              <a:pathLst>
                <a:path w="3947" h="2544" extrusionOk="0">
                  <a:moveTo>
                    <a:pt x="120" y="1"/>
                  </a:moveTo>
                  <a:cubicBezTo>
                    <a:pt x="56" y="1"/>
                    <a:pt x="1" y="106"/>
                    <a:pt x="52" y="158"/>
                  </a:cubicBezTo>
                  <a:cubicBezTo>
                    <a:pt x="930" y="1255"/>
                    <a:pt x="2419" y="2164"/>
                    <a:pt x="3752" y="2540"/>
                  </a:cubicBezTo>
                  <a:cubicBezTo>
                    <a:pt x="3762" y="2543"/>
                    <a:pt x="3772" y="2544"/>
                    <a:pt x="3781" y="2544"/>
                  </a:cubicBezTo>
                  <a:cubicBezTo>
                    <a:pt x="3889" y="2544"/>
                    <a:pt x="3946" y="2394"/>
                    <a:pt x="3846" y="2336"/>
                  </a:cubicBezTo>
                  <a:cubicBezTo>
                    <a:pt x="3187" y="2023"/>
                    <a:pt x="2529" y="1725"/>
                    <a:pt x="1902" y="1333"/>
                  </a:cubicBezTo>
                  <a:cubicBezTo>
                    <a:pt x="1291" y="941"/>
                    <a:pt x="742" y="455"/>
                    <a:pt x="162" y="16"/>
                  </a:cubicBezTo>
                  <a:cubicBezTo>
                    <a:pt x="148" y="6"/>
                    <a:pt x="134" y="1"/>
                    <a:pt x="1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1" name="Google Shape;831;p30"/>
          <p:cNvSpPr/>
          <p:nvPr/>
        </p:nvSpPr>
        <p:spPr>
          <a:xfrm rot="-3459503">
            <a:off x="8252264" y="-1037893"/>
            <a:ext cx="801247" cy="2937109"/>
          </a:xfrm>
          <a:custGeom>
            <a:avLst/>
            <a:gdLst/>
            <a:ahLst/>
            <a:cxnLst/>
            <a:rect l="l" t="t" r="r" b="b"/>
            <a:pathLst>
              <a:path w="6027" h="22093" extrusionOk="0">
                <a:moveTo>
                  <a:pt x="0" y="1"/>
                </a:moveTo>
                <a:lnTo>
                  <a:pt x="0" y="709"/>
                </a:lnTo>
                <a:cubicBezTo>
                  <a:pt x="932" y="1244"/>
                  <a:pt x="1864" y="1753"/>
                  <a:pt x="2635" y="2511"/>
                </a:cubicBezTo>
                <a:cubicBezTo>
                  <a:pt x="4039" y="3902"/>
                  <a:pt x="3442" y="5816"/>
                  <a:pt x="2958" y="7468"/>
                </a:cubicBezTo>
                <a:cubicBezTo>
                  <a:pt x="2597" y="8649"/>
                  <a:pt x="2374" y="9630"/>
                  <a:pt x="2560" y="10861"/>
                </a:cubicBezTo>
                <a:cubicBezTo>
                  <a:pt x="2734" y="12091"/>
                  <a:pt x="3206" y="13283"/>
                  <a:pt x="3579" y="14476"/>
                </a:cubicBezTo>
                <a:cubicBezTo>
                  <a:pt x="4250" y="16626"/>
                  <a:pt x="4797" y="19633"/>
                  <a:pt x="1877" y="20179"/>
                </a:cubicBezTo>
                <a:cubicBezTo>
                  <a:pt x="1268" y="20291"/>
                  <a:pt x="622" y="20378"/>
                  <a:pt x="0" y="20515"/>
                </a:cubicBezTo>
                <a:lnTo>
                  <a:pt x="0" y="22093"/>
                </a:lnTo>
                <a:cubicBezTo>
                  <a:pt x="373" y="21969"/>
                  <a:pt x="783" y="21919"/>
                  <a:pt x="1156" y="21857"/>
                </a:cubicBezTo>
                <a:cubicBezTo>
                  <a:pt x="2274" y="21683"/>
                  <a:pt x="3119" y="21534"/>
                  <a:pt x="4014" y="20788"/>
                </a:cubicBezTo>
                <a:cubicBezTo>
                  <a:pt x="6027" y="19074"/>
                  <a:pt x="5231" y="16092"/>
                  <a:pt x="4536" y="13954"/>
                </a:cubicBezTo>
                <a:cubicBezTo>
                  <a:pt x="4113" y="12699"/>
                  <a:pt x="3604" y="11432"/>
                  <a:pt x="3492" y="10103"/>
                </a:cubicBezTo>
                <a:cubicBezTo>
                  <a:pt x="3355" y="8649"/>
                  <a:pt x="4163" y="7170"/>
                  <a:pt x="4399" y="5741"/>
                </a:cubicBezTo>
                <a:cubicBezTo>
                  <a:pt x="4647" y="4275"/>
                  <a:pt x="4275" y="2983"/>
                  <a:pt x="3268" y="1877"/>
                </a:cubicBezTo>
                <a:cubicBezTo>
                  <a:pt x="2386" y="908"/>
                  <a:pt x="1168" y="49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30"/>
          <p:cNvSpPr/>
          <p:nvPr/>
        </p:nvSpPr>
        <p:spPr>
          <a:xfrm rot="-3459503">
            <a:off x="9275003" y="-177577"/>
            <a:ext cx="412921" cy="1372105"/>
          </a:xfrm>
          <a:custGeom>
            <a:avLst/>
            <a:gdLst/>
            <a:ahLst/>
            <a:cxnLst/>
            <a:rect l="l" t="t" r="r" b="b"/>
            <a:pathLst>
              <a:path w="3106" h="10321" extrusionOk="0">
                <a:moveTo>
                  <a:pt x="194" y="1"/>
                </a:moveTo>
                <a:cubicBezTo>
                  <a:pt x="91" y="1"/>
                  <a:pt x="1" y="135"/>
                  <a:pt x="87" y="240"/>
                </a:cubicBezTo>
                <a:cubicBezTo>
                  <a:pt x="1043" y="1433"/>
                  <a:pt x="1863" y="3148"/>
                  <a:pt x="2186" y="4639"/>
                </a:cubicBezTo>
                <a:cubicBezTo>
                  <a:pt x="2410" y="5583"/>
                  <a:pt x="2360" y="6552"/>
                  <a:pt x="2087" y="7484"/>
                </a:cubicBezTo>
                <a:cubicBezTo>
                  <a:pt x="1814" y="8404"/>
                  <a:pt x="969" y="8963"/>
                  <a:pt x="633" y="9845"/>
                </a:cubicBezTo>
                <a:cubicBezTo>
                  <a:pt x="524" y="10122"/>
                  <a:pt x="778" y="10321"/>
                  <a:pt x="1031" y="10321"/>
                </a:cubicBezTo>
                <a:cubicBezTo>
                  <a:pt x="1095" y="10321"/>
                  <a:pt x="1159" y="10308"/>
                  <a:pt x="1217" y="10280"/>
                </a:cubicBezTo>
                <a:cubicBezTo>
                  <a:pt x="2820" y="9485"/>
                  <a:pt x="3106" y="6590"/>
                  <a:pt x="2857" y="5024"/>
                </a:cubicBezTo>
                <a:cubicBezTo>
                  <a:pt x="2534" y="2999"/>
                  <a:pt x="1677" y="1508"/>
                  <a:pt x="285" y="42"/>
                </a:cubicBezTo>
                <a:cubicBezTo>
                  <a:pt x="257" y="13"/>
                  <a:pt x="225" y="1"/>
                  <a:pt x="194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807;p30">
            <a:extLst>
              <a:ext uri="{FF2B5EF4-FFF2-40B4-BE49-F238E27FC236}">
                <a16:creationId xmlns:a16="http://schemas.microsoft.com/office/drawing/2014/main" id="{B73033A4-00B7-4FCB-9C4A-4AC73706F637}"/>
              </a:ext>
            </a:extLst>
          </p:cNvPr>
          <p:cNvSpPr txBox="1">
            <a:spLocks/>
          </p:cNvSpPr>
          <p:nvPr/>
        </p:nvSpPr>
        <p:spPr>
          <a:xfrm>
            <a:off x="10261778" y="-1180701"/>
            <a:ext cx="914400" cy="73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500" b="0" i="0" u="none" strike="noStrike" cap="none">
                <a:solidFill>
                  <a:schemeClr val="lt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 SemiBold"/>
              <a:buNone/>
              <a:defRPr sz="30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9pPr>
          </a:lstStyle>
          <a:p>
            <a:r>
              <a:rPr lang="en" dirty="0"/>
              <a:t>02</a:t>
            </a:r>
          </a:p>
        </p:txBody>
      </p:sp>
      <p:sp>
        <p:nvSpPr>
          <p:cNvPr id="31" name="Google Shape;809;p30">
            <a:extLst>
              <a:ext uri="{FF2B5EF4-FFF2-40B4-BE49-F238E27FC236}">
                <a16:creationId xmlns:a16="http://schemas.microsoft.com/office/drawing/2014/main" id="{84477CD0-44FC-4C8E-A16E-FC214AFB40CA}"/>
              </a:ext>
            </a:extLst>
          </p:cNvPr>
          <p:cNvSpPr txBox="1">
            <a:spLocks/>
          </p:cNvSpPr>
          <p:nvPr/>
        </p:nvSpPr>
        <p:spPr>
          <a:xfrm>
            <a:off x="376536" y="-1593163"/>
            <a:ext cx="2305500" cy="4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dirty="0"/>
              <a:t>Idea</a:t>
            </a:r>
          </a:p>
        </p:txBody>
      </p:sp>
      <p:sp>
        <p:nvSpPr>
          <p:cNvPr id="34" name="Google Shape;932;p33">
            <a:extLst>
              <a:ext uri="{FF2B5EF4-FFF2-40B4-BE49-F238E27FC236}">
                <a16:creationId xmlns:a16="http://schemas.microsoft.com/office/drawing/2014/main" id="{2B84E316-7607-41BC-9DCC-36B222F55F82}"/>
              </a:ext>
            </a:extLst>
          </p:cNvPr>
          <p:cNvSpPr txBox="1">
            <a:spLocks/>
          </p:cNvSpPr>
          <p:nvPr/>
        </p:nvSpPr>
        <p:spPr>
          <a:xfrm>
            <a:off x="720000" y="-2368594"/>
            <a:ext cx="7704000" cy="585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9pPr>
          </a:lstStyle>
          <a:p>
            <a:r>
              <a:rPr lang="en-US" dirty="0"/>
              <a:t>Table of context</a:t>
            </a:r>
          </a:p>
        </p:txBody>
      </p:sp>
      <p:sp>
        <p:nvSpPr>
          <p:cNvPr id="35" name="Google Shape;809;p30">
            <a:extLst>
              <a:ext uri="{FF2B5EF4-FFF2-40B4-BE49-F238E27FC236}">
                <a16:creationId xmlns:a16="http://schemas.microsoft.com/office/drawing/2014/main" id="{E389F5DA-9BA4-473D-BDF5-A5F6C89E4BED}"/>
              </a:ext>
            </a:extLst>
          </p:cNvPr>
          <p:cNvSpPr txBox="1">
            <a:spLocks/>
          </p:cNvSpPr>
          <p:nvPr/>
        </p:nvSpPr>
        <p:spPr>
          <a:xfrm>
            <a:off x="-2949259" y="-47455"/>
            <a:ext cx="2305500" cy="4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dirty="0"/>
              <a:t>Team</a:t>
            </a:r>
          </a:p>
        </p:txBody>
      </p:sp>
      <p:sp>
        <p:nvSpPr>
          <p:cNvPr id="36" name="Google Shape;809;p30">
            <a:extLst>
              <a:ext uri="{FF2B5EF4-FFF2-40B4-BE49-F238E27FC236}">
                <a16:creationId xmlns:a16="http://schemas.microsoft.com/office/drawing/2014/main" id="{15EBCF2E-850B-433A-91B3-88789C6A4E7F}"/>
              </a:ext>
            </a:extLst>
          </p:cNvPr>
          <p:cNvSpPr txBox="1">
            <a:spLocks/>
          </p:cNvSpPr>
          <p:nvPr/>
        </p:nvSpPr>
        <p:spPr>
          <a:xfrm>
            <a:off x="5274038" y="-1472261"/>
            <a:ext cx="2305500" cy="4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dirty="0"/>
              <a:t>Metrics</a:t>
            </a:r>
          </a:p>
        </p:txBody>
      </p:sp>
      <p:grpSp>
        <p:nvGrpSpPr>
          <p:cNvPr id="20" name="Google Shape;398;p17">
            <a:extLst>
              <a:ext uri="{FF2B5EF4-FFF2-40B4-BE49-F238E27FC236}">
                <a16:creationId xmlns:a16="http://schemas.microsoft.com/office/drawing/2014/main" id="{D962606C-0D60-49AB-B868-1C1ED5767C62}"/>
              </a:ext>
            </a:extLst>
          </p:cNvPr>
          <p:cNvGrpSpPr/>
          <p:nvPr/>
        </p:nvGrpSpPr>
        <p:grpSpPr>
          <a:xfrm flipH="1">
            <a:off x="7412185" y="3396758"/>
            <a:ext cx="1329295" cy="1451126"/>
            <a:chOff x="109061" y="3612638"/>
            <a:chExt cx="1329295" cy="1451126"/>
          </a:xfrm>
        </p:grpSpPr>
        <p:grpSp>
          <p:nvGrpSpPr>
            <p:cNvPr id="21" name="Google Shape;399;p17">
              <a:extLst>
                <a:ext uri="{FF2B5EF4-FFF2-40B4-BE49-F238E27FC236}">
                  <a16:creationId xmlns:a16="http://schemas.microsoft.com/office/drawing/2014/main" id="{9B4AA200-AE31-4439-94F1-09098EA20FEA}"/>
                </a:ext>
              </a:extLst>
            </p:cNvPr>
            <p:cNvGrpSpPr/>
            <p:nvPr/>
          </p:nvGrpSpPr>
          <p:grpSpPr>
            <a:xfrm>
              <a:off x="1181546" y="4522379"/>
              <a:ext cx="256809" cy="379791"/>
              <a:chOff x="4510355" y="4299794"/>
              <a:chExt cx="138144" cy="204299"/>
            </a:xfrm>
          </p:grpSpPr>
          <p:sp>
            <p:nvSpPr>
              <p:cNvPr id="33" name="Google Shape;400;p17">
                <a:extLst>
                  <a:ext uri="{FF2B5EF4-FFF2-40B4-BE49-F238E27FC236}">
                    <a16:creationId xmlns:a16="http://schemas.microsoft.com/office/drawing/2014/main" id="{0E711BFE-EC8E-4A59-971D-1B25CDAA0C46}"/>
                  </a:ext>
                </a:extLst>
              </p:cNvPr>
              <p:cNvSpPr/>
              <p:nvPr/>
            </p:nvSpPr>
            <p:spPr>
              <a:xfrm>
                <a:off x="4510355" y="4392307"/>
                <a:ext cx="138144" cy="27946"/>
              </a:xfrm>
              <a:custGeom>
                <a:avLst/>
                <a:gdLst/>
                <a:ahLst/>
                <a:cxnLst/>
                <a:rect l="l" t="t" r="r" b="b"/>
                <a:pathLst>
                  <a:path w="4523" h="915" extrusionOk="0">
                    <a:moveTo>
                      <a:pt x="2059" y="0"/>
                    </a:moveTo>
                    <a:cubicBezTo>
                      <a:pt x="1558" y="0"/>
                      <a:pt x="1054" y="19"/>
                      <a:pt x="547" y="29"/>
                    </a:cubicBezTo>
                    <a:cubicBezTo>
                      <a:pt x="0" y="41"/>
                      <a:pt x="0" y="873"/>
                      <a:pt x="547" y="886"/>
                    </a:cubicBezTo>
                    <a:cubicBezTo>
                      <a:pt x="1054" y="896"/>
                      <a:pt x="1558" y="914"/>
                      <a:pt x="2059" y="914"/>
                    </a:cubicBezTo>
                    <a:cubicBezTo>
                      <a:pt x="2797" y="914"/>
                      <a:pt x="3529" y="875"/>
                      <a:pt x="4262" y="712"/>
                    </a:cubicBezTo>
                    <a:cubicBezTo>
                      <a:pt x="4523" y="662"/>
                      <a:pt x="4523" y="265"/>
                      <a:pt x="4262" y="203"/>
                    </a:cubicBezTo>
                    <a:cubicBezTo>
                      <a:pt x="3529" y="40"/>
                      <a:pt x="2797" y="0"/>
                      <a:pt x="205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401;p17">
                <a:extLst>
                  <a:ext uri="{FF2B5EF4-FFF2-40B4-BE49-F238E27FC236}">
                    <a16:creationId xmlns:a16="http://schemas.microsoft.com/office/drawing/2014/main" id="{B3C305AC-F55B-48EC-9CE8-691DEF6F2B7E}"/>
                  </a:ext>
                </a:extLst>
              </p:cNvPr>
              <p:cNvSpPr/>
              <p:nvPr/>
            </p:nvSpPr>
            <p:spPr>
              <a:xfrm>
                <a:off x="4557788" y="4299794"/>
                <a:ext cx="44806" cy="204299"/>
              </a:xfrm>
              <a:custGeom>
                <a:avLst/>
                <a:gdLst/>
                <a:ahLst/>
                <a:cxnLst/>
                <a:rect l="l" t="t" r="r" b="b"/>
                <a:pathLst>
                  <a:path w="1467" h="6689" extrusionOk="0">
                    <a:moveTo>
                      <a:pt x="733" y="1"/>
                    </a:moveTo>
                    <a:cubicBezTo>
                      <a:pt x="575" y="1"/>
                      <a:pt x="416" y="88"/>
                      <a:pt x="385" y="262"/>
                    </a:cubicBezTo>
                    <a:cubicBezTo>
                      <a:pt x="0" y="2374"/>
                      <a:pt x="162" y="4412"/>
                      <a:pt x="485" y="6512"/>
                    </a:cubicBezTo>
                    <a:cubicBezTo>
                      <a:pt x="503" y="6630"/>
                      <a:pt x="615" y="6689"/>
                      <a:pt x="727" y="6689"/>
                    </a:cubicBezTo>
                    <a:cubicBezTo>
                      <a:pt x="839" y="6689"/>
                      <a:pt x="951" y="6630"/>
                      <a:pt x="969" y="6512"/>
                    </a:cubicBezTo>
                    <a:cubicBezTo>
                      <a:pt x="1305" y="4412"/>
                      <a:pt x="1466" y="2374"/>
                      <a:pt x="1081" y="262"/>
                    </a:cubicBezTo>
                    <a:cubicBezTo>
                      <a:pt x="1050" y="88"/>
                      <a:pt x="892" y="1"/>
                      <a:pt x="73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" name="Google Shape;402;p17">
              <a:extLst>
                <a:ext uri="{FF2B5EF4-FFF2-40B4-BE49-F238E27FC236}">
                  <a16:creationId xmlns:a16="http://schemas.microsoft.com/office/drawing/2014/main" id="{5AEF5369-16F4-427E-AA14-76A4C397F51D}"/>
                </a:ext>
              </a:extLst>
            </p:cNvPr>
            <p:cNvGrpSpPr/>
            <p:nvPr/>
          </p:nvGrpSpPr>
          <p:grpSpPr>
            <a:xfrm>
              <a:off x="109061" y="4133671"/>
              <a:ext cx="109412" cy="161592"/>
              <a:chOff x="3741475" y="3250502"/>
              <a:chExt cx="58855" cy="86924"/>
            </a:xfrm>
          </p:grpSpPr>
          <p:sp>
            <p:nvSpPr>
              <p:cNvPr id="29" name="Google Shape;403;p17">
                <a:extLst>
                  <a:ext uri="{FF2B5EF4-FFF2-40B4-BE49-F238E27FC236}">
                    <a16:creationId xmlns:a16="http://schemas.microsoft.com/office/drawing/2014/main" id="{B535B704-1B22-4020-BC79-831BEF5927AE}"/>
                  </a:ext>
                </a:extLst>
              </p:cNvPr>
              <p:cNvSpPr/>
              <p:nvPr/>
            </p:nvSpPr>
            <p:spPr>
              <a:xfrm>
                <a:off x="3741475" y="3289902"/>
                <a:ext cx="58855" cy="11820"/>
              </a:xfrm>
              <a:custGeom>
                <a:avLst/>
                <a:gdLst/>
                <a:ahLst/>
                <a:cxnLst/>
                <a:rect l="l" t="t" r="r" b="b"/>
                <a:pathLst>
                  <a:path w="1927" h="387" extrusionOk="0">
                    <a:moveTo>
                      <a:pt x="911" y="0"/>
                    </a:moveTo>
                    <a:cubicBezTo>
                      <a:pt x="688" y="0"/>
                      <a:pt x="463" y="10"/>
                      <a:pt x="237" y="15"/>
                    </a:cubicBezTo>
                    <a:cubicBezTo>
                      <a:pt x="1" y="15"/>
                      <a:pt x="1" y="375"/>
                      <a:pt x="237" y="375"/>
                    </a:cubicBezTo>
                    <a:cubicBezTo>
                      <a:pt x="442" y="380"/>
                      <a:pt x="645" y="387"/>
                      <a:pt x="847" y="387"/>
                    </a:cubicBezTo>
                    <a:cubicBezTo>
                      <a:pt x="1172" y="387"/>
                      <a:pt x="1493" y="370"/>
                      <a:pt x="1815" y="301"/>
                    </a:cubicBezTo>
                    <a:cubicBezTo>
                      <a:pt x="1927" y="276"/>
                      <a:pt x="1927" y="115"/>
                      <a:pt x="1815" y="90"/>
                    </a:cubicBezTo>
                    <a:cubicBezTo>
                      <a:pt x="1514" y="18"/>
                      <a:pt x="1214" y="0"/>
                      <a:pt x="91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404;p17">
                <a:extLst>
                  <a:ext uri="{FF2B5EF4-FFF2-40B4-BE49-F238E27FC236}">
                    <a16:creationId xmlns:a16="http://schemas.microsoft.com/office/drawing/2014/main" id="{D14AE581-34A3-4195-A671-3E8031BBDA8A}"/>
                  </a:ext>
                </a:extLst>
              </p:cNvPr>
              <p:cNvSpPr/>
              <p:nvPr/>
            </p:nvSpPr>
            <p:spPr>
              <a:xfrm>
                <a:off x="3761603" y="3250502"/>
                <a:ext cx="18997" cy="86924"/>
              </a:xfrm>
              <a:custGeom>
                <a:avLst/>
                <a:gdLst/>
                <a:ahLst/>
                <a:cxnLst/>
                <a:rect l="l" t="t" r="r" b="b"/>
                <a:pathLst>
                  <a:path w="622" h="2846" extrusionOk="0">
                    <a:moveTo>
                      <a:pt x="316" y="0"/>
                    </a:moveTo>
                    <a:cubicBezTo>
                      <a:pt x="249" y="0"/>
                      <a:pt x="180" y="38"/>
                      <a:pt x="162" y="112"/>
                    </a:cubicBezTo>
                    <a:cubicBezTo>
                      <a:pt x="0" y="1007"/>
                      <a:pt x="75" y="1877"/>
                      <a:pt x="212" y="2771"/>
                    </a:cubicBezTo>
                    <a:cubicBezTo>
                      <a:pt x="218" y="2821"/>
                      <a:pt x="264" y="2846"/>
                      <a:pt x="312" y="2846"/>
                    </a:cubicBezTo>
                    <a:cubicBezTo>
                      <a:pt x="361" y="2846"/>
                      <a:pt x="410" y="2821"/>
                      <a:pt x="423" y="2771"/>
                    </a:cubicBezTo>
                    <a:cubicBezTo>
                      <a:pt x="559" y="1877"/>
                      <a:pt x="622" y="1007"/>
                      <a:pt x="460" y="112"/>
                    </a:cubicBezTo>
                    <a:cubicBezTo>
                      <a:pt x="448" y="38"/>
                      <a:pt x="382" y="0"/>
                      <a:pt x="31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" name="Google Shape;405;p17">
              <a:extLst>
                <a:ext uri="{FF2B5EF4-FFF2-40B4-BE49-F238E27FC236}">
                  <a16:creationId xmlns:a16="http://schemas.microsoft.com/office/drawing/2014/main" id="{56CA467F-BDE1-43A3-BDA0-E63ED2480F4A}"/>
                </a:ext>
              </a:extLst>
            </p:cNvPr>
            <p:cNvGrpSpPr/>
            <p:nvPr/>
          </p:nvGrpSpPr>
          <p:grpSpPr>
            <a:xfrm>
              <a:off x="402788" y="4902173"/>
              <a:ext cx="109412" cy="161592"/>
              <a:chOff x="4820760" y="3853535"/>
              <a:chExt cx="58855" cy="86924"/>
            </a:xfrm>
          </p:grpSpPr>
          <p:sp>
            <p:nvSpPr>
              <p:cNvPr id="27" name="Google Shape;406;p17">
                <a:extLst>
                  <a:ext uri="{FF2B5EF4-FFF2-40B4-BE49-F238E27FC236}">
                    <a16:creationId xmlns:a16="http://schemas.microsoft.com/office/drawing/2014/main" id="{268B3C1D-CD86-4A66-ADF4-3528B7608EDC}"/>
                  </a:ext>
                </a:extLst>
              </p:cNvPr>
              <p:cNvSpPr/>
              <p:nvPr/>
            </p:nvSpPr>
            <p:spPr>
              <a:xfrm>
                <a:off x="4820760" y="3892905"/>
                <a:ext cx="58855" cy="11850"/>
              </a:xfrm>
              <a:custGeom>
                <a:avLst/>
                <a:gdLst/>
                <a:ahLst/>
                <a:cxnLst/>
                <a:rect l="l" t="t" r="r" b="b"/>
                <a:pathLst>
                  <a:path w="1927" h="388" extrusionOk="0">
                    <a:moveTo>
                      <a:pt x="911" y="1"/>
                    </a:moveTo>
                    <a:cubicBezTo>
                      <a:pt x="688" y="1"/>
                      <a:pt x="463" y="10"/>
                      <a:pt x="237" y="16"/>
                    </a:cubicBezTo>
                    <a:cubicBezTo>
                      <a:pt x="1" y="16"/>
                      <a:pt x="1" y="376"/>
                      <a:pt x="237" y="376"/>
                    </a:cubicBezTo>
                    <a:cubicBezTo>
                      <a:pt x="442" y="381"/>
                      <a:pt x="645" y="387"/>
                      <a:pt x="847" y="387"/>
                    </a:cubicBezTo>
                    <a:cubicBezTo>
                      <a:pt x="1172" y="387"/>
                      <a:pt x="1493" y="370"/>
                      <a:pt x="1815" y="301"/>
                    </a:cubicBezTo>
                    <a:cubicBezTo>
                      <a:pt x="1927" y="277"/>
                      <a:pt x="1927" y="115"/>
                      <a:pt x="1815" y="90"/>
                    </a:cubicBezTo>
                    <a:cubicBezTo>
                      <a:pt x="1514" y="19"/>
                      <a:pt x="1214" y="1"/>
                      <a:pt x="91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407;p17">
                <a:extLst>
                  <a:ext uri="{FF2B5EF4-FFF2-40B4-BE49-F238E27FC236}">
                    <a16:creationId xmlns:a16="http://schemas.microsoft.com/office/drawing/2014/main" id="{0D694B84-AB6A-416F-ADC9-8B5C3DB1037D}"/>
                  </a:ext>
                </a:extLst>
              </p:cNvPr>
              <p:cNvSpPr/>
              <p:nvPr/>
            </p:nvSpPr>
            <p:spPr>
              <a:xfrm>
                <a:off x="4841254" y="3853535"/>
                <a:ext cx="19028" cy="86924"/>
              </a:xfrm>
              <a:custGeom>
                <a:avLst/>
                <a:gdLst/>
                <a:ahLst/>
                <a:cxnLst/>
                <a:rect l="l" t="t" r="r" b="b"/>
                <a:pathLst>
                  <a:path w="623" h="2846" extrusionOk="0">
                    <a:moveTo>
                      <a:pt x="307" y="0"/>
                    </a:moveTo>
                    <a:cubicBezTo>
                      <a:pt x="240" y="0"/>
                      <a:pt x="175" y="37"/>
                      <a:pt x="162" y="112"/>
                    </a:cubicBezTo>
                    <a:cubicBezTo>
                      <a:pt x="1" y="1006"/>
                      <a:pt x="63" y="1876"/>
                      <a:pt x="200" y="2771"/>
                    </a:cubicBezTo>
                    <a:cubicBezTo>
                      <a:pt x="212" y="2821"/>
                      <a:pt x="262" y="2845"/>
                      <a:pt x="310" y="2845"/>
                    </a:cubicBezTo>
                    <a:cubicBezTo>
                      <a:pt x="358" y="2845"/>
                      <a:pt x="405" y="2821"/>
                      <a:pt x="411" y="2771"/>
                    </a:cubicBezTo>
                    <a:cubicBezTo>
                      <a:pt x="547" y="1876"/>
                      <a:pt x="622" y="1006"/>
                      <a:pt x="461" y="112"/>
                    </a:cubicBezTo>
                    <a:cubicBezTo>
                      <a:pt x="442" y="37"/>
                      <a:pt x="374" y="0"/>
                      <a:pt x="30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4" name="Google Shape;408;p17">
              <a:extLst>
                <a:ext uri="{FF2B5EF4-FFF2-40B4-BE49-F238E27FC236}">
                  <a16:creationId xmlns:a16="http://schemas.microsoft.com/office/drawing/2014/main" id="{F0749543-6115-4C5D-941F-9DE0C5DA8984}"/>
                </a:ext>
              </a:extLst>
            </p:cNvPr>
            <p:cNvSpPr/>
            <p:nvPr/>
          </p:nvSpPr>
          <p:spPr>
            <a:xfrm>
              <a:off x="725755" y="4594094"/>
              <a:ext cx="107991" cy="84031"/>
            </a:xfrm>
            <a:custGeom>
              <a:avLst/>
              <a:gdLst/>
              <a:ahLst/>
              <a:cxnLst/>
              <a:rect l="l" t="t" r="r" b="b"/>
              <a:pathLst>
                <a:path w="1902" h="1480" extrusionOk="0">
                  <a:moveTo>
                    <a:pt x="958" y="1"/>
                  </a:moveTo>
                  <a:cubicBezTo>
                    <a:pt x="1" y="1"/>
                    <a:pt x="1" y="1480"/>
                    <a:pt x="958" y="1480"/>
                  </a:cubicBezTo>
                  <a:cubicBezTo>
                    <a:pt x="1902" y="1480"/>
                    <a:pt x="1902" y="1"/>
                    <a:pt x="9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409;p17">
              <a:extLst>
                <a:ext uri="{FF2B5EF4-FFF2-40B4-BE49-F238E27FC236}">
                  <a16:creationId xmlns:a16="http://schemas.microsoft.com/office/drawing/2014/main" id="{F6CFB27D-05C6-4D85-BDBD-572DDB4BA096}"/>
                </a:ext>
              </a:extLst>
            </p:cNvPr>
            <p:cNvSpPr/>
            <p:nvPr/>
          </p:nvSpPr>
          <p:spPr>
            <a:xfrm>
              <a:off x="218484" y="3612638"/>
              <a:ext cx="69155" cy="53655"/>
            </a:xfrm>
            <a:custGeom>
              <a:avLst/>
              <a:gdLst/>
              <a:ahLst/>
              <a:cxnLst/>
              <a:rect l="l" t="t" r="r" b="b"/>
              <a:pathLst>
                <a:path w="1218" h="945" extrusionOk="0">
                  <a:moveTo>
                    <a:pt x="609" y="1"/>
                  </a:moveTo>
                  <a:cubicBezTo>
                    <a:pt x="0" y="1"/>
                    <a:pt x="0" y="945"/>
                    <a:pt x="609" y="945"/>
                  </a:cubicBezTo>
                  <a:cubicBezTo>
                    <a:pt x="1218" y="945"/>
                    <a:pt x="1218" y="1"/>
                    <a:pt x="60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410;p17">
              <a:extLst>
                <a:ext uri="{FF2B5EF4-FFF2-40B4-BE49-F238E27FC236}">
                  <a16:creationId xmlns:a16="http://schemas.microsoft.com/office/drawing/2014/main" id="{AC0FD6AC-10A0-4D40-917C-EEA512D24219}"/>
                </a:ext>
              </a:extLst>
            </p:cNvPr>
            <p:cNvSpPr/>
            <p:nvPr/>
          </p:nvSpPr>
          <p:spPr>
            <a:xfrm>
              <a:off x="129154" y="4790155"/>
              <a:ext cx="69212" cy="53712"/>
            </a:xfrm>
            <a:custGeom>
              <a:avLst/>
              <a:gdLst/>
              <a:ahLst/>
              <a:cxnLst/>
              <a:rect l="l" t="t" r="r" b="b"/>
              <a:pathLst>
                <a:path w="1219" h="946" extrusionOk="0">
                  <a:moveTo>
                    <a:pt x="610" y="1"/>
                  </a:moveTo>
                  <a:cubicBezTo>
                    <a:pt x="1" y="1"/>
                    <a:pt x="1" y="945"/>
                    <a:pt x="610" y="945"/>
                  </a:cubicBezTo>
                  <a:cubicBezTo>
                    <a:pt x="1218" y="945"/>
                    <a:pt x="1218" y="1"/>
                    <a:pt x="6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411;p17">
            <a:extLst>
              <a:ext uri="{FF2B5EF4-FFF2-40B4-BE49-F238E27FC236}">
                <a16:creationId xmlns:a16="http://schemas.microsoft.com/office/drawing/2014/main" id="{41726394-9DF5-4ABA-B528-C65D27B12AD1}"/>
              </a:ext>
            </a:extLst>
          </p:cNvPr>
          <p:cNvGrpSpPr/>
          <p:nvPr/>
        </p:nvGrpSpPr>
        <p:grpSpPr>
          <a:xfrm>
            <a:off x="295839" y="211265"/>
            <a:ext cx="283024" cy="418560"/>
            <a:chOff x="4510355" y="4299794"/>
            <a:chExt cx="138144" cy="204299"/>
          </a:xfrm>
        </p:grpSpPr>
        <p:sp>
          <p:nvSpPr>
            <p:cNvPr id="40" name="Google Shape;412;p17">
              <a:extLst>
                <a:ext uri="{FF2B5EF4-FFF2-40B4-BE49-F238E27FC236}">
                  <a16:creationId xmlns:a16="http://schemas.microsoft.com/office/drawing/2014/main" id="{810FA5F2-610B-420C-A941-A32290892A4B}"/>
                </a:ext>
              </a:extLst>
            </p:cNvPr>
            <p:cNvSpPr/>
            <p:nvPr/>
          </p:nvSpPr>
          <p:spPr>
            <a:xfrm>
              <a:off x="4510355" y="4392307"/>
              <a:ext cx="138144" cy="27946"/>
            </a:xfrm>
            <a:custGeom>
              <a:avLst/>
              <a:gdLst/>
              <a:ahLst/>
              <a:cxnLst/>
              <a:rect l="l" t="t" r="r" b="b"/>
              <a:pathLst>
                <a:path w="4523" h="915" extrusionOk="0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3;p17">
              <a:extLst>
                <a:ext uri="{FF2B5EF4-FFF2-40B4-BE49-F238E27FC236}">
                  <a16:creationId xmlns:a16="http://schemas.microsoft.com/office/drawing/2014/main" id="{10B7F01E-BE0F-4627-9BDE-A684D38DF1C2}"/>
                </a:ext>
              </a:extLst>
            </p:cNvPr>
            <p:cNvSpPr/>
            <p:nvPr/>
          </p:nvSpPr>
          <p:spPr>
            <a:xfrm>
              <a:off x="4557788" y="4299794"/>
              <a:ext cx="44806" cy="204299"/>
            </a:xfrm>
            <a:custGeom>
              <a:avLst/>
              <a:gdLst/>
              <a:ahLst/>
              <a:cxnLst/>
              <a:rect l="l" t="t" r="r" b="b"/>
              <a:pathLst>
                <a:path w="1467" h="6689" extrusionOk="0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" name="Google Shape;414;p17">
            <a:extLst>
              <a:ext uri="{FF2B5EF4-FFF2-40B4-BE49-F238E27FC236}">
                <a16:creationId xmlns:a16="http://schemas.microsoft.com/office/drawing/2014/main" id="{2F25B22F-3C36-448D-A725-01F251A78C6A}"/>
              </a:ext>
            </a:extLst>
          </p:cNvPr>
          <p:cNvGrpSpPr/>
          <p:nvPr/>
        </p:nvGrpSpPr>
        <p:grpSpPr>
          <a:xfrm>
            <a:off x="275184" y="620694"/>
            <a:ext cx="90726" cy="133993"/>
            <a:chOff x="3741475" y="3250502"/>
            <a:chExt cx="58855" cy="86924"/>
          </a:xfrm>
        </p:grpSpPr>
        <p:sp>
          <p:nvSpPr>
            <p:cNvPr id="43" name="Google Shape;415;p17">
              <a:extLst>
                <a:ext uri="{FF2B5EF4-FFF2-40B4-BE49-F238E27FC236}">
                  <a16:creationId xmlns:a16="http://schemas.microsoft.com/office/drawing/2014/main" id="{F2B1AD5B-5D70-4F19-9CCD-B18A1B69DDB3}"/>
                </a:ext>
              </a:extLst>
            </p:cNvPr>
            <p:cNvSpPr/>
            <p:nvPr/>
          </p:nvSpPr>
          <p:spPr>
            <a:xfrm>
              <a:off x="3741475" y="3289902"/>
              <a:ext cx="58855" cy="11820"/>
            </a:xfrm>
            <a:custGeom>
              <a:avLst/>
              <a:gdLst/>
              <a:ahLst/>
              <a:cxnLst/>
              <a:rect l="l" t="t" r="r" b="b"/>
              <a:pathLst>
                <a:path w="1927" h="387" extrusionOk="0">
                  <a:moveTo>
                    <a:pt x="911" y="0"/>
                  </a:moveTo>
                  <a:cubicBezTo>
                    <a:pt x="688" y="0"/>
                    <a:pt x="463" y="10"/>
                    <a:pt x="237" y="15"/>
                  </a:cubicBezTo>
                  <a:cubicBezTo>
                    <a:pt x="1" y="15"/>
                    <a:pt x="1" y="375"/>
                    <a:pt x="237" y="375"/>
                  </a:cubicBezTo>
                  <a:cubicBezTo>
                    <a:pt x="442" y="380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6"/>
                    <a:pt x="1927" y="115"/>
                    <a:pt x="1815" y="90"/>
                  </a:cubicBezTo>
                  <a:cubicBezTo>
                    <a:pt x="1514" y="18"/>
                    <a:pt x="1214" y="0"/>
                    <a:pt x="9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16;p17">
              <a:extLst>
                <a:ext uri="{FF2B5EF4-FFF2-40B4-BE49-F238E27FC236}">
                  <a16:creationId xmlns:a16="http://schemas.microsoft.com/office/drawing/2014/main" id="{960C448D-4287-4E45-A488-0A92F4EF359C}"/>
                </a:ext>
              </a:extLst>
            </p:cNvPr>
            <p:cNvSpPr/>
            <p:nvPr/>
          </p:nvSpPr>
          <p:spPr>
            <a:xfrm>
              <a:off x="3761603" y="3250502"/>
              <a:ext cx="18997" cy="86924"/>
            </a:xfrm>
            <a:custGeom>
              <a:avLst/>
              <a:gdLst/>
              <a:ahLst/>
              <a:cxnLst/>
              <a:rect l="l" t="t" r="r" b="b"/>
              <a:pathLst>
                <a:path w="622" h="2846" extrusionOk="0">
                  <a:moveTo>
                    <a:pt x="316" y="0"/>
                  </a:moveTo>
                  <a:cubicBezTo>
                    <a:pt x="249" y="0"/>
                    <a:pt x="180" y="38"/>
                    <a:pt x="162" y="112"/>
                  </a:cubicBezTo>
                  <a:cubicBezTo>
                    <a:pt x="0" y="1007"/>
                    <a:pt x="75" y="1877"/>
                    <a:pt x="212" y="2771"/>
                  </a:cubicBezTo>
                  <a:cubicBezTo>
                    <a:pt x="218" y="2821"/>
                    <a:pt x="264" y="2846"/>
                    <a:pt x="312" y="2846"/>
                  </a:cubicBezTo>
                  <a:cubicBezTo>
                    <a:pt x="361" y="2846"/>
                    <a:pt x="410" y="2821"/>
                    <a:pt x="423" y="2771"/>
                  </a:cubicBezTo>
                  <a:cubicBezTo>
                    <a:pt x="559" y="1877"/>
                    <a:pt x="622" y="1007"/>
                    <a:pt x="460" y="112"/>
                  </a:cubicBezTo>
                  <a:cubicBezTo>
                    <a:pt x="448" y="38"/>
                    <a:pt x="382" y="0"/>
                    <a:pt x="31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" name="Google Shape;417;p17">
            <a:extLst>
              <a:ext uri="{FF2B5EF4-FFF2-40B4-BE49-F238E27FC236}">
                <a16:creationId xmlns:a16="http://schemas.microsoft.com/office/drawing/2014/main" id="{3F8E1009-C214-4548-8E02-47E64B68BFE3}"/>
              </a:ext>
            </a:extLst>
          </p:cNvPr>
          <p:cNvGrpSpPr/>
          <p:nvPr/>
        </p:nvGrpSpPr>
        <p:grpSpPr>
          <a:xfrm>
            <a:off x="703352" y="392220"/>
            <a:ext cx="90726" cy="133993"/>
            <a:chOff x="4820760" y="3853535"/>
            <a:chExt cx="58855" cy="86924"/>
          </a:xfrm>
        </p:grpSpPr>
        <p:sp>
          <p:nvSpPr>
            <p:cNvPr id="46" name="Google Shape;418;p17">
              <a:extLst>
                <a:ext uri="{FF2B5EF4-FFF2-40B4-BE49-F238E27FC236}">
                  <a16:creationId xmlns:a16="http://schemas.microsoft.com/office/drawing/2014/main" id="{B830F264-3585-4FFD-B288-5D5C1AB08ED9}"/>
                </a:ext>
              </a:extLst>
            </p:cNvPr>
            <p:cNvSpPr/>
            <p:nvPr/>
          </p:nvSpPr>
          <p:spPr>
            <a:xfrm>
              <a:off x="4820760" y="3892905"/>
              <a:ext cx="58855" cy="11850"/>
            </a:xfrm>
            <a:custGeom>
              <a:avLst/>
              <a:gdLst/>
              <a:ahLst/>
              <a:cxnLst/>
              <a:rect l="l" t="t" r="r" b="b"/>
              <a:pathLst>
                <a:path w="1927" h="388" extrusionOk="0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19;p17">
              <a:extLst>
                <a:ext uri="{FF2B5EF4-FFF2-40B4-BE49-F238E27FC236}">
                  <a16:creationId xmlns:a16="http://schemas.microsoft.com/office/drawing/2014/main" id="{302DAEF9-E345-4568-B5C1-32B200292B9A}"/>
                </a:ext>
              </a:extLst>
            </p:cNvPr>
            <p:cNvSpPr/>
            <p:nvPr/>
          </p:nvSpPr>
          <p:spPr>
            <a:xfrm>
              <a:off x="4841254" y="3853535"/>
              <a:ext cx="19028" cy="86924"/>
            </a:xfrm>
            <a:custGeom>
              <a:avLst/>
              <a:gdLst/>
              <a:ahLst/>
              <a:cxnLst/>
              <a:rect l="l" t="t" r="r" b="b"/>
              <a:pathLst>
                <a:path w="623" h="2846" extrusionOk="0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" name="Google Shape;420;p17">
            <a:extLst>
              <a:ext uri="{FF2B5EF4-FFF2-40B4-BE49-F238E27FC236}">
                <a16:creationId xmlns:a16="http://schemas.microsoft.com/office/drawing/2014/main" id="{5104D50D-B98D-46FF-BFF4-6C0A40539D41}"/>
              </a:ext>
            </a:extLst>
          </p:cNvPr>
          <p:cNvSpPr/>
          <p:nvPr/>
        </p:nvSpPr>
        <p:spPr>
          <a:xfrm>
            <a:off x="136264" y="1477477"/>
            <a:ext cx="89546" cy="69678"/>
          </a:xfrm>
          <a:custGeom>
            <a:avLst/>
            <a:gdLst/>
            <a:ahLst/>
            <a:cxnLst/>
            <a:rect l="l" t="t" r="r" b="b"/>
            <a:pathLst>
              <a:path w="1902" h="1480" extrusionOk="0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21;p17">
            <a:extLst>
              <a:ext uri="{FF2B5EF4-FFF2-40B4-BE49-F238E27FC236}">
                <a16:creationId xmlns:a16="http://schemas.microsoft.com/office/drawing/2014/main" id="{392B5DA5-D2CC-48F0-AB1C-2EFE5E1CDD97}"/>
              </a:ext>
            </a:extLst>
          </p:cNvPr>
          <p:cNvSpPr/>
          <p:nvPr/>
        </p:nvSpPr>
        <p:spPr>
          <a:xfrm>
            <a:off x="291882" y="1790892"/>
            <a:ext cx="57343" cy="44491"/>
          </a:xfrm>
          <a:custGeom>
            <a:avLst/>
            <a:gdLst/>
            <a:ahLst/>
            <a:cxnLst/>
            <a:rect l="l" t="t" r="r" b="b"/>
            <a:pathLst>
              <a:path w="1218" h="945" extrusionOk="0">
                <a:moveTo>
                  <a:pt x="609" y="1"/>
                </a:moveTo>
                <a:cubicBezTo>
                  <a:pt x="0" y="1"/>
                  <a:pt x="0" y="945"/>
                  <a:pt x="609" y="945"/>
                </a:cubicBezTo>
                <a:cubicBezTo>
                  <a:pt x="1218" y="945"/>
                  <a:pt x="1218" y="1"/>
                  <a:pt x="60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422;p17">
            <a:extLst>
              <a:ext uri="{FF2B5EF4-FFF2-40B4-BE49-F238E27FC236}">
                <a16:creationId xmlns:a16="http://schemas.microsoft.com/office/drawing/2014/main" id="{4E9BCF3C-C31B-4A35-87A8-CF44DD0CBBC7}"/>
              </a:ext>
            </a:extLst>
          </p:cNvPr>
          <p:cNvSpPr/>
          <p:nvPr/>
        </p:nvSpPr>
        <p:spPr>
          <a:xfrm>
            <a:off x="567251" y="150987"/>
            <a:ext cx="76277" cy="59194"/>
          </a:xfrm>
          <a:custGeom>
            <a:avLst/>
            <a:gdLst/>
            <a:ahLst/>
            <a:cxnLst/>
            <a:rect l="l" t="t" r="r" b="b"/>
            <a:pathLst>
              <a:path w="1219" h="946" extrusionOk="0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18" y="945"/>
                  <a:pt x="1218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" name="Google Shape;423;p17">
            <a:extLst>
              <a:ext uri="{FF2B5EF4-FFF2-40B4-BE49-F238E27FC236}">
                <a16:creationId xmlns:a16="http://schemas.microsoft.com/office/drawing/2014/main" id="{50525F67-4DB9-4AB2-AB82-F1492530BEEF}"/>
              </a:ext>
            </a:extLst>
          </p:cNvPr>
          <p:cNvGrpSpPr/>
          <p:nvPr/>
        </p:nvGrpSpPr>
        <p:grpSpPr>
          <a:xfrm rot="-658881" flipH="1">
            <a:off x="6949247" y="81485"/>
            <a:ext cx="350290" cy="850776"/>
            <a:chOff x="6889800" y="1171275"/>
            <a:chExt cx="483175" cy="1173525"/>
          </a:xfrm>
        </p:grpSpPr>
        <p:sp>
          <p:nvSpPr>
            <p:cNvPr id="52" name="Google Shape;424;p17">
              <a:extLst>
                <a:ext uri="{FF2B5EF4-FFF2-40B4-BE49-F238E27FC236}">
                  <a16:creationId xmlns:a16="http://schemas.microsoft.com/office/drawing/2014/main" id="{C0C4F897-B4B9-46B1-AA8D-2CF1A3BA6C3A}"/>
                </a:ext>
              </a:extLst>
            </p:cNvPr>
            <p:cNvSpPr/>
            <p:nvPr/>
          </p:nvSpPr>
          <p:spPr>
            <a:xfrm>
              <a:off x="6889800" y="1171275"/>
              <a:ext cx="483175" cy="1173525"/>
            </a:xfrm>
            <a:custGeom>
              <a:avLst/>
              <a:gdLst/>
              <a:ahLst/>
              <a:cxnLst/>
              <a:rect l="l" t="t" r="r" b="b"/>
              <a:pathLst>
                <a:path w="19327" h="46941" extrusionOk="0">
                  <a:moveTo>
                    <a:pt x="9247" y="731"/>
                  </a:moveTo>
                  <a:cubicBezTo>
                    <a:pt x="9512" y="731"/>
                    <a:pt x="9806" y="760"/>
                    <a:pt x="10158" y="941"/>
                  </a:cubicBezTo>
                  <a:cubicBezTo>
                    <a:pt x="9317" y="1027"/>
                    <a:pt x="8603" y="1182"/>
                    <a:pt x="7893" y="1182"/>
                  </a:cubicBezTo>
                  <a:cubicBezTo>
                    <a:pt x="7702" y="1182"/>
                    <a:pt x="7512" y="1171"/>
                    <a:pt x="7320" y="1145"/>
                  </a:cubicBezTo>
                  <a:cubicBezTo>
                    <a:pt x="7219" y="1132"/>
                    <a:pt x="7116" y="1126"/>
                    <a:pt x="7011" y="1126"/>
                  </a:cubicBezTo>
                  <a:cubicBezTo>
                    <a:pt x="6599" y="1126"/>
                    <a:pt x="6169" y="1214"/>
                    <a:pt x="5769" y="1301"/>
                  </a:cubicBezTo>
                  <a:cubicBezTo>
                    <a:pt x="4860" y="1505"/>
                    <a:pt x="3919" y="1458"/>
                    <a:pt x="3041" y="1787"/>
                  </a:cubicBezTo>
                  <a:cubicBezTo>
                    <a:pt x="3028" y="1790"/>
                    <a:pt x="3012" y="1791"/>
                    <a:pt x="2994" y="1791"/>
                  </a:cubicBezTo>
                  <a:cubicBezTo>
                    <a:pt x="2908" y="1791"/>
                    <a:pt x="2783" y="1761"/>
                    <a:pt x="2744" y="1709"/>
                  </a:cubicBezTo>
                  <a:cubicBezTo>
                    <a:pt x="2681" y="1599"/>
                    <a:pt x="2791" y="1505"/>
                    <a:pt x="2885" y="1442"/>
                  </a:cubicBezTo>
                  <a:cubicBezTo>
                    <a:pt x="3635" y="995"/>
                    <a:pt x="4465" y="747"/>
                    <a:pt x="5325" y="747"/>
                  </a:cubicBezTo>
                  <a:cubicBezTo>
                    <a:pt x="5400" y="747"/>
                    <a:pt x="5474" y="749"/>
                    <a:pt x="5549" y="753"/>
                  </a:cubicBezTo>
                  <a:cubicBezTo>
                    <a:pt x="5902" y="768"/>
                    <a:pt x="6255" y="773"/>
                    <a:pt x="6608" y="773"/>
                  </a:cubicBezTo>
                  <a:cubicBezTo>
                    <a:pt x="7368" y="773"/>
                    <a:pt x="8128" y="748"/>
                    <a:pt x="8888" y="737"/>
                  </a:cubicBezTo>
                  <a:cubicBezTo>
                    <a:pt x="9003" y="737"/>
                    <a:pt x="9122" y="731"/>
                    <a:pt x="9247" y="731"/>
                  </a:cubicBezTo>
                  <a:close/>
                  <a:moveTo>
                    <a:pt x="10079" y="1669"/>
                  </a:moveTo>
                  <a:cubicBezTo>
                    <a:pt x="10600" y="1669"/>
                    <a:pt x="10734" y="1848"/>
                    <a:pt x="10832" y="2446"/>
                  </a:cubicBezTo>
                  <a:cubicBezTo>
                    <a:pt x="10941" y="2994"/>
                    <a:pt x="10988" y="3543"/>
                    <a:pt x="10941" y="4107"/>
                  </a:cubicBezTo>
                  <a:cubicBezTo>
                    <a:pt x="10910" y="4515"/>
                    <a:pt x="10879" y="4922"/>
                    <a:pt x="10847" y="5424"/>
                  </a:cubicBezTo>
                  <a:cubicBezTo>
                    <a:pt x="10232" y="5585"/>
                    <a:pt x="9671" y="5787"/>
                    <a:pt x="9075" y="5787"/>
                  </a:cubicBezTo>
                  <a:cubicBezTo>
                    <a:pt x="9034" y="5787"/>
                    <a:pt x="8992" y="5786"/>
                    <a:pt x="8951" y="5784"/>
                  </a:cubicBezTo>
                  <a:cubicBezTo>
                    <a:pt x="8653" y="5769"/>
                    <a:pt x="8355" y="5737"/>
                    <a:pt x="8073" y="5674"/>
                  </a:cubicBezTo>
                  <a:cubicBezTo>
                    <a:pt x="7806" y="5612"/>
                    <a:pt x="7618" y="5439"/>
                    <a:pt x="7587" y="5142"/>
                  </a:cubicBezTo>
                  <a:cubicBezTo>
                    <a:pt x="7477" y="4170"/>
                    <a:pt x="7571" y="3214"/>
                    <a:pt x="7822" y="2273"/>
                  </a:cubicBezTo>
                  <a:cubicBezTo>
                    <a:pt x="7869" y="2069"/>
                    <a:pt x="7994" y="1944"/>
                    <a:pt x="8198" y="1913"/>
                  </a:cubicBezTo>
                  <a:cubicBezTo>
                    <a:pt x="8747" y="1819"/>
                    <a:pt x="9295" y="1725"/>
                    <a:pt x="9860" y="1678"/>
                  </a:cubicBezTo>
                  <a:cubicBezTo>
                    <a:pt x="9940" y="1672"/>
                    <a:pt x="10012" y="1669"/>
                    <a:pt x="10079" y="1669"/>
                  </a:cubicBezTo>
                  <a:close/>
                  <a:moveTo>
                    <a:pt x="10661" y="6212"/>
                  </a:moveTo>
                  <a:cubicBezTo>
                    <a:pt x="11412" y="6212"/>
                    <a:pt x="11729" y="6987"/>
                    <a:pt x="11553" y="7775"/>
                  </a:cubicBezTo>
                  <a:cubicBezTo>
                    <a:pt x="11506" y="7979"/>
                    <a:pt x="11364" y="8104"/>
                    <a:pt x="11192" y="8182"/>
                  </a:cubicBezTo>
                  <a:cubicBezTo>
                    <a:pt x="10847" y="8339"/>
                    <a:pt x="10502" y="8464"/>
                    <a:pt x="10110" y="8464"/>
                  </a:cubicBezTo>
                  <a:lnTo>
                    <a:pt x="9107" y="8464"/>
                  </a:lnTo>
                  <a:cubicBezTo>
                    <a:pt x="9107" y="8480"/>
                    <a:pt x="9107" y="8512"/>
                    <a:pt x="9107" y="8527"/>
                  </a:cubicBezTo>
                  <a:cubicBezTo>
                    <a:pt x="8621" y="8496"/>
                    <a:pt x="8136" y="8496"/>
                    <a:pt x="7650" y="8433"/>
                  </a:cubicBezTo>
                  <a:cubicBezTo>
                    <a:pt x="6897" y="8339"/>
                    <a:pt x="6788" y="8167"/>
                    <a:pt x="6882" y="7399"/>
                  </a:cubicBezTo>
                  <a:cubicBezTo>
                    <a:pt x="6897" y="7352"/>
                    <a:pt x="6897" y="7320"/>
                    <a:pt x="6897" y="7273"/>
                  </a:cubicBezTo>
                  <a:cubicBezTo>
                    <a:pt x="6960" y="6866"/>
                    <a:pt x="7211" y="6615"/>
                    <a:pt x="7618" y="6521"/>
                  </a:cubicBezTo>
                  <a:cubicBezTo>
                    <a:pt x="7825" y="6482"/>
                    <a:pt x="8042" y="6454"/>
                    <a:pt x="8260" y="6454"/>
                  </a:cubicBezTo>
                  <a:cubicBezTo>
                    <a:pt x="8308" y="6454"/>
                    <a:pt x="8355" y="6455"/>
                    <a:pt x="8402" y="6458"/>
                  </a:cubicBezTo>
                  <a:cubicBezTo>
                    <a:pt x="8540" y="6465"/>
                    <a:pt x="8678" y="6469"/>
                    <a:pt x="8815" y="6469"/>
                  </a:cubicBezTo>
                  <a:cubicBezTo>
                    <a:pt x="9314" y="6469"/>
                    <a:pt x="9803" y="6418"/>
                    <a:pt x="10283" y="6270"/>
                  </a:cubicBezTo>
                  <a:cubicBezTo>
                    <a:pt x="10419" y="6230"/>
                    <a:pt x="10546" y="6212"/>
                    <a:pt x="10661" y="6212"/>
                  </a:cubicBezTo>
                  <a:close/>
                  <a:moveTo>
                    <a:pt x="12926" y="8182"/>
                  </a:moveTo>
                  <a:cubicBezTo>
                    <a:pt x="13100" y="8182"/>
                    <a:pt x="13280" y="8219"/>
                    <a:pt x="13465" y="8276"/>
                  </a:cubicBezTo>
                  <a:cubicBezTo>
                    <a:pt x="13778" y="8370"/>
                    <a:pt x="14107" y="8449"/>
                    <a:pt x="14437" y="8527"/>
                  </a:cubicBezTo>
                  <a:cubicBezTo>
                    <a:pt x="14719" y="8590"/>
                    <a:pt x="15001" y="8653"/>
                    <a:pt x="15330" y="8966"/>
                  </a:cubicBezTo>
                  <a:cubicBezTo>
                    <a:pt x="14499" y="9577"/>
                    <a:pt x="13590" y="9671"/>
                    <a:pt x="12712" y="9781"/>
                  </a:cubicBezTo>
                  <a:cubicBezTo>
                    <a:pt x="11458" y="9938"/>
                    <a:pt x="10189" y="10016"/>
                    <a:pt x="8919" y="10126"/>
                  </a:cubicBezTo>
                  <a:cubicBezTo>
                    <a:pt x="8864" y="10137"/>
                    <a:pt x="8816" y="10148"/>
                    <a:pt x="8765" y="10148"/>
                  </a:cubicBezTo>
                  <a:cubicBezTo>
                    <a:pt x="8744" y="10148"/>
                    <a:pt x="8723" y="10146"/>
                    <a:pt x="8700" y="10142"/>
                  </a:cubicBezTo>
                  <a:cubicBezTo>
                    <a:pt x="8177" y="10080"/>
                    <a:pt x="7651" y="10067"/>
                    <a:pt x="7125" y="10067"/>
                  </a:cubicBezTo>
                  <a:cubicBezTo>
                    <a:pt x="6727" y="10067"/>
                    <a:pt x="6329" y="10074"/>
                    <a:pt x="5930" y="10074"/>
                  </a:cubicBezTo>
                  <a:cubicBezTo>
                    <a:pt x="5511" y="10074"/>
                    <a:pt x="5091" y="10066"/>
                    <a:pt x="4672" y="10032"/>
                  </a:cubicBezTo>
                  <a:cubicBezTo>
                    <a:pt x="4233" y="10001"/>
                    <a:pt x="3778" y="9954"/>
                    <a:pt x="3371" y="9750"/>
                  </a:cubicBezTo>
                  <a:cubicBezTo>
                    <a:pt x="3135" y="9640"/>
                    <a:pt x="3073" y="9358"/>
                    <a:pt x="3292" y="9233"/>
                  </a:cubicBezTo>
                  <a:cubicBezTo>
                    <a:pt x="3935" y="8825"/>
                    <a:pt x="4624" y="8574"/>
                    <a:pt x="5361" y="8417"/>
                  </a:cubicBezTo>
                  <a:cubicBezTo>
                    <a:pt x="5408" y="8410"/>
                    <a:pt x="5454" y="8406"/>
                    <a:pt x="5498" y="8406"/>
                  </a:cubicBezTo>
                  <a:cubicBezTo>
                    <a:pt x="5720" y="8406"/>
                    <a:pt x="5907" y="8504"/>
                    <a:pt x="6051" y="8700"/>
                  </a:cubicBezTo>
                  <a:cubicBezTo>
                    <a:pt x="6286" y="8982"/>
                    <a:pt x="6599" y="9044"/>
                    <a:pt x="6944" y="9091"/>
                  </a:cubicBezTo>
                  <a:cubicBezTo>
                    <a:pt x="7384" y="9133"/>
                    <a:pt x="7820" y="9152"/>
                    <a:pt x="8255" y="9152"/>
                  </a:cubicBezTo>
                  <a:cubicBezTo>
                    <a:pt x="9309" y="9152"/>
                    <a:pt x="10352" y="9036"/>
                    <a:pt x="11396" y="8825"/>
                  </a:cubicBezTo>
                  <a:cubicBezTo>
                    <a:pt x="11709" y="8778"/>
                    <a:pt x="11991" y="8668"/>
                    <a:pt x="12211" y="8464"/>
                  </a:cubicBezTo>
                  <a:cubicBezTo>
                    <a:pt x="12434" y="8260"/>
                    <a:pt x="12673" y="8182"/>
                    <a:pt x="12926" y="8182"/>
                  </a:cubicBezTo>
                  <a:close/>
                  <a:moveTo>
                    <a:pt x="15601" y="9838"/>
                  </a:moveTo>
                  <a:cubicBezTo>
                    <a:pt x="15862" y="9838"/>
                    <a:pt x="15972" y="9944"/>
                    <a:pt x="16082" y="10220"/>
                  </a:cubicBezTo>
                  <a:cubicBezTo>
                    <a:pt x="16098" y="10298"/>
                    <a:pt x="16129" y="10361"/>
                    <a:pt x="16145" y="10439"/>
                  </a:cubicBezTo>
                  <a:cubicBezTo>
                    <a:pt x="16647" y="12446"/>
                    <a:pt x="16992" y="14468"/>
                    <a:pt x="17101" y="16537"/>
                  </a:cubicBezTo>
                  <a:cubicBezTo>
                    <a:pt x="17117" y="16866"/>
                    <a:pt x="17070" y="17211"/>
                    <a:pt x="17117" y="17540"/>
                  </a:cubicBezTo>
                  <a:cubicBezTo>
                    <a:pt x="17477" y="19546"/>
                    <a:pt x="17399" y="21568"/>
                    <a:pt x="17524" y="23590"/>
                  </a:cubicBezTo>
                  <a:cubicBezTo>
                    <a:pt x="17650" y="25299"/>
                    <a:pt x="17791" y="27023"/>
                    <a:pt x="17901" y="28731"/>
                  </a:cubicBezTo>
                  <a:cubicBezTo>
                    <a:pt x="17979" y="30189"/>
                    <a:pt x="18042" y="31647"/>
                    <a:pt x="18136" y="33105"/>
                  </a:cubicBezTo>
                  <a:cubicBezTo>
                    <a:pt x="18277" y="35268"/>
                    <a:pt x="18434" y="37431"/>
                    <a:pt x="18606" y="39594"/>
                  </a:cubicBezTo>
                  <a:cubicBezTo>
                    <a:pt x="18669" y="40424"/>
                    <a:pt x="18637" y="41240"/>
                    <a:pt x="18559" y="42070"/>
                  </a:cubicBezTo>
                  <a:cubicBezTo>
                    <a:pt x="18512" y="42509"/>
                    <a:pt x="18434" y="42964"/>
                    <a:pt x="18402" y="43403"/>
                  </a:cubicBezTo>
                  <a:cubicBezTo>
                    <a:pt x="18371" y="43983"/>
                    <a:pt x="18089" y="44390"/>
                    <a:pt x="17603" y="44672"/>
                  </a:cubicBezTo>
                  <a:cubicBezTo>
                    <a:pt x="17509" y="44735"/>
                    <a:pt x="17415" y="44798"/>
                    <a:pt x="17305" y="44829"/>
                  </a:cubicBezTo>
                  <a:cubicBezTo>
                    <a:pt x="16098" y="45315"/>
                    <a:pt x="14891" y="45816"/>
                    <a:pt x="13575" y="46004"/>
                  </a:cubicBezTo>
                  <a:cubicBezTo>
                    <a:pt x="12603" y="46161"/>
                    <a:pt x="11647" y="46177"/>
                    <a:pt x="10675" y="46224"/>
                  </a:cubicBezTo>
                  <a:cubicBezTo>
                    <a:pt x="10591" y="46224"/>
                    <a:pt x="10515" y="46231"/>
                    <a:pt x="10440" y="46231"/>
                  </a:cubicBezTo>
                  <a:cubicBezTo>
                    <a:pt x="10403" y="46231"/>
                    <a:pt x="10367" y="46229"/>
                    <a:pt x="10330" y="46224"/>
                  </a:cubicBezTo>
                  <a:cubicBezTo>
                    <a:pt x="8998" y="46004"/>
                    <a:pt x="7634" y="46099"/>
                    <a:pt x="6302" y="45973"/>
                  </a:cubicBezTo>
                  <a:cubicBezTo>
                    <a:pt x="5095" y="45848"/>
                    <a:pt x="3856" y="45675"/>
                    <a:pt x="2712" y="45174"/>
                  </a:cubicBezTo>
                  <a:cubicBezTo>
                    <a:pt x="2195" y="44954"/>
                    <a:pt x="1646" y="44860"/>
                    <a:pt x="1223" y="44453"/>
                  </a:cubicBezTo>
                  <a:cubicBezTo>
                    <a:pt x="925" y="44171"/>
                    <a:pt x="753" y="43873"/>
                    <a:pt x="737" y="43481"/>
                  </a:cubicBezTo>
                  <a:cubicBezTo>
                    <a:pt x="706" y="42995"/>
                    <a:pt x="643" y="42509"/>
                    <a:pt x="659" y="42023"/>
                  </a:cubicBezTo>
                  <a:cubicBezTo>
                    <a:pt x="690" y="40158"/>
                    <a:pt x="596" y="38293"/>
                    <a:pt x="753" y="36412"/>
                  </a:cubicBezTo>
                  <a:cubicBezTo>
                    <a:pt x="847" y="35409"/>
                    <a:pt x="769" y="34390"/>
                    <a:pt x="769" y="33387"/>
                  </a:cubicBezTo>
                  <a:cubicBezTo>
                    <a:pt x="737" y="30879"/>
                    <a:pt x="831" y="28371"/>
                    <a:pt x="831" y="25863"/>
                  </a:cubicBezTo>
                  <a:cubicBezTo>
                    <a:pt x="831" y="23339"/>
                    <a:pt x="1207" y="20863"/>
                    <a:pt x="1380" y="18355"/>
                  </a:cubicBezTo>
                  <a:cubicBezTo>
                    <a:pt x="1521" y="16349"/>
                    <a:pt x="1803" y="14342"/>
                    <a:pt x="2023" y="12320"/>
                  </a:cubicBezTo>
                  <a:cubicBezTo>
                    <a:pt x="2070" y="11772"/>
                    <a:pt x="2117" y="11208"/>
                    <a:pt x="2195" y="10659"/>
                  </a:cubicBezTo>
                  <a:cubicBezTo>
                    <a:pt x="2223" y="10417"/>
                    <a:pt x="2381" y="10278"/>
                    <a:pt x="2598" y="10278"/>
                  </a:cubicBezTo>
                  <a:cubicBezTo>
                    <a:pt x="2620" y="10278"/>
                    <a:pt x="2642" y="10280"/>
                    <a:pt x="2665" y="10283"/>
                  </a:cubicBezTo>
                  <a:cubicBezTo>
                    <a:pt x="2932" y="10314"/>
                    <a:pt x="3198" y="10345"/>
                    <a:pt x="3449" y="10408"/>
                  </a:cubicBezTo>
                  <a:cubicBezTo>
                    <a:pt x="4624" y="10690"/>
                    <a:pt x="5816" y="10690"/>
                    <a:pt x="7023" y="10690"/>
                  </a:cubicBezTo>
                  <a:cubicBezTo>
                    <a:pt x="8700" y="10675"/>
                    <a:pt x="10377" y="10612"/>
                    <a:pt x="12054" y="10424"/>
                  </a:cubicBezTo>
                  <a:cubicBezTo>
                    <a:pt x="13026" y="10314"/>
                    <a:pt x="13998" y="10220"/>
                    <a:pt x="14938" y="9938"/>
                  </a:cubicBezTo>
                  <a:cubicBezTo>
                    <a:pt x="15111" y="9875"/>
                    <a:pt x="15299" y="9860"/>
                    <a:pt x="15487" y="9844"/>
                  </a:cubicBezTo>
                  <a:cubicBezTo>
                    <a:pt x="15528" y="9840"/>
                    <a:pt x="15566" y="9838"/>
                    <a:pt x="15601" y="9838"/>
                  </a:cubicBezTo>
                  <a:close/>
                  <a:moveTo>
                    <a:pt x="10142" y="0"/>
                  </a:moveTo>
                  <a:cubicBezTo>
                    <a:pt x="9922" y="0"/>
                    <a:pt x="9703" y="32"/>
                    <a:pt x="9468" y="32"/>
                  </a:cubicBezTo>
                  <a:cubicBezTo>
                    <a:pt x="8759" y="54"/>
                    <a:pt x="8043" y="123"/>
                    <a:pt x="7330" y="123"/>
                  </a:cubicBezTo>
                  <a:cubicBezTo>
                    <a:pt x="7033" y="123"/>
                    <a:pt x="6737" y="111"/>
                    <a:pt x="6443" y="79"/>
                  </a:cubicBezTo>
                  <a:cubicBezTo>
                    <a:pt x="6279" y="60"/>
                    <a:pt x="6116" y="52"/>
                    <a:pt x="5954" y="52"/>
                  </a:cubicBezTo>
                  <a:cubicBezTo>
                    <a:pt x="5291" y="52"/>
                    <a:pt x="4639" y="188"/>
                    <a:pt x="3998" y="314"/>
                  </a:cubicBezTo>
                  <a:cubicBezTo>
                    <a:pt x="3324" y="439"/>
                    <a:pt x="2728" y="753"/>
                    <a:pt x="2179" y="1145"/>
                  </a:cubicBezTo>
                  <a:cubicBezTo>
                    <a:pt x="1709" y="1474"/>
                    <a:pt x="1756" y="2383"/>
                    <a:pt x="2226" y="2712"/>
                  </a:cubicBezTo>
                  <a:cubicBezTo>
                    <a:pt x="2291" y="2751"/>
                    <a:pt x="2398" y="2779"/>
                    <a:pt x="2486" y="2779"/>
                  </a:cubicBezTo>
                  <a:cubicBezTo>
                    <a:pt x="2505" y="2779"/>
                    <a:pt x="2523" y="2777"/>
                    <a:pt x="2540" y="2775"/>
                  </a:cubicBezTo>
                  <a:cubicBezTo>
                    <a:pt x="2681" y="2759"/>
                    <a:pt x="2822" y="2696"/>
                    <a:pt x="2963" y="2634"/>
                  </a:cubicBezTo>
                  <a:cubicBezTo>
                    <a:pt x="4013" y="2054"/>
                    <a:pt x="5204" y="2101"/>
                    <a:pt x="6349" y="1944"/>
                  </a:cubicBezTo>
                  <a:cubicBezTo>
                    <a:pt x="6397" y="1938"/>
                    <a:pt x="6442" y="1934"/>
                    <a:pt x="6485" y="1934"/>
                  </a:cubicBezTo>
                  <a:cubicBezTo>
                    <a:pt x="6862" y="1934"/>
                    <a:pt x="7043" y="2178"/>
                    <a:pt x="7085" y="2587"/>
                  </a:cubicBezTo>
                  <a:cubicBezTo>
                    <a:pt x="7085" y="2696"/>
                    <a:pt x="7085" y="2806"/>
                    <a:pt x="7085" y="2916"/>
                  </a:cubicBezTo>
                  <a:cubicBezTo>
                    <a:pt x="7038" y="3668"/>
                    <a:pt x="6976" y="4405"/>
                    <a:pt x="6929" y="5157"/>
                  </a:cubicBezTo>
                  <a:cubicBezTo>
                    <a:pt x="6913" y="5392"/>
                    <a:pt x="6866" y="5612"/>
                    <a:pt x="6662" y="5753"/>
                  </a:cubicBezTo>
                  <a:cubicBezTo>
                    <a:pt x="6333" y="6004"/>
                    <a:pt x="6255" y="6333"/>
                    <a:pt x="6223" y="6740"/>
                  </a:cubicBezTo>
                  <a:cubicBezTo>
                    <a:pt x="6161" y="7649"/>
                    <a:pt x="6129" y="7712"/>
                    <a:pt x="5283" y="7822"/>
                  </a:cubicBezTo>
                  <a:cubicBezTo>
                    <a:pt x="4421" y="7947"/>
                    <a:pt x="3653" y="8355"/>
                    <a:pt x="2838" y="8637"/>
                  </a:cubicBezTo>
                  <a:cubicBezTo>
                    <a:pt x="1866" y="8982"/>
                    <a:pt x="1584" y="9703"/>
                    <a:pt x="1505" y="10612"/>
                  </a:cubicBezTo>
                  <a:cubicBezTo>
                    <a:pt x="1490" y="10800"/>
                    <a:pt x="1490" y="10988"/>
                    <a:pt x="1490" y="11176"/>
                  </a:cubicBezTo>
                  <a:cubicBezTo>
                    <a:pt x="1474" y="12524"/>
                    <a:pt x="1286" y="13856"/>
                    <a:pt x="1113" y="15204"/>
                  </a:cubicBezTo>
                  <a:cubicBezTo>
                    <a:pt x="957" y="16380"/>
                    <a:pt x="784" y="17571"/>
                    <a:pt x="800" y="18778"/>
                  </a:cubicBezTo>
                  <a:cubicBezTo>
                    <a:pt x="816" y="19405"/>
                    <a:pt x="722" y="20048"/>
                    <a:pt x="659" y="20675"/>
                  </a:cubicBezTo>
                  <a:cubicBezTo>
                    <a:pt x="471" y="22462"/>
                    <a:pt x="251" y="24249"/>
                    <a:pt x="377" y="26051"/>
                  </a:cubicBezTo>
                  <a:cubicBezTo>
                    <a:pt x="408" y="26537"/>
                    <a:pt x="361" y="27039"/>
                    <a:pt x="298" y="27509"/>
                  </a:cubicBezTo>
                  <a:cubicBezTo>
                    <a:pt x="126" y="28747"/>
                    <a:pt x="157" y="29970"/>
                    <a:pt x="204" y="31208"/>
                  </a:cubicBezTo>
                  <a:cubicBezTo>
                    <a:pt x="251" y="32854"/>
                    <a:pt x="204" y="34500"/>
                    <a:pt x="204" y="36145"/>
                  </a:cubicBezTo>
                  <a:lnTo>
                    <a:pt x="173" y="36145"/>
                  </a:lnTo>
                  <a:cubicBezTo>
                    <a:pt x="142" y="38214"/>
                    <a:pt x="110" y="40268"/>
                    <a:pt x="95" y="42321"/>
                  </a:cubicBezTo>
                  <a:cubicBezTo>
                    <a:pt x="95" y="42917"/>
                    <a:pt x="1" y="43528"/>
                    <a:pt x="110" y="44124"/>
                  </a:cubicBezTo>
                  <a:cubicBezTo>
                    <a:pt x="142" y="44312"/>
                    <a:pt x="189" y="44500"/>
                    <a:pt x="361" y="44609"/>
                  </a:cubicBezTo>
                  <a:cubicBezTo>
                    <a:pt x="1082" y="45048"/>
                    <a:pt x="1709" y="45644"/>
                    <a:pt x="2540" y="45942"/>
                  </a:cubicBezTo>
                  <a:cubicBezTo>
                    <a:pt x="3543" y="46287"/>
                    <a:pt x="4593" y="46396"/>
                    <a:pt x="5596" y="46663"/>
                  </a:cubicBezTo>
                  <a:cubicBezTo>
                    <a:pt x="6035" y="46788"/>
                    <a:pt x="6474" y="46804"/>
                    <a:pt x="6929" y="46804"/>
                  </a:cubicBezTo>
                  <a:cubicBezTo>
                    <a:pt x="7085" y="46801"/>
                    <a:pt x="7240" y="46800"/>
                    <a:pt x="7395" y="46800"/>
                  </a:cubicBezTo>
                  <a:cubicBezTo>
                    <a:pt x="8144" y="46800"/>
                    <a:pt x="8884" y="46830"/>
                    <a:pt x="9625" y="46882"/>
                  </a:cubicBezTo>
                  <a:cubicBezTo>
                    <a:pt x="10202" y="46916"/>
                    <a:pt x="10779" y="46941"/>
                    <a:pt x="11354" y="46941"/>
                  </a:cubicBezTo>
                  <a:cubicBezTo>
                    <a:pt x="12903" y="46941"/>
                    <a:pt x="14436" y="46761"/>
                    <a:pt x="15910" y="46099"/>
                  </a:cubicBezTo>
                  <a:cubicBezTo>
                    <a:pt x="16176" y="45973"/>
                    <a:pt x="16474" y="45895"/>
                    <a:pt x="16756" y="45832"/>
                  </a:cubicBezTo>
                  <a:cubicBezTo>
                    <a:pt x="17368" y="45738"/>
                    <a:pt x="17869" y="45440"/>
                    <a:pt x="18340" y="45048"/>
                  </a:cubicBezTo>
                  <a:cubicBezTo>
                    <a:pt x="18622" y="44813"/>
                    <a:pt x="18794" y="44594"/>
                    <a:pt x="18857" y="44233"/>
                  </a:cubicBezTo>
                  <a:cubicBezTo>
                    <a:pt x="19092" y="42635"/>
                    <a:pt x="19327" y="41036"/>
                    <a:pt x="19092" y="39421"/>
                  </a:cubicBezTo>
                  <a:cubicBezTo>
                    <a:pt x="19029" y="38982"/>
                    <a:pt x="19014" y="38528"/>
                    <a:pt x="18982" y="38073"/>
                  </a:cubicBezTo>
                  <a:cubicBezTo>
                    <a:pt x="18778" y="34719"/>
                    <a:pt x="18590" y="31349"/>
                    <a:pt x="18387" y="27995"/>
                  </a:cubicBezTo>
                  <a:cubicBezTo>
                    <a:pt x="18230" y="25189"/>
                    <a:pt x="18073" y="22383"/>
                    <a:pt x="17901" y="19578"/>
                  </a:cubicBezTo>
                  <a:cubicBezTo>
                    <a:pt x="17885" y="19201"/>
                    <a:pt x="17822" y="18841"/>
                    <a:pt x="17775" y="18465"/>
                  </a:cubicBezTo>
                  <a:cubicBezTo>
                    <a:pt x="17728" y="18026"/>
                    <a:pt x="17650" y="17571"/>
                    <a:pt x="17650" y="17132"/>
                  </a:cubicBezTo>
                  <a:cubicBezTo>
                    <a:pt x="17650" y="15878"/>
                    <a:pt x="17524" y="14672"/>
                    <a:pt x="17258" y="13449"/>
                  </a:cubicBezTo>
                  <a:cubicBezTo>
                    <a:pt x="17023" y="12320"/>
                    <a:pt x="16803" y="11176"/>
                    <a:pt x="16647" y="10016"/>
                  </a:cubicBezTo>
                  <a:cubicBezTo>
                    <a:pt x="16568" y="9468"/>
                    <a:pt x="16380" y="9029"/>
                    <a:pt x="16004" y="8637"/>
                  </a:cubicBezTo>
                  <a:cubicBezTo>
                    <a:pt x="15597" y="8229"/>
                    <a:pt x="15173" y="7900"/>
                    <a:pt x="14578" y="7806"/>
                  </a:cubicBezTo>
                  <a:cubicBezTo>
                    <a:pt x="14092" y="7712"/>
                    <a:pt x="13622" y="7587"/>
                    <a:pt x="13151" y="7477"/>
                  </a:cubicBezTo>
                  <a:cubicBezTo>
                    <a:pt x="12665" y="7367"/>
                    <a:pt x="12352" y="7101"/>
                    <a:pt x="12274" y="6599"/>
                  </a:cubicBezTo>
                  <a:cubicBezTo>
                    <a:pt x="12227" y="6301"/>
                    <a:pt x="12211" y="5941"/>
                    <a:pt x="11944" y="5784"/>
                  </a:cubicBezTo>
                  <a:cubicBezTo>
                    <a:pt x="11506" y="5518"/>
                    <a:pt x="11521" y="5095"/>
                    <a:pt x="11490" y="4703"/>
                  </a:cubicBezTo>
                  <a:cubicBezTo>
                    <a:pt x="11458" y="4076"/>
                    <a:pt x="11474" y="3433"/>
                    <a:pt x="11474" y="2806"/>
                  </a:cubicBezTo>
                  <a:cubicBezTo>
                    <a:pt x="11458" y="2602"/>
                    <a:pt x="11600" y="2461"/>
                    <a:pt x="11662" y="2289"/>
                  </a:cubicBezTo>
                  <a:cubicBezTo>
                    <a:pt x="12117" y="972"/>
                    <a:pt x="11568" y="47"/>
                    <a:pt x="1014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425;p17">
              <a:extLst>
                <a:ext uri="{FF2B5EF4-FFF2-40B4-BE49-F238E27FC236}">
                  <a16:creationId xmlns:a16="http://schemas.microsoft.com/office/drawing/2014/main" id="{1FF4C39E-A437-4CCF-8518-7A5A232D5440}"/>
                </a:ext>
              </a:extLst>
            </p:cNvPr>
            <p:cNvSpPr/>
            <p:nvPr/>
          </p:nvSpPr>
          <p:spPr>
            <a:xfrm>
              <a:off x="6912550" y="1665350"/>
              <a:ext cx="426100" cy="30900"/>
            </a:xfrm>
            <a:custGeom>
              <a:avLst/>
              <a:gdLst/>
              <a:ahLst/>
              <a:cxnLst/>
              <a:rect l="l" t="t" r="r" b="b"/>
              <a:pathLst>
                <a:path w="17044" h="1236" extrusionOk="0">
                  <a:moveTo>
                    <a:pt x="16736" y="1"/>
                  </a:moveTo>
                  <a:cubicBezTo>
                    <a:pt x="16727" y="1"/>
                    <a:pt x="16718" y="1"/>
                    <a:pt x="16708" y="3"/>
                  </a:cubicBezTo>
                  <a:cubicBezTo>
                    <a:pt x="13441" y="558"/>
                    <a:pt x="10134" y="848"/>
                    <a:pt x="6828" y="848"/>
                  </a:cubicBezTo>
                  <a:cubicBezTo>
                    <a:pt x="4631" y="848"/>
                    <a:pt x="2434" y="720"/>
                    <a:pt x="250" y="457"/>
                  </a:cubicBezTo>
                  <a:cubicBezTo>
                    <a:pt x="241" y="456"/>
                    <a:pt x="232" y="455"/>
                    <a:pt x="223" y="455"/>
                  </a:cubicBezTo>
                  <a:cubicBezTo>
                    <a:pt x="0" y="455"/>
                    <a:pt x="9" y="819"/>
                    <a:pt x="250" y="849"/>
                  </a:cubicBezTo>
                  <a:cubicBezTo>
                    <a:pt x="2430" y="1110"/>
                    <a:pt x="4621" y="1235"/>
                    <a:pt x="6813" y="1235"/>
                  </a:cubicBezTo>
                  <a:cubicBezTo>
                    <a:pt x="10155" y="1235"/>
                    <a:pt x="13499" y="944"/>
                    <a:pt x="16803" y="395"/>
                  </a:cubicBezTo>
                  <a:cubicBezTo>
                    <a:pt x="17043" y="349"/>
                    <a:pt x="16952" y="1"/>
                    <a:pt x="167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426;p17">
              <a:extLst>
                <a:ext uri="{FF2B5EF4-FFF2-40B4-BE49-F238E27FC236}">
                  <a16:creationId xmlns:a16="http://schemas.microsoft.com/office/drawing/2014/main" id="{236202C4-416A-4E31-926B-599E7B41C1C5}"/>
                </a:ext>
              </a:extLst>
            </p:cNvPr>
            <p:cNvSpPr/>
            <p:nvPr/>
          </p:nvSpPr>
          <p:spPr>
            <a:xfrm>
              <a:off x="6899375" y="1913575"/>
              <a:ext cx="454050" cy="48350"/>
            </a:xfrm>
            <a:custGeom>
              <a:avLst/>
              <a:gdLst/>
              <a:ahLst/>
              <a:cxnLst/>
              <a:rect l="l" t="t" r="r" b="b"/>
              <a:pathLst>
                <a:path w="18162" h="1934" extrusionOk="0">
                  <a:moveTo>
                    <a:pt x="260" y="1"/>
                  </a:moveTo>
                  <a:cubicBezTo>
                    <a:pt x="70" y="1"/>
                    <a:pt x="0" y="316"/>
                    <a:pt x="213" y="387"/>
                  </a:cubicBezTo>
                  <a:cubicBezTo>
                    <a:pt x="3615" y="1413"/>
                    <a:pt x="7167" y="1934"/>
                    <a:pt x="10717" y="1934"/>
                  </a:cubicBezTo>
                  <a:cubicBezTo>
                    <a:pt x="13137" y="1934"/>
                    <a:pt x="15555" y="1692"/>
                    <a:pt x="17925" y="1202"/>
                  </a:cubicBezTo>
                  <a:cubicBezTo>
                    <a:pt x="18161" y="1158"/>
                    <a:pt x="18078" y="822"/>
                    <a:pt x="17871" y="822"/>
                  </a:cubicBezTo>
                  <a:cubicBezTo>
                    <a:pt x="17858" y="822"/>
                    <a:pt x="17845" y="824"/>
                    <a:pt x="17831" y="826"/>
                  </a:cubicBezTo>
                  <a:cubicBezTo>
                    <a:pt x="15493" y="1308"/>
                    <a:pt x="13106" y="1546"/>
                    <a:pt x="10719" y="1546"/>
                  </a:cubicBezTo>
                  <a:cubicBezTo>
                    <a:pt x="7201" y="1546"/>
                    <a:pt x="3684" y="1029"/>
                    <a:pt x="323" y="11"/>
                  </a:cubicBezTo>
                  <a:cubicBezTo>
                    <a:pt x="301" y="4"/>
                    <a:pt x="280" y="1"/>
                    <a:pt x="2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427;p17">
              <a:extLst>
                <a:ext uri="{FF2B5EF4-FFF2-40B4-BE49-F238E27FC236}">
                  <a16:creationId xmlns:a16="http://schemas.microsoft.com/office/drawing/2014/main" id="{F9B7427E-F191-4B3F-8D42-8CB632962C65}"/>
                </a:ext>
              </a:extLst>
            </p:cNvPr>
            <p:cNvSpPr/>
            <p:nvPr/>
          </p:nvSpPr>
          <p:spPr>
            <a:xfrm>
              <a:off x="7037325" y="1754975"/>
              <a:ext cx="249325" cy="30500"/>
            </a:xfrm>
            <a:custGeom>
              <a:avLst/>
              <a:gdLst/>
              <a:ahLst/>
              <a:cxnLst/>
              <a:rect l="l" t="t" r="r" b="b"/>
              <a:pathLst>
                <a:path w="9973" h="1220" extrusionOk="0">
                  <a:moveTo>
                    <a:pt x="7552" y="1"/>
                  </a:moveTo>
                  <a:cubicBezTo>
                    <a:pt x="7453" y="1"/>
                    <a:pt x="7352" y="12"/>
                    <a:pt x="7250" y="38"/>
                  </a:cubicBezTo>
                  <a:cubicBezTo>
                    <a:pt x="6874" y="132"/>
                    <a:pt x="6592" y="383"/>
                    <a:pt x="6263" y="556"/>
                  </a:cubicBezTo>
                  <a:cubicBezTo>
                    <a:pt x="6067" y="667"/>
                    <a:pt x="5896" y="715"/>
                    <a:pt x="5734" y="715"/>
                  </a:cubicBezTo>
                  <a:cubicBezTo>
                    <a:pt x="5442" y="715"/>
                    <a:pt x="5181" y="558"/>
                    <a:pt x="4868" y="336"/>
                  </a:cubicBezTo>
                  <a:cubicBezTo>
                    <a:pt x="4549" y="115"/>
                    <a:pt x="4246" y="9"/>
                    <a:pt x="3929" y="9"/>
                  </a:cubicBezTo>
                  <a:cubicBezTo>
                    <a:pt x="3685" y="9"/>
                    <a:pt x="3433" y="72"/>
                    <a:pt x="3159" y="195"/>
                  </a:cubicBezTo>
                  <a:cubicBezTo>
                    <a:pt x="2752" y="383"/>
                    <a:pt x="2360" y="665"/>
                    <a:pt x="1921" y="744"/>
                  </a:cubicBezTo>
                  <a:cubicBezTo>
                    <a:pt x="1811" y="765"/>
                    <a:pt x="1704" y="775"/>
                    <a:pt x="1601" y="775"/>
                  </a:cubicBezTo>
                  <a:cubicBezTo>
                    <a:pt x="1087" y="775"/>
                    <a:pt x="656" y="527"/>
                    <a:pt x="291" y="148"/>
                  </a:cubicBezTo>
                  <a:cubicBezTo>
                    <a:pt x="263" y="121"/>
                    <a:pt x="230" y="109"/>
                    <a:pt x="197" y="109"/>
                  </a:cubicBezTo>
                  <a:cubicBezTo>
                    <a:pt x="98" y="109"/>
                    <a:pt x="1" y="215"/>
                    <a:pt x="71" y="321"/>
                  </a:cubicBezTo>
                  <a:cubicBezTo>
                    <a:pt x="434" y="852"/>
                    <a:pt x="1065" y="1180"/>
                    <a:pt x="1716" y="1180"/>
                  </a:cubicBezTo>
                  <a:cubicBezTo>
                    <a:pt x="1852" y="1180"/>
                    <a:pt x="1989" y="1165"/>
                    <a:pt x="2125" y="1136"/>
                  </a:cubicBezTo>
                  <a:cubicBezTo>
                    <a:pt x="2595" y="1026"/>
                    <a:pt x="2987" y="728"/>
                    <a:pt x="3441" y="556"/>
                  </a:cubicBezTo>
                  <a:cubicBezTo>
                    <a:pt x="3600" y="494"/>
                    <a:pt x="3739" y="468"/>
                    <a:pt x="3866" y="468"/>
                  </a:cubicBezTo>
                  <a:cubicBezTo>
                    <a:pt x="4352" y="468"/>
                    <a:pt x="4653" y="852"/>
                    <a:pt x="5150" y="1089"/>
                  </a:cubicBezTo>
                  <a:cubicBezTo>
                    <a:pt x="5336" y="1181"/>
                    <a:pt x="5504" y="1219"/>
                    <a:pt x="5662" y="1219"/>
                  </a:cubicBezTo>
                  <a:cubicBezTo>
                    <a:pt x="6277" y="1219"/>
                    <a:pt x="6727" y="643"/>
                    <a:pt x="7376" y="493"/>
                  </a:cubicBezTo>
                  <a:cubicBezTo>
                    <a:pt x="7434" y="482"/>
                    <a:pt x="7494" y="477"/>
                    <a:pt x="7555" y="477"/>
                  </a:cubicBezTo>
                  <a:cubicBezTo>
                    <a:pt x="8073" y="477"/>
                    <a:pt x="8666" y="842"/>
                    <a:pt x="9177" y="842"/>
                  </a:cubicBezTo>
                  <a:cubicBezTo>
                    <a:pt x="9442" y="842"/>
                    <a:pt x="9685" y="744"/>
                    <a:pt x="9884" y="446"/>
                  </a:cubicBezTo>
                  <a:cubicBezTo>
                    <a:pt x="9973" y="318"/>
                    <a:pt x="9854" y="170"/>
                    <a:pt x="9723" y="170"/>
                  </a:cubicBezTo>
                  <a:cubicBezTo>
                    <a:pt x="9693" y="170"/>
                    <a:pt x="9662" y="178"/>
                    <a:pt x="9633" y="195"/>
                  </a:cubicBezTo>
                  <a:cubicBezTo>
                    <a:pt x="9456" y="296"/>
                    <a:pt x="9282" y="333"/>
                    <a:pt x="9109" y="333"/>
                  </a:cubicBezTo>
                  <a:cubicBezTo>
                    <a:pt x="8596" y="333"/>
                    <a:pt x="8093" y="1"/>
                    <a:pt x="75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428;p17">
              <a:extLst>
                <a:ext uri="{FF2B5EF4-FFF2-40B4-BE49-F238E27FC236}">
                  <a16:creationId xmlns:a16="http://schemas.microsoft.com/office/drawing/2014/main" id="{2118F802-1A44-4665-B876-7286D78418CA}"/>
                </a:ext>
              </a:extLst>
            </p:cNvPr>
            <p:cNvSpPr/>
            <p:nvPr/>
          </p:nvSpPr>
          <p:spPr>
            <a:xfrm>
              <a:off x="7127075" y="1826375"/>
              <a:ext cx="160875" cy="34600"/>
            </a:xfrm>
            <a:custGeom>
              <a:avLst/>
              <a:gdLst/>
              <a:ahLst/>
              <a:cxnLst/>
              <a:rect l="l" t="t" r="r" b="b"/>
              <a:pathLst>
                <a:path w="6435" h="1384" extrusionOk="0">
                  <a:moveTo>
                    <a:pt x="5822" y="0"/>
                  </a:moveTo>
                  <a:cubicBezTo>
                    <a:pt x="5426" y="0"/>
                    <a:pt x="5033" y="91"/>
                    <a:pt x="4648" y="208"/>
                  </a:cubicBezTo>
                  <a:cubicBezTo>
                    <a:pt x="4141" y="368"/>
                    <a:pt x="3543" y="834"/>
                    <a:pt x="2999" y="834"/>
                  </a:cubicBezTo>
                  <a:cubicBezTo>
                    <a:pt x="2904" y="834"/>
                    <a:pt x="2811" y="820"/>
                    <a:pt x="2720" y="788"/>
                  </a:cubicBezTo>
                  <a:cubicBezTo>
                    <a:pt x="2297" y="631"/>
                    <a:pt x="1967" y="411"/>
                    <a:pt x="1497" y="396"/>
                  </a:cubicBezTo>
                  <a:cubicBezTo>
                    <a:pt x="1451" y="393"/>
                    <a:pt x="1404" y="391"/>
                    <a:pt x="1358" y="391"/>
                  </a:cubicBezTo>
                  <a:cubicBezTo>
                    <a:pt x="908" y="391"/>
                    <a:pt x="483" y="527"/>
                    <a:pt x="71" y="741"/>
                  </a:cubicBezTo>
                  <a:cubicBezTo>
                    <a:pt x="0" y="783"/>
                    <a:pt x="44" y="902"/>
                    <a:pt x="123" y="902"/>
                  </a:cubicBezTo>
                  <a:cubicBezTo>
                    <a:pt x="131" y="902"/>
                    <a:pt x="140" y="900"/>
                    <a:pt x="149" y="897"/>
                  </a:cubicBezTo>
                  <a:cubicBezTo>
                    <a:pt x="440" y="777"/>
                    <a:pt x="750" y="717"/>
                    <a:pt x="1063" y="717"/>
                  </a:cubicBezTo>
                  <a:cubicBezTo>
                    <a:pt x="1440" y="717"/>
                    <a:pt x="1820" y="804"/>
                    <a:pt x="2171" y="976"/>
                  </a:cubicBezTo>
                  <a:cubicBezTo>
                    <a:pt x="2461" y="1128"/>
                    <a:pt x="2720" y="1384"/>
                    <a:pt x="3080" y="1384"/>
                  </a:cubicBezTo>
                  <a:cubicBezTo>
                    <a:pt x="3090" y="1384"/>
                    <a:pt x="3101" y="1384"/>
                    <a:pt x="3112" y="1383"/>
                  </a:cubicBezTo>
                  <a:cubicBezTo>
                    <a:pt x="3582" y="1352"/>
                    <a:pt x="4036" y="960"/>
                    <a:pt x="4460" y="803"/>
                  </a:cubicBezTo>
                  <a:cubicBezTo>
                    <a:pt x="5040" y="599"/>
                    <a:pt x="5635" y="584"/>
                    <a:pt x="6231" y="443"/>
                  </a:cubicBezTo>
                  <a:cubicBezTo>
                    <a:pt x="6419" y="396"/>
                    <a:pt x="6435" y="67"/>
                    <a:pt x="6231" y="35"/>
                  </a:cubicBezTo>
                  <a:cubicBezTo>
                    <a:pt x="6094" y="11"/>
                    <a:pt x="5958" y="0"/>
                    <a:pt x="58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429;p17">
              <a:extLst>
                <a:ext uri="{FF2B5EF4-FFF2-40B4-BE49-F238E27FC236}">
                  <a16:creationId xmlns:a16="http://schemas.microsoft.com/office/drawing/2014/main" id="{13BD39D7-3B03-4A66-A19D-45C07E4FDF15}"/>
                </a:ext>
              </a:extLst>
            </p:cNvPr>
            <p:cNvSpPr/>
            <p:nvPr/>
          </p:nvSpPr>
          <p:spPr>
            <a:xfrm>
              <a:off x="7302825" y="1983100"/>
              <a:ext cx="27050" cy="253775"/>
            </a:xfrm>
            <a:custGeom>
              <a:avLst/>
              <a:gdLst/>
              <a:ahLst/>
              <a:cxnLst/>
              <a:rect l="l" t="t" r="r" b="b"/>
              <a:pathLst>
                <a:path w="1082" h="10151" extrusionOk="0">
                  <a:moveTo>
                    <a:pt x="200" y="0"/>
                  </a:moveTo>
                  <a:cubicBezTo>
                    <a:pt x="164" y="0"/>
                    <a:pt x="126" y="24"/>
                    <a:pt x="126" y="67"/>
                  </a:cubicBezTo>
                  <a:cubicBezTo>
                    <a:pt x="0" y="1760"/>
                    <a:pt x="173" y="3469"/>
                    <a:pt x="267" y="5161"/>
                  </a:cubicBezTo>
                  <a:cubicBezTo>
                    <a:pt x="345" y="6760"/>
                    <a:pt x="314" y="8453"/>
                    <a:pt x="612" y="10036"/>
                  </a:cubicBezTo>
                  <a:cubicBezTo>
                    <a:pt x="632" y="10116"/>
                    <a:pt x="694" y="10151"/>
                    <a:pt x="761" y="10151"/>
                  </a:cubicBezTo>
                  <a:cubicBezTo>
                    <a:pt x="851" y="10151"/>
                    <a:pt x="947" y="10088"/>
                    <a:pt x="956" y="9989"/>
                  </a:cubicBezTo>
                  <a:cubicBezTo>
                    <a:pt x="1082" y="8328"/>
                    <a:pt x="831" y="6572"/>
                    <a:pt x="721" y="4895"/>
                  </a:cubicBezTo>
                  <a:cubicBezTo>
                    <a:pt x="612" y="3280"/>
                    <a:pt x="580" y="1635"/>
                    <a:pt x="267" y="52"/>
                  </a:cubicBezTo>
                  <a:cubicBezTo>
                    <a:pt x="260" y="16"/>
                    <a:pt x="230" y="0"/>
                    <a:pt x="2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430;p17">
              <a:extLst>
                <a:ext uri="{FF2B5EF4-FFF2-40B4-BE49-F238E27FC236}">
                  <a16:creationId xmlns:a16="http://schemas.microsoft.com/office/drawing/2014/main" id="{FAFB4397-DA2D-49D6-8C19-8A6FA1B0264D}"/>
                </a:ext>
              </a:extLst>
            </p:cNvPr>
            <p:cNvSpPr/>
            <p:nvPr/>
          </p:nvSpPr>
          <p:spPr>
            <a:xfrm>
              <a:off x="7272650" y="2157050"/>
              <a:ext cx="16100" cy="89475"/>
            </a:xfrm>
            <a:custGeom>
              <a:avLst/>
              <a:gdLst/>
              <a:ahLst/>
              <a:cxnLst/>
              <a:rect l="l" t="t" r="r" b="b"/>
              <a:pathLst>
                <a:path w="644" h="3579" extrusionOk="0">
                  <a:moveTo>
                    <a:pt x="241" y="1"/>
                  </a:moveTo>
                  <a:cubicBezTo>
                    <a:pt x="156" y="1"/>
                    <a:pt x="63" y="64"/>
                    <a:pt x="63" y="163"/>
                  </a:cubicBezTo>
                  <a:cubicBezTo>
                    <a:pt x="0" y="1244"/>
                    <a:pt x="63" y="2404"/>
                    <a:pt x="267" y="3470"/>
                  </a:cubicBezTo>
                  <a:cubicBezTo>
                    <a:pt x="280" y="3545"/>
                    <a:pt x="338" y="3578"/>
                    <a:pt x="399" y="3578"/>
                  </a:cubicBezTo>
                  <a:cubicBezTo>
                    <a:pt x="479" y="3578"/>
                    <a:pt x="565" y="3521"/>
                    <a:pt x="565" y="3423"/>
                  </a:cubicBezTo>
                  <a:cubicBezTo>
                    <a:pt x="643" y="2357"/>
                    <a:pt x="565" y="1182"/>
                    <a:pt x="377" y="116"/>
                  </a:cubicBezTo>
                  <a:cubicBezTo>
                    <a:pt x="363" y="36"/>
                    <a:pt x="304" y="1"/>
                    <a:pt x="2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" name="Google Shape;431;p17">
            <a:extLst>
              <a:ext uri="{FF2B5EF4-FFF2-40B4-BE49-F238E27FC236}">
                <a16:creationId xmlns:a16="http://schemas.microsoft.com/office/drawing/2014/main" id="{F6BAF770-1E74-452B-BC99-876CAF58C1E6}"/>
              </a:ext>
            </a:extLst>
          </p:cNvPr>
          <p:cNvGrpSpPr/>
          <p:nvPr/>
        </p:nvGrpSpPr>
        <p:grpSpPr>
          <a:xfrm rot="1061524">
            <a:off x="-173151" y="4787648"/>
            <a:ext cx="534923" cy="1086946"/>
            <a:chOff x="7642550" y="2045675"/>
            <a:chExt cx="534925" cy="1086950"/>
          </a:xfrm>
        </p:grpSpPr>
        <p:sp>
          <p:nvSpPr>
            <p:cNvPr id="60" name="Google Shape;432;p17">
              <a:extLst>
                <a:ext uri="{FF2B5EF4-FFF2-40B4-BE49-F238E27FC236}">
                  <a16:creationId xmlns:a16="http://schemas.microsoft.com/office/drawing/2014/main" id="{A8260772-8A0B-4B54-97FB-C1DFF290AB05}"/>
                </a:ext>
              </a:extLst>
            </p:cNvPr>
            <p:cNvSpPr/>
            <p:nvPr/>
          </p:nvSpPr>
          <p:spPr>
            <a:xfrm>
              <a:off x="7642550" y="2045675"/>
              <a:ext cx="534925" cy="1086950"/>
            </a:xfrm>
            <a:custGeom>
              <a:avLst/>
              <a:gdLst/>
              <a:ahLst/>
              <a:cxnLst/>
              <a:rect l="l" t="t" r="r" b="b"/>
              <a:pathLst>
                <a:path w="21397" h="43478" extrusionOk="0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433;p17">
              <a:extLst>
                <a:ext uri="{FF2B5EF4-FFF2-40B4-BE49-F238E27FC236}">
                  <a16:creationId xmlns:a16="http://schemas.microsoft.com/office/drawing/2014/main" id="{81D281F9-9DC3-40A0-A0C2-8293B434C63C}"/>
                </a:ext>
              </a:extLst>
            </p:cNvPr>
            <p:cNvSpPr/>
            <p:nvPr/>
          </p:nvSpPr>
          <p:spPr>
            <a:xfrm>
              <a:off x="7709175" y="2402375"/>
              <a:ext cx="401950" cy="33925"/>
            </a:xfrm>
            <a:custGeom>
              <a:avLst/>
              <a:gdLst/>
              <a:ahLst/>
              <a:cxnLst/>
              <a:rect l="l" t="t" r="r" b="b"/>
              <a:pathLst>
                <a:path w="16078" h="1357" extrusionOk="0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434;p17">
              <a:extLst>
                <a:ext uri="{FF2B5EF4-FFF2-40B4-BE49-F238E27FC236}">
                  <a16:creationId xmlns:a16="http://schemas.microsoft.com/office/drawing/2014/main" id="{4132A2B4-3002-4C5A-AA03-0F4651CBB602}"/>
                </a:ext>
              </a:extLst>
            </p:cNvPr>
            <p:cNvSpPr/>
            <p:nvPr/>
          </p:nvSpPr>
          <p:spPr>
            <a:xfrm>
              <a:off x="7730725" y="2596350"/>
              <a:ext cx="363200" cy="33250"/>
            </a:xfrm>
            <a:custGeom>
              <a:avLst/>
              <a:gdLst/>
              <a:ahLst/>
              <a:cxnLst/>
              <a:rect l="l" t="t" r="r" b="b"/>
              <a:pathLst>
                <a:path w="14528" h="1330" extrusionOk="0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435;p17">
              <a:extLst>
                <a:ext uri="{FF2B5EF4-FFF2-40B4-BE49-F238E27FC236}">
                  <a16:creationId xmlns:a16="http://schemas.microsoft.com/office/drawing/2014/main" id="{AAF0F841-6053-4921-9DA3-B933756CED72}"/>
                </a:ext>
              </a:extLst>
            </p:cNvPr>
            <p:cNvSpPr/>
            <p:nvPr/>
          </p:nvSpPr>
          <p:spPr>
            <a:xfrm>
              <a:off x="7803225" y="2477575"/>
              <a:ext cx="191250" cy="49050"/>
            </a:xfrm>
            <a:custGeom>
              <a:avLst/>
              <a:gdLst/>
              <a:ahLst/>
              <a:cxnLst/>
              <a:rect l="l" t="t" r="r" b="b"/>
              <a:pathLst>
                <a:path w="7650" h="1962" extrusionOk="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436;p17">
              <a:extLst>
                <a:ext uri="{FF2B5EF4-FFF2-40B4-BE49-F238E27FC236}">
                  <a16:creationId xmlns:a16="http://schemas.microsoft.com/office/drawing/2014/main" id="{3295011F-44A3-447E-906E-3DA00BD196BF}"/>
                </a:ext>
              </a:extLst>
            </p:cNvPr>
            <p:cNvSpPr/>
            <p:nvPr/>
          </p:nvSpPr>
          <p:spPr>
            <a:xfrm>
              <a:off x="7912300" y="2532550"/>
              <a:ext cx="113125" cy="30175"/>
            </a:xfrm>
            <a:custGeom>
              <a:avLst/>
              <a:gdLst/>
              <a:ahLst/>
              <a:cxnLst/>
              <a:rect l="l" t="t" r="r" b="b"/>
              <a:pathLst>
                <a:path w="4525" h="1207" extrusionOk="0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437;p17">
              <a:extLst>
                <a:ext uri="{FF2B5EF4-FFF2-40B4-BE49-F238E27FC236}">
                  <a16:creationId xmlns:a16="http://schemas.microsoft.com/office/drawing/2014/main" id="{B97AA94A-6F87-4610-9300-1CA508E27E95}"/>
                </a:ext>
              </a:extLst>
            </p:cNvPr>
            <p:cNvSpPr/>
            <p:nvPr/>
          </p:nvSpPr>
          <p:spPr>
            <a:xfrm>
              <a:off x="7777350" y="2209475"/>
              <a:ext cx="240625" cy="224800"/>
            </a:xfrm>
            <a:custGeom>
              <a:avLst/>
              <a:gdLst/>
              <a:ahLst/>
              <a:cxnLst/>
              <a:rect l="l" t="t" r="r" b="b"/>
              <a:pathLst>
                <a:path w="9625" h="8992" extrusionOk="0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438;p17">
              <a:extLst>
                <a:ext uri="{FF2B5EF4-FFF2-40B4-BE49-F238E27FC236}">
                  <a16:creationId xmlns:a16="http://schemas.microsoft.com/office/drawing/2014/main" id="{078097B6-B91C-4ED6-8915-FA81DFCDB2B0}"/>
                </a:ext>
              </a:extLst>
            </p:cNvPr>
            <p:cNvSpPr/>
            <p:nvPr/>
          </p:nvSpPr>
          <p:spPr>
            <a:xfrm>
              <a:off x="7814200" y="2292100"/>
              <a:ext cx="137950" cy="140075"/>
            </a:xfrm>
            <a:custGeom>
              <a:avLst/>
              <a:gdLst/>
              <a:ahLst/>
              <a:cxnLst/>
              <a:rect l="l" t="t" r="r" b="b"/>
              <a:pathLst>
                <a:path w="5518" h="5603" extrusionOk="0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7" name="Google Shape;439;p17">
            <a:extLst>
              <a:ext uri="{FF2B5EF4-FFF2-40B4-BE49-F238E27FC236}">
                <a16:creationId xmlns:a16="http://schemas.microsoft.com/office/drawing/2014/main" id="{0A16461B-5B54-439D-ACDF-EADF564BAF3D}"/>
              </a:ext>
            </a:extLst>
          </p:cNvPr>
          <p:cNvSpPr/>
          <p:nvPr/>
        </p:nvSpPr>
        <p:spPr>
          <a:xfrm rot="-3459503">
            <a:off x="8368743" y="-457839"/>
            <a:ext cx="330496" cy="2061680"/>
          </a:xfrm>
          <a:custGeom>
            <a:avLst/>
            <a:gdLst/>
            <a:ahLst/>
            <a:cxnLst/>
            <a:rect l="l" t="t" r="r" b="b"/>
            <a:pathLst>
              <a:path w="2486" h="15508" extrusionOk="0">
                <a:moveTo>
                  <a:pt x="0" y="1"/>
                </a:moveTo>
                <a:lnTo>
                  <a:pt x="0" y="734"/>
                </a:lnTo>
                <a:cubicBezTo>
                  <a:pt x="510" y="970"/>
                  <a:pt x="982" y="1281"/>
                  <a:pt x="1255" y="1715"/>
                </a:cubicBezTo>
                <a:cubicBezTo>
                  <a:pt x="1641" y="2312"/>
                  <a:pt x="1442" y="3157"/>
                  <a:pt x="1305" y="3790"/>
                </a:cubicBezTo>
                <a:cubicBezTo>
                  <a:pt x="932" y="5555"/>
                  <a:pt x="522" y="7183"/>
                  <a:pt x="671" y="8997"/>
                </a:cubicBezTo>
                <a:cubicBezTo>
                  <a:pt x="796" y="10413"/>
                  <a:pt x="1318" y="11916"/>
                  <a:pt x="1106" y="13345"/>
                </a:cubicBezTo>
                <a:cubicBezTo>
                  <a:pt x="1007" y="14054"/>
                  <a:pt x="572" y="14414"/>
                  <a:pt x="0" y="14600"/>
                </a:cubicBezTo>
                <a:lnTo>
                  <a:pt x="0" y="15507"/>
                </a:lnTo>
                <a:cubicBezTo>
                  <a:pt x="758" y="15296"/>
                  <a:pt x="1417" y="14899"/>
                  <a:pt x="1740" y="14178"/>
                </a:cubicBezTo>
                <a:cubicBezTo>
                  <a:pt x="2374" y="12774"/>
                  <a:pt x="1703" y="10860"/>
                  <a:pt x="1541" y="9419"/>
                </a:cubicBezTo>
                <a:cubicBezTo>
                  <a:pt x="1405" y="8301"/>
                  <a:pt x="1429" y="7207"/>
                  <a:pt x="1653" y="6102"/>
                </a:cubicBezTo>
                <a:cubicBezTo>
                  <a:pt x="1827" y="5120"/>
                  <a:pt x="2187" y="4176"/>
                  <a:pt x="2287" y="3194"/>
                </a:cubicBezTo>
                <a:cubicBezTo>
                  <a:pt x="2486" y="1417"/>
                  <a:pt x="1454" y="44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0;p17">
            <a:extLst>
              <a:ext uri="{FF2B5EF4-FFF2-40B4-BE49-F238E27FC236}">
                <a16:creationId xmlns:a16="http://schemas.microsoft.com/office/drawing/2014/main" id="{E02B860A-2918-4729-828E-22D8974FECD0}"/>
              </a:ext>
            </a:extLst>
          </p:cNvPr>
          <p:cNvSpPr/>
          <p:nvPr/>
        </p:nvSpPr>
        <p:spPr>
          <a:xfrm rot="-2187879">
            <a:off x="56890" y="2852378"/>
            <a:ext cx="754769" cy="2615642"/>
          </a:xfrm>
          <a:custGeom>
            <a:avLst/>
            <a:gdLst/>
            <a:ahLst/>
            <a:cxnLst/>
            <a:rect l="l" t="t" r="r" b="b"/>
            <a:pathLst>
              <a:path w="4636" h="16066" extrusionOk="0">
                <a:moveTo>
                  <a:pt x="4635" y="0"/>
                </a:moveTo>
                <a:cubicBezTo>
                  <a:pt x="3355" y="286"/>
                  <a:pt x="2125" y="957"/>
                  <a:pt x="1355" y="1963"/>
                </a:cubicBezTo>
                <a:cubicBezTo>
                  <a:pt x="1" y="3728"/>
                  <a:pt x="995" y="5405"/>
                  <a:pt x="1802" y="7132"/>
                </a:cubicBezTo>
                <a:cubicBezTo>
                  <a:pt x="2821" y="9307"/>
                  <a:pt x="1106" y="11220"/>
                  <a:pt x="1504" y="13432"/>
                </a:cubicBezTo>
                <a:cubicBezTo>
                  <a:pt x="1765" y="14848"/>
                  <a:pt x="3219" y="16041"/>
                  <a:pt x="4635" y="16066"/>
                </a:cubicBezTo>
                <a:lnTo>
                  <a:pt x="4635" y="14935"/>
                </a:lnTo>
                <a:cubicBezTo>
                  <a:pt x="4039" y="14885"/>
                  <a:pt x="3467" y="14637"/>
                  <a:pt x="2983" y="14215"/>
                </a:cubicBezTo>
                <a:cubicBezTo>
                  <a:pt x="2237" y="13544"/>
                  <a:pt x="2287" y="12438"/>
                  <a:pt x="2473" y="11556"/>
                </a:cubicBezTo>
                <a:cubicBezTo>
                  <a:pt x="2771" y="10214"/>
                  <a:pt x="3318" y="9008"/>
                  <a:pt x="2871" y="7617"/>
                </a:cubicBezTo>
                <a:cubicBezTo>
                  <a:pt x="2386" y="6064"/>
                  <a:pt x="1044" y="4945"/>
                  <a:pt x="1355" y="3181"/>
                </a:cubicBezTo>
                <a:cubicBezTo>
                  <a:pt x="1616" y="1702"/>
                  <a:pt x="3144" y="783"/>
                  <a:pt x="4635" y="547"/>
                </a:cubicBezTo>
                <a:lnTo>
                  <a:pt x="463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41;p17">
            <a:extLst>
              <a:ext uri="{FF2B5EF4-FFF2-40B4-BE49-F238E27FC236}">
                <a16:creationId xmlns:a16="http://schemas.microsoft.com/office/drawing/2014/main" id="{E81E218A-5016-499B-967C-FCD804DF8C27}"/>
              </a:ext>
            </a:extLst>
          </p:cNvPr>
          <p:cNvSpPr/>
          <p:nvPr/>
        </p:nvSpPr>
        <p:spPr>
          <a:xfrm rot="-2187879">
            <a:off x="232864" y="3017061"/>
            <a:ext cx="208555" cy="839428"/>
          </a:xfrm>
          <a:custGeom>
            <a:avLst/>
            <a:gdLst/>
            <a:ahLst/>
            <a:cxnLst/>
            <a:rect l="l" t="t" r="r" b="b"/>
            <a:pathLst>
              <a:path w="1281" h="5156" extrusionOk="0">
                <a:moveTo>
                  <a:pt x="937" y="0"/>
                </a:moveTo>
                <a:cubicBezTo>
                  <a:pt x="863" y="0"/>
                  <a:pt x="791" y="29"/>
                  <a:pt x="746" y="110"/>
                </a:cubicBezTo>
                <a:cubicBezTo>
                  <a:pt x="62" y="1154"/>
                  <a:pt x="0" y="2409"/>
                  <a:pt x="236" y="3602"/>
                </a:cubicBezTo>
                <a:cubicBezTo>
                  <a:pt x="336" y="4087"/>
                  <a:pt x="621" y="4708"/>
                  <a:pt x="1019" y="5155"/>
                </a:cubicBezTo>
                <a:lnTo>
                  <a:pt x="1019" y="4335"/>
                </a:lnTo>
                <a:cubicBezTo>
                  <a:pt x="820" y="4012"/>
                  <a:pt x="684" y="3627"/>
                  <a:pt x="609" y="3266"/>
                </a:cubicBezTo>
                <a:cubicBezTo>
                  <a:pt x="398" y="2397"/>
                  <a:pt x="572" y="1378"/>
                  <a:pt x="1019" y="595"/>
                </a:cubicBezTo>
                <a:cubicBezTo>
                  <a:pt x="1069" y="521"/>
                  <a:pt x="1119" y="434"/>
                  <a:pt x="1168" y="359"/>
                </a:cubicBezTo>
                <a:cubicBezTo>
                  <a:pt x="1280" y="197"/>
                  <a:pt x="1168" y="48"/>
                  <a:pt x="1019" y="11"/>
                </a:cubicBezTo>
                <a:cubicBezTo>
                  <a:pt x="992" y="4"/>
                  <a:pt x="964" y="0"/>
                  <a:pt x="93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0" name="Google Shape;442;p17">
            <a:extLst>
              <a:ext uri="{FF2B5EF4-FFF2-40B4-BE49-F238E27FC236}">
                <a16:creationId xmlns:a16="http://schemas.microsoft.com/office/drawing/2014/main" id="{EDF15A52-25F9-4BE8-A81E-90739B3E00D8}"/>
              </a:ext>
            </a:extLst>
          </p:cNvPr>
          <p:cNvGrpSpPr/>
          <p:nvPr/>
        </p:nvGrpSpPr>
        <p:grpSpPr>
          <a:xfrm rot="-657767">
            <a:off x="7993454" y="-986502"/>
            <a:ext cx="601818" cy="556801"/>
            <a:chOff x="9444725" y="1971600"/>
            <a:chExt cx="877000" cy="811400"/>
          </a:xfrm>
        </p:grpSpPr>
        <p:sp>
          <p:nvSpPr>
            <p:cNvPr id="71" name="Google Shape;443;p17">
              <a:extLst>
                <a:ext uri="{FF2B5EF4-FFF2-40B4-BE49-F238E27FC236}">
                  <a16:creationId xmlns:a16="http://schemas.microsoft.com/office/drawing/2014/main" id="{8FFABD9A-84B0-4ACE-B17A-391E78C36716}"/>
                </a:ext>
              </a:extLst>
            </p:cNvPr>
            <p:cNvSpPr/>
            <p:nvPr/>
          </p:nvSpPr>
          <p:spPr>
            <a:xfrm>
              <a:off x="9444725" y="1971600"/>
              <a:ext cx="877000" cy="811400"/>
            </a:xfrm>
            <a:custGeom>
              <a:avLst/>
              <a:gdLst/>
              <a:ahLst/>
              <a:cxnLst/>
              <a:rect l="l" t="t" r="r" b="b"/>
              <a:pathLst>
                <a:path w="35080" h="32456" extrusionOk="0">
                  <a:moveTo>
                    <a:pt x="25222" y="4075"/>
                  </a:moveTo>
                  <a:cubicBezTo>
                    <a:pt x="25449" y="4075"/>
                    <a:pt x="25663" y="4208"/>
                    <a:pt x="25878" y="4352"/>
                  </a:cubicBezTo>
                  <a:cubicBezTo>
                    <a:pt x="26114" y="4524"/>
                    <a:pt x="26333" y="4728"/>
                    <a:pt x="26552" y="4947"/>
                  </a:cubicBezTo>
                  <a:cubicBezTo>
                    <a:pt x="26694" y="5104"/>
                    <a:pt x="26850" y="5292"/>
                    <a:pt x="26772" y="5543"/>
                  </a:cubicBezTo>
                  <a:cubicBezTo>
                    <a:pt x="26711" y="5788"/>
                    <a:pt x="26186" y="6108"/>
                    <a:pt x="25898" y="6108"/>
                  </a:cubicBezTo>
                  <a:cubicBezTo>
                    <a:pt x="25892" y="6108"/>
                    <a:pt x="25885" y="6108"/>
                    <a:pt x="25878" y="6107"/>
                  </a:cubicBezTo>
                  <a:cubicBezTo>
                    <a:pt x="25628" y="6060"/>
                    <a:pt x="25314" y="6029"/>
                    <a:pt x="25189" y="5809"/>
                  </a:cubicBezTo>
                  <a:cubicBezTo>
                    <a:pt x="24844" y="5277"/>
                    <a:pt x="24342" y="5104"/>
                    <a:pt x="23778" y="4979"/>
                  </a:cubicBezTo>
                  <a:cubicBezTo>
                    <a:pt x="23715" y="4963"/>
                    <a:pt x="23637" y="4932"/>
                    <a:pt x="23590" y="4869"/>
                  </a:cubicBezTo>
                  <a:cubicBezTo>
                    <a:pt x="23543" y="4822"/>
                    <a:pt x="23480" y="4759"/>
                    <a:pt x="23496" y="4697"/>
                  </a:cubicBezTo>
                  <a:cubicBezTo>
                    <a:pt x="23496" y="4650"/>
                    <a:pt x="23590" y="4571"/>
                    <a:pt x="23637" y="4571"/>
                  </a:cubicBezTo>
                  <a:cubicBezTo>
                    <a:pt x="23756" y="4581"/>
                    <a:pt x="23880" y="4591"/>
                    <a:pt x="24001" y="4591"/>
                  </a:cubicBezTo>
                  <a:cubicBezTo>
                    <a:pt x="24264" y="4591"/>
                    <a:pt x="24516" y="4545"/>
                    <a:pt x="24687" y="4352"/>
                  </a:cubicBezTo>
                  <a:cubicBezTo>
                    <a:pt x="24875" y="4150"/>
                    <a:pt x="25052" y="4075"/>
                    <a:pt x="25222" y="4075"/>
                  </a:cubicBezTo>
                  <a:close/>
                  <a:moveTo>
                    <a:pt x="31553" y="7189"/>
                  </a:moveTo>
                  <a:cubicBezTo>
                    <a:pt x="32085" y="7408"/>
                    <a:pt x="32634" y="7628"/>
                    <a:pt x="33167" y="7847"/>
                  </a:cubicBezTo>
                  <a:cubicBezTo>
                    <a:pt x="33418" y="7957"/>
                    <a:pt x="33433" y="8239"/>
                    <a:pt x="33230" y="8396"/>
                  </a:cubicBezTo>
                  <a:cubicBezTo>
                    <a:pt x="33089" y="8505"/>
                    <a:pt x="32916" y="8600"/>
                    <a:pt x="32759" y="8678"/>
                  </a:cubicBezTo>
                  <a:cubicBezTo>
                    <a:pt x="32701" y="8705"/>
                    <a:pt x="32645" y="8718"/>
                    <a:pt x="32592" y="8718"/>
                  </a:cubicBezTo>
                  <a:cubicBezTo>
                    <a:pt x="32462" y="8718"/>
                    <a:pt x="32352" y="8639"/>
                    <a:pt x="32274" y="8505"/>
                  </a:cubicBezTo>
                  <a:cubicBezTo>
                    <a:pt x="32038" y="8098"/>
                    <a:pt x="31897" y="7628"/>
                    <a:pt x="31553" y="7189"/>
                  </a:cubicBezTo>
                  <a:close/>
                  <a:moveTo>
                    <a:pt x="4201" y="7565"/>
                  </a:moveTo>
                  <a:lnTo>
                    <a:pt x="4201" y="7565"/>
                  </a:lnTo>
                  <a:cubicBezTo>
                    <a:pt x="4326" y="7816"/>
                    <a:pt x="4185" y="7973"/>
                    <a:pt x="4122" y="8129"/>
                  </a:cubicBezTo>
                  <a:cubicBezTo>
                    <a:pt x="3757" y="9206"/>
                    <a:pt x="3363" y="9587"/>
                    <a:pt x="2776" y="9587"/>
                  </a:cubicBezTo>
                  <a:cubicBezTo>
                    <a:pt x="2406" y="9587"/>
                    <a:pt x="1959" y="9435"/>
                    <a:pt x="1395" y="9211"/>
                  </a:cubicBezTo>
                  <a:cubicBezTo>
                    <a:pt x="1097" y="9101"/>
                    <a:pt x="1082" y="8772"/>
                    <a:pt x="1348" y="8600"/>
                  </a:cubicBezTo>
                  <a:cubicBezTo>
                    <a:pt x="1834" y="8317"/>
                    <a:pt x="2320" y="8051"/>
                    <a:pt x="2822" y="7784"/>
                  </a:cubicBezTo>
                  <a:cubicBezTo>
                    <a:pt x="3260" y="7549"/>
                    <a:pt x="3762" y="7722"/>
                    <a:pt x="4201" y="7565"/>
                  </a:cubicBezTo>
                  <a:close/>
                  <a:moveTo>
                    <a:pt x="30232" y="7486"/>
                  </a:moveTo>
                  <a:cubicBezTo>
                    <a:pt x="30520" y="7486"/>
                    <a:pt x="31710" y="8588"/>
                    <a:pt x="31741" y="8866"/>
                  </a:cubicBezTo>
                  <a:cubicBezTo>
                    <a:pt x="31756" y="8976"/>
                    <a:pt x="31709" y="9117"/>
                    <a:pt x="31647" y="9164"/>
                  </a:cubicBezTo>
                  <a:cubicBezTo>
                    <a:pt x="31333" y="9383"/>
                    <a:pt x="31035" y="9587"/>
                    <a:pt x="30690" y="9744"/>
                  </a:cubicBezTo>
                  <a:cubicBezTo>
                    <a:pt x="30111" y="9995"/>
                    <a:pt x="29515" y="10198"/>
                    <a:pt x="28919" y="10418"/>
                  </a:cubicBezTo>
                  <a:cubicBezTo>
                    <a:pt x="28433" y="10606"/>
                    <a:pt x="27932" y="10731"/>
                    <a:pt x="27399" y="10747"/>
                  </a:cubicBezTo>
                  <a:cubicBezTo>
                    <a:pt x="26960" y="10763"/>
                    <a:pt x="26521" y="10841"/>
                    <a:pt x="26192" y="10951"/>
                  </a:cubicBezTo>
                  <a:cubicBezTo>
                    <a:pt x="25894" y="10904"/>
                    <a:pt x="25847" y="10778"/>
                    <a:pt x="25847" y="10622"/>
                  </a:cubicBezTo>
                  <a:cubicBezTo>
                    <a:pt x="25847" y="10386"/>
                    <a:pt x="25941" y="10183"/>
                    <a:pt x="26082" y="10010"/>
                  </a:cubicBezTo>
                  <a:cubicBezTo>
                    <a:pt x="26835" y="9007"/>
                    <a:pt x="27728" y="8176"/>
                    <a:pt x="28935" y="7753"/>
                  </a:cubicBezTo>
                  <a:cubicBezTo>
                    <a:pt x="29342" y="7612"/>
                    <a:pt x="29797" y="7549"/>
                    <a:pt x="30220" y="7487"/>
                  </a:cubicBezTo>
                  <a:cubicBezTo>
                    <a:pt x="30224" y="7486"/>
                    <a:pt x="30228" y="7486"/>
                    <a:pt x="30232" y="7486"/>
                  </a:cubicBezTo>
                  <a:close/>
                  <a:moveTo>
                    <a:pt x="34016" y="8888"/>
                  </a:moveTo>
                  <a:cubicBezTo>
                    <a:pt x="34140" y="8888"/>
                    <a:pt x="34202" y="8982"/>
                    <a:pt x="34202" y="9179"/>
                  </a:cubicBezTo>
                  <a:cubicBezTo>
                    <a:pt x="34217" y="9399"/>
                    <a:pt x="34202" y="9618"/>
                    <a:pt x="34202" y="9853"/>
                  </a:cubicBezTo>
                  <a:cubicBezTo>
                    <a:pt x="34202" y="10402"/>
                    <a:pt x="34186" y="10966"/>
                    <a:pt x="33998" y="11499"/>
                  </a:cubicBezTo>
                  <a:cubicBezTo>
                    <a:pt x="33966" y="11594"/>
                    <a:pt x="33856" y="11654"/>
                    <a:pt x="33754" y="11654"/>
                  </a:cubicBezTo>
                  <a:cubicBezTo>
                    <a:pt x="33705" y="11654"/>
                    <a:pt x="33657" y="11640"/>
                    <a:pt x="33622" y="11609"/>
                  </a:cubicBezTo>
                  <a:cubicBezTo>
                    <a:pt x="33214" y="11264"/>
                    <a:pt x="32901" y="10857"/>
                    <a:pt x="32979" y="10277"/>
                  </a:cubicBezTo>
                  <a:cubicBezTo>
                    <a:pt x="32995" y="10089"/>
                    <a:pt x="33042" y="9900"/>
                    <a:pt x="33010" y="9728"/>
                  </a:cubicBezTo>
                  <a:cubicBezTo>
                    <a:pt x="32948" y="9446"/>
                    <a:pt x="33042" y="9305"/>
                    <a:pt x="33277" y="9211"/>
                  </a:cubicBezTo>
                  <a:cubicBezTo>
                    <a:pt x="33449" y="9132"/>
                    <a:pt x="33606" y="9038"/>
                    <a:pt x="33778" y="8960"/>
                  </a:cubicBezTo>
                  <a:cubicBezTo>
                    <a:pt x="33873" y="8912"/>
                    <a:pt x="33953" y="8888"/>
                    <a:pt x="34016" y="8888"/>
                  </a:cubicBezTo>
                  <a:close/>
                  <a:moveTo>
                    <a:pt x="11974" y="7367"/>
                  </a:moveTo>
                  <a:cubicBezTo>
                    <a:pt x="12260" y="7367"/>
                    <a:pt x="12526" y="7528"/>
                    <a:pt x="12696" y="7784"/>
                  </a:cubicBezTo>
                  <a:cubicBezTo>
                    <a:pt x="12916" y="8129"/>
                    <a:pt x="13041" y="8521"/>
                    <a:pt x="13339" y="8835"/>
                  </a:cubicBezTo>
                  <a:cubicBezTo>
                    <a:pt x="13417" y="8929"/>
                    <a:pt x="13417" y="9117"/>
                    <a:pt x="13402" y="9258"/>
                  </a:cubicBezTo>
                  <a:cubicBezTo>
                    <a:pt x="13323" y="10073"/>
                    <a:pt x="13668" y="10700"/>
                    <a:pt x="14217" y="11248"/>
                  </a:cubicBezTo>
                  <a:cubicBezTo>
                    <a:pt x="14295" y="11327"/>
                    <a:pt x="14373" y="11405"/>
                    <a:pt x="14436" y="11499"/>
                  </a:cubicBezTo>
                  <a:cubicBezTo>
                    <a:pt x="14468" y="11562"/>
                    <a:pt x="14468" y="11656"/>
                    <a:pt x="14436" y="11703"/>
                  </a:cubicBezTo>
                  <a:cubicBezTo>
                    <a:pt x="14421" y="11766"/>
                    <a:pt x="14342" y="11828"/>
                    <a:pt x="14279" y="11828"/>
                  </a:cubicBezTo>
                  <a:cubicBezTo>
                    <a:pt x="14013" y="11828"/>
                    <a:pt x="13762" y="11813"/>
                    <a:pt x="13496" y="11781"/>
                  </a:cubicBezTo>
                  <a:cubicBezTo>
                    <a:pt x="12364" y="11595"/>
                    <a:pt x="11219" y="11448"/>
                    <a:pt x="10050" y="11448"/>
                  </a:cubicBezTo>
                  <a:cubicBezTo>
                    <a:pt x="9939" y="11448"/>
                    <a:pt x="9829" y="11450"/>
                    <a:pt x="9718" y="11452"/>
                  </a:cubicBezTo>
                  <a:cubicBezTo>
                    <a:pt x="9681" y="11454"/>
                    <a:pt x="9643" y="11455"/>
                    <a:pt x="9605" y="11455"/>
                  </a:cubicBezTo>
                  <a:cubicBezTo>
                    <a:pt x="9279" y="11455"/>
                    <a:pt x="8944" y="11397"/>
                    <a:pt x="8621" y="11327"/>
                  </a:cubicBezTo>
                  <a:cubicBezTo>
                    <a:pt x="7822" y="11123"/>
                    <a:pt x="7038" y="10888"/>
                    <a:pt x="6254" y="10669"/>
                  </a:cubicBezTo>
                  <a:cubicBezTo>
                    <a:pt x="6040" y="10607"/>
                    <a:pt x="5840" y="10516"/>
                    <a:pt x="5685" y="10351"/>
                  </a:cubicBezTo>
                  <a:lnTo>
                    <a:pt x="5685" y="10351"/>
                  </a:lnTo>
                  <a:cubicBezTo>
                    <a:pt x="5882" y="10203"/>
                    <a:pt x="6105" y="10081"/>
                    <a:pt x="6286" y="9916"/>
                  </a:cubicBezTo>
                  <a:cubicBezTo>
                    <a:pt x="6615" y="9603"/>
                    <a:pt x="6991" y="9399"/>
                    <a:pt x="7414" y="9227"/>
                  </a:cubicBezTo>
                  <a:cubicBezTo>
                    <a:pt x="7838" y="9041"/>
                    <a:pt x="8261" y="8943"/>
                    <a:pt x="8693" y="8943"/>
                  </a:cubicBezTo>
                  <a:cubicBezTo>
                    <a:pt x="8917" y="8943"/>
                    <a:pt x="9143" y="8969"/>
                    <a:pt x="9373" y="9023"/>
                  </a:cubicBezTo>
                  <a:cubicBezTo>
                    <a:pt x="9475" y="9048"/>
                    <a:pt x="9572" y="9059"/>
                    <a:pt x="9666" y="9059"/>
                  </a:cubicBezTo>
                  <a:cubicBezTo>
                    <a:pt x="9862" y="9059"/>
                    <a:pt x="10045" y="9013"/>
                    <a:pt x="10235" y="8960"/>
                  </a:cubicBezTo>
                  <a:cubicBezTo>
                    <a:pt x="10612" y="8866"/>
                    <a:pt x="10862" y="8678"/>
                    <a:pt x="10878" y="8286"/>
                  </a:cubicBezTo>
                  <a:cubicBezTo>
                    <a:pt x="10878" y="7706"/>
                    <a:pt x="11301" y="7549"/>
                    <a:pt x="11725" y="7408"/>
                  </a:cubicBezTo>
                  <a:cubicBezTo>
                    <a:pt x="11808" y="7380"/>
                    <a:pt x="11892" y="7367"/>
                    <a:pt x="11974" y="7367"/>
                  </a:cubicBezTo>
                  <a:close/>
                  <a:moveTo>
                    <a:pt x="17601" y="766"/>
                  </a:moveTo>
                  <a:cubicBezTo>
                    <a:pt x="18204" y="766"/>
                    <a:pt x="18761" y="1061"/>
                    <a:pt x="19311" y="1421"/>
                  </a:cubicBezTo>
                  <a:cubicBezTo>
                    <a:pt x="20095" y="1922"/>
                    <a:pt x="20957" y="2298"/>
                    <a:pt x="21584" y="3019"/>
                  </a:cubicBezTo>
                  <a:cubicBezTo>
                    <a:pt x="21838" y="3301"/>
                    <a:pt x="22161" y="3422"/>
                    <a:pt x="22523" y="3422"/>
                  </a:cubicBezTo>
                  <a:cubicBezTo>
                    <a:pt x="22585" y="3422"/>
                    <a:pt x="22648" y="3418"/>
                    <a:pt x="22712" y="3411"/>
                  </a:cubicBezTo>
                  <a:cubicBezTo>
                    <a:pt x="22776" y="3407"/>
                    <a:pt x="22839" y="3405"/>
                    <a:pt x="22902" y="3405"/>
                  </a:cubicBezTo>
                  <a:cubicBezTo>
                    <a:pt x="23289" y="3405"/>
                    <a:pt x="23663" y="3489"/>
                    <a:pt x="24013" y="3678"/>
                  </a:cubicBezTo>
                  <a:cubicBezTo>
                    <a:pt x="24060" y="3693"/>
                    <a:pt x="24107" y="3803"/>
                    <a:pt x="24107" y="3866"/>
                  </a:cubicBezTo>
                  <a:cubicBezTo>
                    <a:pt x="24092" y="3913"/>
                    <a:pt x="24029" y="3991"/>
                    <a:pt x="23966" y="4007"/>
                  </a:cubicBezTo>
                  <a:cubicBezTo>
                    <a:pt x="23921" y="4009"/>
                    <a:pt x="23875" y="4010"/>
                    <a:pt x="23828" y="4010"/>
                  </a:cubicBezTo>
                  <a:cubicBezTo>
                    <a:pt x="23710" y="4010"/>
                    <a:pt x="23588" y="4005"/>
                    <a:pt x="23468" y="4005"/>
                  </a:cubicBezTo>
                  <a:cubicBezTo>
                    <a:pt x="23339" y="4005"/>
                    <a:pt x="23211" y="4011"/>
                    <a:pt x="23088" y="4038"/>
                  </a:cubicBezTo>
                  <a:cubicBezTo>
                    <a:pt x="22603" y="4117"/>
                    <a:pt x="22461" y="4603"/>
                    <a:pt x="22759" y="4979"/>
                  </a:cubicBezTo>
                  <a:cubicBezTo>
                    <a:pt x="22994" y="5292"/>
                    <a:pt x="23324" y="5465"/>
                    <a:pt x="23700" y="5543"/>
                  </a:cubicBezTo>
                  <a:cubicBezTo>
                    <a:pt x="23998" y="5621"/>
                    <a:pt x="24264" y="5700"/>
                    <a:pt x="24468" y="5966"/>
                  </a:cubicBezTo>
                  <a:cubicBezTo>
                    <a:pt x="24781" y="6374"/>
                    <a:pt x="25283" y="6468"/>
                    <a:pt x="25753" y="6578"/>
                  </a:cubicBezTo>
                  <a:cubicBezTo>
                    <a:pt x="25863" y="6605"/>
                    <a:pt x="25971" y="6618"/>
                    <a:pt x="26076" y="6618"/>
                  </a:cubicBezTo>
                  <a:cubicBezTo>
                    <a:pt x="26450" y="6618"/>
                    <a:pt x="26792" y="6451"/>
                    <a:pt x="27085" y="6170"/>
                  </a:cubicBezTo>
                  <a:cubicBezTo>
                    <a:pt x="27177" y="6088"/>
                    <a:pt x="27279" y="6048"/>
                    <a:pt x="27383" y="6048"/>
                  </a:cubicBezTo>
                  <a:cubicBezTo>
                    <a:pt x="27456" y="6048"/>
                    <a:pt x="27531" y="6068"/>
                    <a:pt x="27603" y="6107"/>
                  </a:cubicBezTo>
                  <a:cubicBezTo>
                    <a:pt x="28057" y="6389"/>
                    <a:pt x="28527" y="6593"/>
                    <a:pt x="29123" y="6719"/>
                  </a:cubicBezTo>
                  <a:cubicBezTo>
                    <a:pt x="28841" y="7220"/>
                    <a:pt x="28449" y="7424"/>
                    <a:pt x="28057" y="7581"/>
                  </a:cubicBezTo>
                  <a:cubicBezTo>
                    <a:pt x="26788" y="8067"/>
                    <a:pt x="26035" y="9085"/>
                    <a:pt x="25283" y="10120"/>
                  </a:cubicBezTo>
                  <a:cubicBezTo>
                    <a:pt x="25079" y="10402"/>
                    <a:pt x="24954" y="10684"/>
                    <a:pt x="25220" y="11029"/>
                  </a:cubicBezTo>
                  <a:cubicBezTo>
                    <a:pt x="25346" y="11201"/>
                    <a:pt x="25126" y="11280"/>
                    <a:pt x="25001" y="11327"/>
                  </a:cubicBezTo>
                  <a:cubicBezTo>
                    <a:pt x="24944" y="11352"/>
                    <a:pt x="24885" y="11369"/>
                    <a:pt x="24830" y="11369"/>
                  </a:cubicBezTo>
                  <a:cubicBezTo>
                    <a:pt x="24747" y="11369"/>
                    <a:pt x="24672" y="11330"/>
                    <a:pt x="24624" y="11217"/>
                  </a:cubicBezTo>
                  <a:cubicBezTo>
                    <a:pt x="24593" y="11154"/>
                    <a:pt x="24577" y="11076"/>
                    <a:pt x="24562" y="11013"/>
                  </a:cubicBezTo>
                  <a:cubicBezTo>
                    <a:pt x="24452" y="9979"/>
                    <a:pt x="23919" y="9195"/>
                    <a:pt x="23135" y="8553"/>
                  </a:cubicBezTo>
                  <a:cubicBezTo>
                    <a:pt x="22900" y="8349"/>
                    <a:pt x="22712" y="8161"/>
                    <a:pt x="22791" y="7800"/>
                  </a:cubicBezTo>
                  <a:cubicBezTo>
                    <a:pt x="22869" y="7518"/>
                    <a:pt x="22681" y="7283"/>
                    <a:pt x="22461" y="7126"/>
                  </a:cubicBezTo>
                  <a:cubicBezTo>
                    <a:pt x="22164" y="6922"/>
                    <a:pt x="21834" y="6719"/>
                    <a:pt x="21521" y="6531"/>
                  </a:cubicBezTo>
                  <a:cubicBezTo>
                    <a:pt x="21051" y="6248"/>
                    <a:pt x="20596" y="5904"/>
                    <a:pt x="20643" y="5324"/>
                  </a:cubicBezTo>
                  <a:cubicBezTo>
                    <a:pt x="20690" y="4634"/>
                    <a:pt x="20236" y="4367"/>
                    <a:pt x="19781" y="4179"/>
                  </a:cubicBezTo>
                  <a:cubicBezTo>
                    <a:pt x="19541" y="4081"/>
                    <a:pt x="19297" y="4031"/>
                    <a:pt x="19054" y="4031"/>
                  </a:cubicBezTo>
                  <a:cubicBezTo>
                    <a:pt x="18678" y="4031"/>
                    <a:pt x="18306" y="4151"/>
                    <a:pt x="17963" y="4399"/>
                  </a:cubicBezTo>
                  <a:cubicBezTo>
                    <a:pt x="17900" y="4446"/>
                    <a:pt x="17853" y="4509"/>
                    <a:pt x="17822" y="4571"/>
                  </a:cubicBezTo>
                  <a:cubicBezTo>
                    <a:pt x="17790" y="4665"/>
                    <a:pt x="17743" y="4791"/>
                    <a:pt x="17775" y="4885"/>
                  </a:cubicBezTo>
                  <a:cubicBezTo>
                    <a:pt x="17794" y="4952"/>
                    <a:pt x="17861" y="4984"/>
                    <a:pt x="17931" y="4984"/>
                  </a:cubicBezTo>
                  <a:cubicBezTo>
                    <a:pt x="17975" y="4984"/>
                    <a:pt x="18021" y="4972"/>
                    <a:pt x="18057" y="4947"/>
                  </a:cubicBezTo>
                  <a:cubicBezTo>
                    <a:pt x="18402" y="4681"/>
                    <a:pt x="18794" y="4618"/>
                    <a:pt x="19217" y="4618"/>
                  </a:cubicBezTo>
                  <a:cubicBezTo>
                    <a:pt x="19656" y="4634"/>
                    <a:pt x="19985" y="4853"/>
                    <a:pt x="19985" y="5277"/>
                  </a:cubicBezTo>
                  <a:cubicBezTo>
                    <a:pt x="20001" y="6107"/>
                    <a:pt x="20549" y="6531"/>
                    <a:pt x="21129" y="6969"/>
                  </a:cubicBezTo>
                  <a:cubicBezTo>
                    <a:pt x="21427" y="7189"/>
                    <a:pt x="21740" y="7393"/>
                    <a:pt x="22038" y="7612"/>
                  </a:cubicBezTo>
                  <a:cubicBezTo>
                    <a:pt x="22117" y="7690"/>
                    <a:pt x="22132" y="7816"/>
                    <a:pt x="22070" y="7910"/>
                  </a:cubicBezTo>
                  <a:cubicBezTo>
                    <a:pt x="22031" y="7949"/>
                    <a:pt x="21960" y="7977"/>
                    <a:pt x="21902" y="7977"/>
                  </a:cubicBezTo>
                  <a:cubicBezTo>
                    <a:pt x="21889" y="7977"/>
                    <a:pt x="21877" y="7975"/>
                    <a:pt x="21866" y="7973"/>
                  </a:cubicBezTo>
                  <a:cubicBezTo>
                    <a:pt x="21683" y="7928"/>
                    <a:pt x="21509" y="7908"/>
                    <a:pt x="21341" y="7908"/>
                  </a:cubicBezTo>
                  <a:cubicBezTo>
                    <a:pt x="20443" y="7908"/>
                    <a:pt x="19735" y="8480"/>
                    <a:pt x="18982" y="8929"/>
                  </a:cubicBezTo>
                  <a:cubicBezTo>
                    <a:pt x="18888" y="8976"/>
                    <a:pt x="18841" y="9101"/>
                    <a:pt x="18919" y="9211"/>
                  </a:cubicBezTo>
                  <a:cubicBezTo>
                    <a:pt x="18960" y="9261"/>
                    <a:pt x="19015" y="9280"/>
                    <a:pt x="19073" y="9280"/>
                  </a:cubicBezTo>
                  <a:cubicBezTo>
                    <a:pt x="19126" y="9280"/>
                    <a:pt x="19181" y="9264"/>
                    <a:pt x="19233" y="9242"/>
                  </a:cubicBezTo>
                  <a:cubicBezTo>
                    <a:pt x="19562" y="9070"/>
                    <a:pt x="19891" y="8882"/>
                    <a:pt x="20220" y="8725"/>
                  </a:cubicBezTo>
                  <a:cubicBezTo>
                    <a:pt x="20522" y="8570"/>
                    <a:pt x="20823" y="8500"/>
                    <a:pt x="21126" y="8500"/>
                  </a:cubicBezTo>
                  <a:cubicBezTo>
                    <a:pt x="21438" y="8500"/>
                    <a:pt x="21752" y="8574"/>
                    <a:pt x="22070" y="8709"/>
                  </a:cubicBezTo>
                  <a:cubicBezTo>
                    <a:pt x="23198" y="9195"/>
                    <a:pt x="23778" y="10089"/>
                    <a:pt x="23919" y="11296"/>
                  </a:cubicBezTo>
                  <a:cubicBezTo>
                    <a:pt x="23935" y="11452"/>
                    <a:pt x="23856" y="11578"/>
                    <a:pt x="23700" y="11640"/>
                  </a:cubicBezTo>
                  <a:cubicBezTo>
                    <a:pt x="23621" y="11656"/>
                    <a:pt x="23559" y="11687"/>
                    <a:pt x="23480" y="11703"/>
                  </a:cubicBezTo>
                  <a:cubicBezTo>
                    <a:pt x="22367" y="11844"/>
                    <a:pt x="21255" y="12001"/>
                    <a:pt x="20142" y="12126"/>
                  </a:cubicBezTo>
                  <a:cubicBezTo>
                    <a:pt x="19546" y="12189"/>
                    <a:pt x="18950" y="12205"/>
                    <a:pt x="18355" y="12267"/>
                  </a:cubicBezTo>
                  <a:cubicBezTo>
                    <a:pt x="18222" y="12282"/>
                    <a:pt x="18089" y="12288"/>
                    <a:pt x="17957" y="12288"/>
                  </a:cubicBezTo>
                  <a:cubicBezTo>
                    <a:pt x="17232" y="12288"/>
                    <a:pt x="16516" y="12098"/>
                    <a:pt x="15800" y="12032"/>
                  </a:cubicBezTo>
                  <a:cubicBezTo>
                    <a:pt x="15298" y="12001"/>
                    <a:pt x="15000" y="11781"/>
                    <a:pt x="15157" y="11092"/>
                  </a:cubicBezTo>
                  <a:cubicBezTo>
                    <a:pt x="15204" y="10841"/>
                    <a:pt x="15236" y="10700"/>
                    <a:pt x="14875" y="10700"/>
                  </a:cubicBezTo>
                  <a:cubicBezTo>
                    <a:pt x="14326" y="10684"/>
                    <a:pt x="14123" y="10245"/>
                    <a:pt x="14029" y="9791"/>
                  </a:cubicBezTo>
                  <a:cubicBezTo>
                    <a:pt x="13966" y="9587"/>
                    <a:pt x="14044" y="9352"/>
                    <a:pt x="14013" y="9132"/>
                  </a:cubicBezTo>
                  <a:cubicBezTo>
                    <a:pt x="13997" y="8944"/>
                    <a:pt x="13982" y="8709"/>
                    <a:pt x="13856" y="8615"/>
                  </a:cubicBezTo>
                  <a:cubicBezTo>
                    <a:pt x="13417" y="8255"/>
                    <a:pt x="13308" y="7737"/>
                    <a:pt x="13088" y="7267"/>
                  </a:cubicBezTo>
                  <a:cubicBezTo>
                    <a:pt x="12916" y="6938"/>
                    <a:pt x="12665" y="6797"/>
                    <a:pt x="12273" y="6781"/>
                  </a:cubicBezTo>
                  <a:cubicBezTo>
                    <a:pt x="12237" y="6779"/>
                    <a:pt x="12201" y="6778"/>
                    <a:pt x="12166" y="6778"/>
                  </a:cubicBezTo>
                  <a:cubicBezTo>
                    <a:pt x="11497" y="6778"/>
                    <a:pt x="10975" y="7188"/>
                    <a:pt x="10424" y="7471"/>
                  </a:cubicBezTo>
                  <a:cubicBezTo>
                    <a:pt x="10235" y="7565"/>
                    <a:pt x="10251" y="7784"/>
                    <a:pt x="10188" y="7957"/>
                  </a:cubicBezTo>
                  <a:cubicBezTo>
                    <a:pt x="10056" y="8307"/>
                    <a:pt x="9970" y="8424"/>
                    <a:pt x="9715" y="8424"/>
                  </a:cubicBezTo>
                  <a:cubicBezTo>
                    <a:pt x="9639" y="8424"/>
                    <a:pt x="9548" y="8414"/>
                    <a:pt x="9436" y="8396"/>
                  </a:cubicBezTo>
                  <a:cubicBezTo>
                    <a:pt x="9169" y="8358"/>
                    <a:pt x="8897" y="8296"/>
                    <a:pt x="8629" y="8296"/>
                  </a:cubicBezTo>
                  <a:cubicBezTo>
                    <a:pt x="8456" y="8296"/>
                    <a:pt x="8285" y="8322"/>
                    <a:pt x="8119" y="8396"/>
                  </a:cubicBezTo>
                  <a:cubicBezTo>
                    <a:pt x="7304" y="8756"/>
                    <a:pt x="6395" y="8897"/>
                    <a:pt x="5737" y="9571"/>
                  </a:cubicBezTo>
                  <a:cubicBezTo>
                    <a:pt x="5454" y="9855"/>
                    <a:pt x="5525" y="10067"/>
                    <a:pt x="5641" y="10330"/>
                  </a:cubicBezTo>
                  <a:lnTo>
                    <a:pt x="5641" y="10330"/>
                  </a:lnTo>
                  <a:cubicBezTo>
                    <a:pt x="5150" y="10193"/>
                    <a:pt x="4645" y="10081"/>
                    <a:pt x="4201" y="9759"/>
                  </a:cubicBezTo>
                  <a:cubicBezTo>
                    <a:pt x="4467" y="9148"/>
                    <a:pt x="4687" y="8537"/>
                    <a:pt x="4969" y="7988"/>
                  </a:cubicBezTo>
                  <a:cubicBezTo>
                    <a:pt x="5486" y="7016"/>
                    <a:pt x="6301" y="6342"/>
                    <a:pt x="7320" y="6013"/>
                  </a:cubicBezTo>
                  <a:cubicBezTo>
                    <a:pt x="8135" y="5747"/>
                    <a:pt x="8825" y="5355"/>
                    <a:pt x="9373" y="4712"/>
                  </a:cubicBezTo>
                  <a:cubicBezTo>
                    <a:pt x="9859" y="4164"/>
                    <a:pt x="10455" y="3913"/>
                    <a:pt x="11192" y="3756"/>
                  </a:cubicBezTo>
                  <a:cubicBezTo>
                    <a:pt x="12163" y="3537"/>
                    <a:pt x="13120" y="3145"/>
                    <a:pt x="13841" y="2392"/>
                  </a:cubicBezTo>
                  <a:cubicBezTo>
                    <a:pt x="14624" y="1577"/>
                    <a:pt x="15549" y="1060"/>
                    <a:pt x="16693" y="997"/>
                  </a:cubicBezTo>
                  <a:cubicBezTo>
                    <a:pt x="17009" y="834"/>
                    <a:pt x="17311" y="766"/>
                    <a:pt x="17601" y="766"/>
                  </a:cubicBezTo>
                  <a:close/>
                  <a:moveTo>
                    <a:pt x="28606" y="17722"/>
                  </a:moveTo>
                  <a:cubicBezTo>
                    <a:pt x="28605" y="17728"/>
                    <a:pt x="28604" y="17734"/>
                    <a:pt x="28603" y="17740"/>
                  </a:cubicBezTo>
                  <a:lnTo>
                    <a:pt x="28603" y="17740"/>
                  </a:lnTo>
                  <a:cubicBezTo>
                    <a:pt x="28614" y="17739"/>
                    <a:pt x="28625" y="17738"/>
                    <a:pt x="28637" y="17738"/>
                  </a:cubicBezTo>
                  <a:lnTo>
                    <a:pt x="28606" y="17722"/>
                  </a:lnTo>
                  <a:close/>
                  <a:moveTo>
                    <a:pt x="1019" y="9973"/>
                  </a:moveTo>
                  <a:cubicBezTo>
                    <a:pt x="1104" y="9973"/>
                    <a:pt x="1203" y="9986"/>
                    <a:pt x="1317" y="10010"/>
                  </a:cubicBezTo>
                  <a:cubicBezTo>
                    <a:pt x="1787" y="10120"/>
                    <a:pt x="2273" y="10230"/>
                    <a:pt x="2743" y="10339"/>
                  </a:cubicBezTo>
                  <a:cubicBezTo>
                    <a:pt x="2900" y="10386"/>
                    <a:pt x="3010" y="10527"/>
                    <a:pt x="2963" y="10684"/>
                  </a:cubicBezTo>
                  <a:cubicBezTo>
                    <a:pt x="2774" y="11343"/>
                    <a:pt x="2759" y="12111"/>
                    <a:pt x="2069" y="12549"/>
                  </a:cubicBezTo>
                  <a:cubicBezTo>
                    <a:pt x="1975" y="12596"/>
                    <a:pt x="1897" y="12691"/>
                    <a:pt x="1818" y="12785"/>
                  </a:cubicBezTo>
                  <a:cubicBezTo>
                    <a:pt x="1630" y="13020"/>
                    <a:pt x="1615" y="13427"/>
                    <a:pt x="1803" y="13459"/>
                  </a:cubicBezTo>
                  <a:cubicBezTo>
                    <a:pt x="1841" y="13468"/>
                    <a:pt x="1877" y="13473"/>
                    <a:pt x="1912" y="13473"/>
                  </a:cubicBezTo>
                  <a:cubicBezTo>
                    <a:pt x="2105" y="13473"/>
                    <a:pt x="2245" y="13334"/>
                    <a:pt x="2351" y="13161"/>
                  </a:cubicBezTo>
                  <a:cubicBezTo>
                    <a:pt x="2602" y="12753"/>
                    <a:pt x="2837" y="12314"/>
                    <a:pt x="3072" y="11891"/>
                  </a:cubicBezTo>
                  <a:cubicBezTo>
                    <a:pt x="3119" y="11797"/>
                    <a:pt x="3135" y="11687"/>
                    <a:pt x="3182" y="11578"/>
                  </a:cubicBezTo>
                  <a:cubicBezTo>
                    <a:pt x="3460" y="11011"/>
                    <a:pt x="3856" y="10688"/>
                    <a:pt x="4348" y="10688"/>
                  </a:cubicBezTo>
                  <a:cubicBezTo>
                    <a:pt x="4550" y="10688"/>
                    <a:pt x="4768" y="10743"/>
                    <a:pt x="5000" y="10857"/>
                  </a:cubicBezTo>
                  <a:cubicBezTo>
                    <a:pt x="5815" y="11248"/>
                    <a:pt x="6693" y="11437"/>
                    <a:pt x="7539" y="11719"/>
                  </a:cubicBezTo>
                  <a:cubicBezTo>
                    <a:pt x="8506" y="12050"/>
                    <a:pt x="9495" y="12258"/>
                    <a:pt x="10506" y="12258"/>
                  </a:cubicBezTo>
                  <a:cubicBezTo>
                    <a:pt x="10692" y="12258"/>
                    <a:pt x="10879" y="12251"/>
                    <a:pt x="11066" y="12236"/>
                  </a:cubicBezTo>
                  <a:cubicBezTo>
                    <a:pt x="11151" y="12229"/>
                    <a:pt x="11236" y="12226"/>
                    <a:pt x="11321" y="12226"/>
                  </a:cubicBezTo>
                  <a:cubicBezTo>
                    <a:pt x="11612" y="12226"/>
                    <a:pt x="11903" y="12262"/>
                    <a:pt x="12195" y="12299"/>
                  </a:cubicBezTo>
                  <a:cubicBezTo>
                    <a:pt x="13261" y="12424"/>
                    <a:pt x="14342" y="12565"/>
                    <a:pt x="15439" y="12706"/>
                  </a:cubicBezTo>
                  <a:cubicBezTo>
                    <a:pt x="15721" y="13380"/>
                    <a:pt x="15878" y="14054"/>
                    <a:pt x="16051" y="14728"/>
                  </a:cubicBezTo>
                  <a:cubicBezTo>
                    <a:pt x="16066" y="14807"/>
                    <a:pt x="16223" y="14885"/>
                    <a:pt x="16301" y="14901"/>
                  </a:cubicBezTo>
                  <a:cubicBezTo>
                    <a:pt x="16427" y="14901"/>
                    <a:pt x="16490" y="14775"/>
                    <a:pt x="16490" y="14665"/>
                  </a:cubicBezTo>
                  <a:cubicBezTo>
                    <a:pt x="16552" y="14054"/>
                    <a:pt x="16474" y="13474"/>
                    <a:pt x="15941" y="12957"/>
                  </a:cubicBezTo>
                  <a:cubicBezTo>
                    <a:pt x="16224" y="12810"/>
                    <a:pt x="16466" y="12736"/>
                    <a:pt x="16697" y="12736"/>
                  </a:cubicBezTo>
                  <a:cubicBezTo>
                    <a:pt x="16786" y="12736"/>
                    <a:pt x="16873" y="12747"/>
                    <a:pt x="16960" y="12769"/>
                  </a:cubicBezTo>
                  <a:cubicBezTo>
                    <a:pt x="17201" y="12832"/>
                    <a:pt x="17442" y="12852"/>
                    <a:pt x="17684" y="12852"/>
                  </a:cubicBezTo>
                  <a:cubicBezTo>
                    <a:pt x="18038" y="12852"/>
                    <a:pt x="18392" y="12810"/>
                    <a:pt x="18747" y="12800"/>
                  </a:cubicBezTo>
                  <a:cubicBezTo>
                    <a:pt x="19091" y="12785"/>
                    <a:pt x="19421" y="12785"/>
                    <a:pt x="19765" y="12769"/>
                  </a:cubicBezTo>
                  <a:cubicBezTo>
                    <a:pt x="19885" y="12769"/>
                    <a:pt x="20004" y="12771"/>
                    <a:pt x="20123" y="12771"/>
                  </a:cubicBezTo>
                  <a:cubicBezTo>
                    <a:pt x="20302" y="12771"/>
                    <a:pt x="20480" y="12766"/>
                    <a:pt x="20659" y="12738"/>
                  </a:cubicBezTo>
                  <a:cubicBezTo>
                    <a:pt x="22101" y="12534"/>
                    <a:pt x="23574" y="12424"/>
                    <a:pt x="24969" y="12048"/>
                  </a:cubicBezTo>
                  <a:cubicBezTo>
                    <a:pt x="26051" y="11750"/>
                    <a:pt x="27117" y="11484"/>
                    <a:pt x="28214" y="11264"/>
                  </a:cubicBezTo>
                  <a:cubicBezTo>
                    <a:pt x="29154" y="11092"/>
                    <a:pt x="30095" y="10778"/>
                    <a:pt x="30957" y="10308"/>
                  </a:cubicBezTo>
                  <a:cubicBezTo>
                    <a:pt x="31051" y="10245"/>
                    <a:pt x="31161" y="10183"/>
                    <a:pt x="31255" y="10167"/>
                  </a:cubicBezTo>
                  <a:cubicBezTo>
                    <a:pt x="31577" y="10081"/>
                    <a:pt x="31809" y="9988"/>
                    <a:pt x="31986" y="9988"/>
                  </a:cubicBezTo>
                  <a:cubicBezTo>
                    <a:pt x="32231" y="9988"/>
                    <a:pt x="32372" y="10167"/>
                    <a:pt x="32509" y="10794"/>
                  </a:cubicBezTo>
                  <a:cubicBezTo>
                    <a:pt x="32587" y="11170"/>
                    <a:pt x="32744" y="11484"/>
                    <a:pt x="33010" y="11781"/>
                  </a:cubicBezTo>
                  <a:cubicBezTo>
                    <a:pt x="33731" y="12596"/>
                    <a:pt x="33747" y="13537"/>
                    <a:pt x="33402" y="14509"/>
                  </a:cubicBezTo>
                  <a:cubicBezTo>
                    <a:pt x="32932" y="15810"/>
                    <a:pt x="32430" y="17095"/>
                    <a:pt x="32101" y="18443"/>
                  </a:cubicBezTo>
                  <a:cubicBezTo>
                    <a:pt x="31835" y="19540"/>
                    <a:pt x="31364" y="20575"/>
                    <a:pt x="30675" y="21484"/>
                  </a:cubicBezTo>
                  <a:cubicBezTo>
                    <a:pt x="30495" y="21716"/>
                    <a:pt x="30197" y="21853"/>
                    <a:pt x="29921" y="21853"/>
                  </a:cubicBezTo>
                  <a:cubicBezTo>
                    <a:pt x="29692" y="21853"/>
                    <a:pt x="29479" y="21759"/>
                    <a:pt x="29358" y="21547"/>
                  </a:cubicBezTo>
                  <a:cubicBezTo>
                    <a:pt x="29029" y="20982"/>
                    <a:pt x="28277" y="20700"/>
                    <a:pt x="28292" y="19901"/>
                  </a:cubicBezTo>
                  <a:cubicBezTo>
                    <a:pt x="28292" y="19666"/>
                    <a:pt x="28041" y="19446"/>
                    <a:pt x="27900" y="19227"/>
                  </a:cubicBezTo>
                  <a:cubicBezTo>
                    <a:pt x="27759" y="19007"/>
                    <a:pt x="27822" y="18804"/>
                    <a:pt x="27947" y="18600"/>
                  </a:cubicBezTo>
                  <a:cubicBezTo>
                    <a:pt x="28133" y="18291"/>
                    <a:pt x="28531" y="18134"/>
                    <a:pt x="28603" y="17740"/>
                  </a:cubicBezTo>
                  <a:lnTo>
                    <a:pt x="28603" y="17740"/>
                  </a:lnTo>
                  <a:cubicBezTo>
                    <a:pt x="28234" y="17772"/>
                    <a:pt x="28049" y="18073"/>
                    <a:pt x="27791" y="18271"/>
                  </a:cubicBezTo>
                  <a:cubicBezTo>
                    <a:pt x="27630" y="18393"/>
                    <a:pt x="27476" y="18465"/>
                    <a:pt x="27313" y="18465"/>
                  </a:cubicBezTo>
                  <a:cubicBezTo>
                    <a:pt x="27205" y="18465"/>
                    <a:pt x="27094" y="18433"/>
                    <a:pt x="26976" y="18365"/>
                  </a:cubicBezTo>
                  <a:cubicBezTo>
                    <a:pt x="26850" y="18286"/>
                    <a:pt x="26725" y="18192"/>
                    <a:pt x="26584" y="18114"/>
                  </a:cubicBezTo>
                  <a:cubicBezTo>
                    <a:pt x="26488" y="18047"/>
                    <a:pt x="26388" y="18016"/>
                    <a:pt x="26288" y="18016"/>
                  </a:cubicBezTo>
                  <a:cubicBezTo>
                    <a:pt x="26176" y="18016"/>
                    <a:pt x="26064" y="18055"/>
                    <a:pt x="25957" y="18130"/>
                  </a:cubicBezTo>
                  <a:cubicBezTo>
                    <a:pt x="25502" y="18459"/>
                    <a:pt x="25063" y="18804"/>
                    <a:pt x="24624" y="19148"/>
                  </a:cubicBezTo>
                  <a:cubicBezTo>
                    <a:pt x="24548" y="19200"/>
                    <a:pt x="24473" y="19225"/>
                    <a:pt x="24403" y="19225"/>
                  </a:cubicBezTo>
                  <a:cubicBezTo>
                    <a:pt x="24301" y="19225"/>
                    <a:pt x="24206" y="19172"/>
                    <a:pt x="24123" y="19070"/>
                  </a:cubicBezTo>
                  <a:cubicBezTo>
                    <a:pt x="23747" y="18600"/>
                    <a:pt x="23527" y="18051"/>
                    <a:pt x="23449" y="17440"/>
                  </a:cubicBezTo>
                  <a:cubicBezTo>
                    <a:pt x="23402" y="17032"/>
                    <a:pt x="23527" y="16687"/>
                    <a:pt x="23919" y="16515"/>
                  </a:cubicBezTo>
                  <a:cubicBezTo>
                    <a:pt x="24640" y="16186"/>
                    <a:pt x="25346" y="15841"/>
                    <a:pt x="26067" y="15543"/>
                  </a:cubicBezTo>
                  <a:cubicBezTo>
                    <a:pt x="26288" y="15446"/>
                    <a:pt x="26524" y="15409"/>
                    <a:pt x="26758" y="15409"/>
                  </a:cubicBezTo>
                  <a:cubicBezTo>
                    <a:pt x="26939" y="15409"/>
                    <a:pt x="27119" y="15431"/>
                    <a:pt x="27289" y="15465"/>
                  </a:cubicBezTo>
                  <a:cubicBezTo>
                    <a:pt x="27476" y="15506"/>
                    <a:pt x="27653" y="15528"/>
                    <a:pt x="27821" y="15528"/>
                  </a:cubicBezTo>
                  <a:cubicBezTo>
                    <a:pt x="28232" y="15528"/>
                    <a:pt x="28595" y="15395"/>
                    <a:pt x="28951" y="15073"/>
                  </a:cubicBezTo>
                  <a:cubicBezTo>
                    <a:pt x="29101" y="14936"/>
                    <a:pt x="29235" y="14869"/>
                    <a:pt x="29362" y="14869"/>
                  </a:cubicBezTo>
                  <a:cubicBezTo>
                    <a:pt x="29539" y="14869"/>
                    <a:pt x="29702" y="14999"/>
                    <a:pt x="29875" y="15245"/>
                  </a:cubicBezTo>
                  <a:cubicBezTo>
                    <a:pt x="29938" y="15339"/>
                    <a:pt x="29969" y="15449"/>
                    <a:pt x="30016" y="15543"/>
                  </a:cubicBezTo>
                  <a:cubicBezTo>
                    <a:pt x="30142" y="15747"/>
                    <a:pt x="30361" y="15904"/>
                    <a:pt x="30565" y="15904"/>
                  </a:cubicBezTo>
                  <a:cubicBezTo>
                    <a:pt x="30571" y="15904"/>
                    <a:pt x="30578" y="15904"/>
                    <a:pt x="30584" y="15904"/>
                  </a:cubicBezTo>
                  <a:cubicBezTo>
                    <a:pt x="30818" y="15904"/>
                    <a:pt x="30865" y="15617"/>
                    <a:pt x="30957" y="15434"/>
                  </a:cubicBezTo>
                  <a:cubicBezTo>
                    <a:pt x="31161" y="15057"/>
                    <a:pt x="31129" y="14634"/>
                    <a:pt x="31208" y="14227"/>
                  </a:cubicBezTo>
                  <a:cubicBezTo>
                    <a:pt x="31223" y="14180"/>
                    <a:pt x="31176" y="14086"/>
                    <a:pt x="31129" y="14054"/>
                  </a:cubicBezTo>
                  <a:cubicBezTo>
                    <a:pt x="31103" y="14028"/>
                    <a:pt x="31059" y="14017"/>
                    <a:pt x="31016" y="14017"/>
                  </a:cubicBezTo>
                  <a:cubicBezTo>
                    <a:pt x="30981" y="14017"/>
                    <a:pt x="30947" y="14024"/>
                    <a:pt x="30926" y="14039"/>
                  </a:cubicBezTo>
                  <a:cubicBezTo>
                    <a:pt x="30800" y="14117"/>
                    <a:pt x="30690" y="14211"/>
                    <a:pt x="30581" y="14321"/>
                  </a:cubicBezTo>
                  <a:cubicBezTo>
                    <a:pt x="30466" y="14446"/>
                    <a:pt x="30337" y="14530"/>
                    <a:pt x="30199" y="14530"/>
                  </a:cubicBezTo>
                  <a:cubicBezTo>
                    <a:pt x="30130" y="14530"/>
                    <a:pt x="30058" y="14509"/>
                    <a:pt x="29985" y="14462"/>
                  </a:cubicBezTo>
                  <a:cubicBezTo>
                    <a:pt x="29800" y="14346"/>
                    <a:pt x="29625" y="14294"/>
                    <a:pt x="29459" y="14294"/>
                  </a:cubicBezTo>
                  <a:cubicBezTo>
                    <a:pt x="29177" y="14294"/>
                    <a:pt x="28921" y="14444"/>
                    <a:pt x="28684" y="14681"/>
                  </a:cubicBezTo>
                  <a:cubicBezTo>
                    <a:pt x="28404" y="14937"/>
                    <a:pt x="28095" y="15032"/>
                    <a:pt x="27743" y="15032"/>
                  </a:cubicBezTo>
                  <a:cubicBezTo>
                    <a:pt x="27642" y="15032"/>
                    <a:pt x="27538" y="15024"/>
                    <a:pt x="27430" y="15010"/>
                  </a:cubicBezTo>
                  <a:cubicBezTo>
                    <a:pt x="27277" y="14984"/>
                    <a:pt x="27125" y="14971"/>
                    <a:pt x="26975" y="14971"/>
                  </a:cubicBezTo>
                  <a:cubicBezTo>
                    <a:pt x="26497" y="14971"/>
                    <a:pt x="26038" y="15101"/>
                    <a:pt x="25596" y="15339"/>
                  </a:cubicBezTo>
                  <a:cubicBezTo>
                    <a:pt x="25001" y="15653"/>
                    <a:pt x="24374" y="15904"/>
                    <a:pt x="23747" y="16155"/>
                  </a:cubicBezTo>
                  <a:cubicBezTo>
                    <a:pt x="23433" y="16264"/>
                    <a:pt x="23261" y="16437"/>
                    <a:pt x="23135" y="16735"/>
                  </a:cubicBezTo>
                  <a:cubicBezTo>
                    <a:pt x="22947" y="17220"/>
                    <a:pt x="22916" y="17675"/>
                    <a:pt x="23088" y="18161"/>
                  </a:cubicBezTo>
                  <a:cubicBezTo>
                    <a:pt x="23135" y="18333"/>
                    <a:pt x="23198" y="18521"/>
                    <a:pt x="23276" y="18694"/>
                  </a:cubicBezTo>
                  <a:cubicBezTo>
                    <a:pt x="23496" y="19054"/>
                    <a:pt x="23480" y="19336"/>
                    <a:pt x="23151" y="19681"/>
                  </a:cubicBezTo>
                  <a:cubicBezTo>
                    <a:pt x="22665" y="20183"/>
                    <a:pt x="22477" y="20841"/>
                    <a:pt x="22555" y="21547"/>
                  </a:cubicBezTo>
                  <a:cubicBezTo>
                    <a:pt x="22569" y="21626"/>
                    <a:pt x="22616" y="21729"/>
                    <a:pt x="22717" y="21729"/>
                  </a:cubicBezTo>
                  <a:cubicBezTo>
                    <a:pt x="22734" y="21729"/>
                    <a:pt x="22754" y="21726"/>
                    <a:pt x="22775" y="21719"/>
                  </a:cubicBezTo>
                  <a:cubicBezTo>
                    <a:pt x="22838" y="21688"/>
                    <a:pt x="22932" y="21641"/>
                    <a:pt x="22932" y="21578"/>
                  </a:cubicBezTo>
                  <a:cubicBezTo>
                    <a:pt x="22979" y="21358"/>
                    <a:pt x="22994" y="21139"/>
                    <a:pt x="23026" y="20920"/>
                  </a:cubicBezTo>
                  <a:cubicBezTo>
                    <a:pt x="23144" y="20240"/>
                    <a:pt x="23360" y="19992"/>
                    <a:pt x="24014" y="19992"/>
                  </a:cubicBezTo>
                  <a:cubicBezTo>
                    <a:pt x="24054" y="19992"/>
                    <a:pt x="24095" y="19993"/>
                    <a:pt x="24139" y="19995"/>
                  </a:cubicBezTo>
                  <a:cubicBezTo>
                    <a:pt x="24163" y="19996"/>
                    <a:pt x="24186" y="19997"/>
                    <a:pt x="24209" y="19997"/>
                  </a:cubicBezTo>
                  <a:cubicBezTo>
                    <a:pt x="24471" y="19997"/>
                    <a:pt x="24667" y="19912"/>
                    <a:pt x="24797" y="19681"/>
                  </a:cubicBezTo>
                  <a:cubicBezTo>
                    <a:pt x="25016" y="19321"/>
                    <a:pt x="25393" y="19133"/>
                    <a:pt x="25722" y="18882"/>
                  </a:cubicBezTo>
                  <a:cubicBezTo>
                    <a:pt x="25918" y="18741"/>
                    <a:pt x="26114" y="18670"/>
                    <a:pt x="26306" y="18670"/>
                  </a:cubicBezTo>
                  <a:cubicBezTo>
                    <a:pt x="26498" y="18670"/>
                    <a:pt x="26686" y="18741"/>
                    <a:pt x="26866" y="18882"/>
                  </a:cubicBezTo>
                  <a:cubicBezTo>
                    <a:pt x="27211" y="19164"/>
                    <a:pt x="27524" y="19493"/>
                    <a:pt x="27822" y="19822"/>
                  </a:cubicBezTo>
                  <a:cubicBezTo>
                    <a:pt x="27947" y="19963"/>
                    <a:pt x="27900" y="20183"/>
                    <a:pt x="27838" y="20355"/>
                  </a:cubicBezTo>
                  <a:cubicBezTo>
                    <a:pt x="27665" y="20763"/>
                    <a:pt x="27775" y="21076"/>
                    <a:pt x="28151" y="21311"/>
                  </a:cubicBezTo>
                  <a:cubicBezTo>
                    <a:pt x="28308" y="21405"/>
                    <a:pt x="28512" y="21515"/>
                    <a:pt x="28559" y="21672"/>
                  </a:cubicBezTo>
                  <a:cubicBezTo>
                    <a:pt x="28715" y="22079"/>
                    <a:pt x="29013" y="22205"/>
                    <a:pt x="29405" y="22299"/>
                  </a:cubicBezTo>
                  <a:cubicBezTo>
                    <a:pt x="29734" y="22362"/>
                    <a:pt x="29813" y="22612"/>
                    <a:pt x="29609" y="22879"/>
                  </a:cubicBezTo>
                  <a:cubicBezTo>
                    <a:pt x="29233" y="23349"/>
                    <a:pt x="28841" y="23804"/>
                    <a:pt x="28449" y="24243"/>
                  </a:cubicBezTo>
                  <a:cubicBezTo>
                    <a:pt x="26772" y="26076"/>
                    <a:pt x="26035" y="26547"/>
                    <a:pt x="23637" y="27142"/>
                  </a:cubicBezTo>
                  <a:cubicBezTo>
                    <a:pt x="22273" y="27503"/>
                    <a:pt x="20910" y="27910"/>
                    <a:pt x="19499" y="28177"/>
                  </a:cubicBezTo>
                  <a:cubicBezTo>
                    <a:pt x="18305" y="28406"/>
                    <a:pt x="17111" y="28519"/>
                    <a:pt x="15911" y="28519"/>
                  </a:cubicBezTo>
                  <a:cubicBezTo>
                    <a:pt x="15141" y="28519"/>
                    <a:pt x="14368" y="28472"/>
                    <a:pt x="13590" y="28381"/>
                  </a:cubicBezTo>
                  <a:cubicBezTo>
                    <a:pt x="12430" y="28239"/>
                    <a:pt x="11348" y="27832"/>
                    <a:pt x="10220" y="27597"/>
                  </a:cubicBezTo>
                  <a:cubicBezTo>
                    <a:pt x="9436" y="27424"/>
                    <a:pt x="8793" y="26938"/>
                    <a:pt x="8166" y="26468"/>
                  </a:cubicBezTo>
                  <a:cubicBezTo>
                    <a:pt x="7461" y="25935"/>
                    <a:pt x="6724" y="25402"/>
                    <a:pt x="6003" y="24869"/>
                  </a:cubicBezTo>
                  <a:cubicBezTo>
                    <a:pt x="5314" y="24352"/>
                    <a:pt x="4734" y="23725"/>
                    <a:pt x="4405" y="22895"/>
                  </a:cubicBezTo>
                  <a:cubicBezTo>
                    <a:pt x="4358" y="22785"/>
                    <a:pt x="4311" y="22691"/>
                    <a:pt x="4232" y="22612"/>
                  </a:cubicBezTo>
                  <a:cubicBezTo>
                    <a:pt x="3151" y="21249"/>
                    <a:pt x="2665" y="19650"/>
                    <a:pt x="2304" y="17988"/>
                  </a:cubicBezTo>
                  <a:cubicBezTo>
                    <a:pt x="2006" y="16672"/>
                    <a:pt x="1615" y="15402"/>
                    <a:pt x="1113" y="14148"/>
                  </a:cubicBezTo>
                  <a:cubicBezTo>
                    <a:pt x="658" y="12973"/>
                    <a:pt x="455" y="11766"/>
                    <a:pt x="564" y="10512"/>
                  </a:cubicBezTo>
                  <a:cubicBezTo>
                    <a:pt x="589" y="10133"/>
                    <a:pt x="718" y="9973"/>
                    <a:pt x="1019" y="9973"/>
                  </a:cubicBezTo>
                  <a:close/>
                  <a:moveTo>
                    <a:pt x="25215" y="27178"/>
                  </a:moveTo>
                  <a:cubicBezTo>
                    <a:pt x="25267" y="27178"/>
                    <a:pt x="25321" y="27186"/>
                    <a:pt x="25377" y="27205"/>
                  </a:cubicBezTo>
                  <a:cubicBezTo>
                    <a:pt x="25910" y="27346"/>
                    <a:pt x="26020" y="27534"/>
                    <a:pt x="25972" y="28192"/>
                  </a:cubicBezTo>
                  <a:cubicBezTo>
                    <a:pt x="25925" y="28710"/>
                    <a:pt x="26004" y="29415"/>
                    <a:pt x="25596" y="29807"/>
                  </a:cubicBezTo>
                  <a:cubicBezTo>
                    <a:pt x="25393" y="29995"/>
                    <a:pt x="25110" y="30105"/>
                    <a:pt x="24828" y="30183"/>
                  </a:cubicBezTo>
                  <a:cubicBezTo>
                    <a:pt x="22266" y="31049"/>
                    <a:pt x="19865" y="31700"/>
                    <a:pt x="17285" y="31700"/>
                  </a:cubicBezTo>
                  <a:cubicBezTo>
                    <a:pt x="16457" y="31700"/>
                    <a:pt x="15610" y="31633"/>
                    <a:pt x="14734" y="31484"/>
                  </a:cubicBezTo>
                  <a:cubicBezTo>
                    <a:pt x="14473" y="31442"/>
                    <a:pt x="14198" y="31442"/>
                    <a:pt x="13922" y="31442"/>
                  </a:cubicBezTo>
                  <a:lnTo>
                    <a:pt x="13922" y="31442"/>
                  </a:lnTo>
                  <a:cubicBezTo>
                    <a:pt x="13785" y="31442"/>
                    <a:pt x="13647" y="31442"/>
                    <a:pt x="13511" y="31437"/>
                  </a:cubicBezTo>
                  <a:cubicBezTo>
                    <a:pt x="12540" y="31406"/>
                    <a:pt x="11678" y="31077"/>
                    <a:pt x="10862" y="30591"/>
                  </a:cubicBezTo>
                  <a:cubicBezTo>
                    <a:pt x="10753" y="30512"/>
                    <a:pt x="10596" y="30403"/>
                    <a:pt x="10565" y="30277"/>
                  </a:cubicBezTo>
                  <a:cubicBezTo>
                    <a:pt x="10408" y="29666"/>
                    <a:pt x="10157" y="29070"/>
                    <a:pt x="10188" y="28428"/>
                  </a:cubicBezTo>
                  <a:cubicBezTo>
                    <a:pt x="10202" y="28295"/>
                    <a:pt x="10327" y="28163"/>
                    <a:pt x="10432" y="28163"/>
                  </a:cubicBezTo>
                  <a:cubicBezTo>
                    <a:pt x="10451" y="28163"/>
                    <a:pt x="10469" y="28167"/>
                    <a:pt x="10486" y="28177"/>
                  </a:cubicBezTo>
                  <a:cubicBezTo>
                    <a:pt x="11552" y="28898"/>
                    <a:pt x="12806" y="28960"/>
                    <a:pt x="14013" y="29102"/>
                  </a:cubicBezTo>
                  <a:cubicBezTo>
                    <a:pt x="14707" y="29174"/>
                    <a:pt x="15397" y="29216"/>
                    <a:pt x="16086" y="29216"/>
                  </a:cubicBezTo>
                  <a:cubicBezTo>
                    <a:pt x="16891" y="29216"/>
                    <a:pt x="17693" y="29158"/>
                    <a:pt x="18496" y="29023"/>
                  </a:cubicBezTo>
                  <a:cubicBezTo>
                    <a:pt x="20628" y="28647"/>
                    <a:pt x="22759" y="28271"/>
                    <a:pt x="24750" y="27330"/>
                  </a:cubicBezTo>
                  <a:cubicBezTo>
                    <a:pt x="24905" y="27259"/>
                    <a:pt x="25051" y="27178"/>
                    <a:pt x="25215" y="27178"/>
                  </a:cubicBezTo>
                  <a:close/>
                  <a:moveTo>
                    <a:pt x="17551" y="1"/>
                  </a:moveTo>
                  <a:cubicBezTo>
                    <a:pt x="17284" y="1"/>
                    <a:pt x="17009" y="59"/>
                    <a:pt x="16725" y="198"/>
                  </a:cubicBezTo>
                  <a:cubicBezTo>
                    <a:pt x="16380" y="355"/>
                    <a:pt x="16019" y="449"/>
                    <a:pt x="15643" y="527"/>
                  </a:cubicBezTo>
                  <a:cubicBezTo>
                    <a:pt x="14906" y="715"/>
                    <a:pt x="14232" y="1013"/>
                    <a:pt x="13747" y="1624"/>
                  </a:cubicBezTo>
                  <a:cubicBezTo>
                    <a:pt x="13621" y="1766"/>
                    <a:pt x="13449" y="1860"/>
                    <a:pt x="13292" y="1954"/>
                  </a:cubicBezTo>
                  <a:cubicBezTo>
                    <a:pt x="12508" y="2487"/>
                    <a:pt x="11630" y="2800"/>
                    <a:pt x="10753" y="3082"/>
                  </a:cubicBezTo>
                  <a:cubicBezTo>
                    <a:pt x="10126" y="3270"/>
                    <a:pt x="9514" y="3474"/>
                    <a:pt x="9091" y="3976"/>
                  </a:cubicBezTo>
                  <a:cubicBezTo>
                    <a:pt x="8652" y="4509"/>
                    <a:pt x="8072" y="4838"/>
                    <a:pt x="7477" y="5151"/>
                  </a:cubicBezTo>
                  <a:cubicBezTo>
                    <a:pt x="6724" y="5559"/>
                    <a:pt x="5956" y="5935"/>
                    <a:pt x="5251" y="6436"/>
                  </a:cubicBezTo>
                  <a:cubicBezTo>
                    <a:pt x="4765" y="6766"/>
                    <a:pt x="4154" y="7016"/>
                    <a:pt x="3590" y="7048"/>
                  </a:cubicBezTo>
                  <a:cubicBezTo>
                    <a:pt x="2555" y="7095"/>
                    <a:pt x="1740" y="7628"/>
                    <a:pt x="894" y="8067"/>
                  </a:cubicBezTo>
                  <a:cubicBezTo>
                    <a:pt x="282" y="8396"/>
                    <a:pt x="16" y="9038"/>
                    <a:pt x="16" y="9681"/>
                  </a:cubicBezTo>
                  <a:cubicBezTo>
                    <a:pt x="47" y="11437"/>
                    <a:pt x="0" y="13208"/>
                    <a:pt x="815" y="14838"/>
                  </a:cubicBezTo>
                  <a:cubicBezTo>
                    <a:pt x="894" y="15010"/>
                    <a:pt x="941" y="15198"/>
                    <a:pt x="972" y="15387"/>
                  </a:cubicBezTo>
                  <a:cubicBezTo>
                    <a:pt x="1144" y="16405"/>
                    <a:pt x="1740" y="17330"/>
                    <a:pt x="1724" y="18412"/>
                  </a:cubicBezTo>
                  <a:cubicBezTo>
                    <a:pt x="1724" y="18553"/>
                    <a:pt x="1818" y="18694"/>
                    <a:pt x="1865" y="18835"/>
                  </a:cubicBezTo>
                  <a:cubicBezTo>
                    <a:pt x="2038" y="19321"/>
                    <a:pt x="2195" y="19822"/>
                    <a:pt x="2367" y="20324"/>
                  </a:cubicBezTo>
                  <a:cubicBezTo>
                    <a:pt x="2477" y="20637"/>
                    <a:pt x="2602" y="20951"/>
                    <a:pt x="2727" y="21264"/>
                  </a:cubicBezTo>
                  <a:cubicBezTo>
                    <a:pt x="3041" y="22032"/>
                    <a:pt x="3527" y="22691"/>
                    <a:pt x="3903" y="23412"/>
                  </a:cubicBezTo>
                  <a:cubicBezTo>
                    <a:pt x="4248" y="24070"/>
                    <a:pt x="4687" y="24603"/>
                    <a:pt x="5220" y="25073"/>
                  </a:cubicBezTo>
                  <a:cubicBezTo>
                    <a:pt x="6364" y="26045"/>
                    <a:pt x="7602" y="26891"/>
                    <a:pt x="8856" y="27691"/>
                  </a:cubicBezTo>
                  <a:cubicBezTo>
                    <a:pt x="9248" y="27926"/>
                    <a:pt x="9483" y="28177"/>
                    <a:pt x="9561" y="28616"/>
                  </a:cubicBezTo>
                  <a:cubicBezTo>
                    <a:pt x="9671" y="29164"/>
                    <a:pt x="9828" y="29713"/>
                    <a:pt x="9953" y="30261"/>
                  </a:cubicBezTo>
                  <a:cubicBezTo>
                    <a:pt x="10408" y="32456"/>
                    <a:pt x="14499" y="32362"/>
                    <a:pt x="16223" y="32409"/>
                  </a:cubicBezTo>
                  <a:cubicBezTo>
                    <a:pt x="16457" y="32416"/>
                    <a:pt x="16691" y="32419"/>
                    <a:pt x="16925" y="32419"/>
                  </a:cubicBezTo>
                  <a:cubicBezTo>
                    <a:pt x="19277" y="32419"/>
                    <a:pt x="21622" y="32066"/>
                    <a:pt x="23903" y="31453"/>
                  </a:cubicBezTo>
                  <a:cubicBezTo>
                    <a:pt x="24766" y="31233"/>
                    <a:pt x="27101" y="30450"/>
                    <a:pt x="26427" y="29102"/>
                  </a:cubicBezTo>
                  <a:cubicBezTo>
                    <a:pt x="26349" y="28960"/>
                    <a:pt x="26411" y="28725"/>
                    <a:pt x="26427" y="28553"/>
                  </a:cubicBezTo>
                  <a:cubicBezTo>
                    <a:pt x="26474" y="28224"/>
                    <a:pt x="26568" y="27879"/>
                    <a:pt x="26584" y="27550"/>
                  </a:cubicBezTo>
                  <a:cubicBezTo>
                    <a:pt x="26615" y="27080"/>
                    <a:pt x="26788" y="26719"/>
                    <a:pt x="27164" y="26390"/>
                  </a:cubicBezTo>
                  <a:cubicBezTo>
                    <a:pt x="28590" y="25136"/>
                    <a:pt x="29891" y="23757"/>
                    <a:pt x="31035" y="22205"/>
                  </a:cubicBezTo>
                  <a:cubicBezTo>
                    <a:pt x="31882" y="21029"/>
                    <a:pt x="32493" y="19760"/>
                    <a:pt x="32885" y="18396"/>
                  </a:cubicBezTo>
                  <a:cubicBezTo>
                    <a:pt x="33151" y="17424"/>
                    <a:pt x="33449" y="16452"/>
                    <a:pt x="33763" y="15496"/>
                  </a:cubicBezTo>
                  <a:cubicBezTo>
                    <a:pt x="34045" y="14681"/>
                    <a:pt x="34311" y="13866"/>
                    <a:pt x="34358" y="13004"/>
                  </a:cubicBezTo>
                  <a:cubicBezTo>
                    <a:pt x="34358" y="12816"/>
                    <a:pt x="34390" y="12628"/>
                    <a:pt x="34452" y="12440"/>
                  </a:cubicBezTo>
                  <a:cubicBezTo>
                    <a:pt x="34719" y="11625"/>
                    <a:pt x="34875" y="10778"/>
                    <a:pt x="34813" y="9995"/>
                  </a:cubicBezTo>
                  <a:cubicBezTo>
                    <a:pt x="34860" y="9603"/>
                    <a:pt x="34860" y="9305"/>
                    <a:pt x="34923" y="9023"/>
                  </a:cubicBezTo>
                  <a:cubicBezTo>
                    <a:pt x="35079" y="8333"/>
                    <a:pt x="34640" y="7957"/>
                    <a:pt x="34202" y="7643"/>
                  </a:cubicBezTo>
                  <a:cubicBezTo>
                    <a:pt x="33888" y="7440"/>
                    <a:pt x="33543" y="7299"/>
                    <a:pt x="33261" y="7048"/>
                  </a:cubicBezTo>
                  <a:cubicBezTo>
                    <a:pt x="33057" y="6875"/>
                    <a:pt x="32791" y="6828"/>
                    <a:pt x="32556" y="6719"/>
                  </a:cubicBezTo>
                  <a:cubicBezTo>
                    <a:pt x="31568" y="6327"/>
                    <a:pt x="30518" y="6217"/>
                    <a:pt x="29484" y="6107"/>
                  </a:cubicBezTo>
                  <a:cubicBezTo>
                    <a:pt x="28621" y="6029"/>
                    <a:pt x="28026" y="5606"/>
                    <a:pt x="27509" y="4979"/>
                  </a:cubicBezTo>
                  <a:cubicBezTo>
                    <a:pt x="27305" y="4712"/>
                    <a:pt x="27132" y="4430"/>
                    <a:pt x="26866" y="4195"/>
                  </a:cubicBezTo>
                  <a:cubicBezTo>
                    <a:pt x="25769" y="3270"/>
                    <a:pt x="24499" y="2769"/>
                    <a:pt x="23088" y="2706"/>
                  </a:cubicBezTo>
                  <a:cubicBezTo>
                    <a:pt x="22461" y="2690"/>
                    <a:pt x="22023" y="2502"/>
                    <a:pt x="21615" y="2063"/>
                  </a:cubicBezTo>
                  <a:cubicBezTo>
                    <a:pt x="21411" y="1860"/>
                    <a:pt x="21160" y="1671"/>
                    <a:pt x="20910" y="1515"/>
                  </a:cubicBezTo>
                  <a:cubicBezTo>
                    <a:pt x="20267" y="1139"/>
                    <a:pt x="19624" y="778"/>
                    <a:pt x="18950" y="433"/>
                  </a:cubicBezTo>
                  <a:cubicBezTo>
                    <a:pt x="18496" y="191"/>
                    <a:pt x="18035" y="1"/>
                    <a:pt x="175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444;p17">
              <a:extLst>
                <a:ext uri="{FF2B5EF4-FFF2-40B4-BE49-F238E27FC236}">
                  <a16:creationId xmlns:a16="http://schemas.microsoft.com/office/drawing/2014/main" id="{914CB9B5-368B-4F8D-B4FE-6F805866A179}"/>
                </a:ext>
              </a:extLst>
            </p:cNvPr>
            <p:cNvSpPr/>
            <p:nvPr/>
          </p:nvSpPr>
          <p:spPr>
            <a:xfrm>
              <a:off x="9885175" y="2544725"/>
              <a:ext cx="144225" cy="117075"/>
            </a:xfrm>
            <a:custGeom>
              <a:avLst/>
              <a:gdLst/>
              <a:ahLst/>
              <a:cxnLst/>
              <a:rect l="l" t="t" r="r" b="b"/>
              <a:pathLst>
                <a:path w="5769" h="4683" extrusionOk="0">
                  <a:moveTo>
                    <a:pt x="4014" y="0"/>
                  </a:moveTo>
                  <a:cubicBezTo>
                    <a:pt x="3693" y="0"/>
                    <a:pt x="3551" y="287"/>
                    <a:pt x="3386" y="549"/>
                  </a:cubicBezTo>
                  <a:cubicBezTo>
                    <a:pt x="3142" y="915"/>
                    <a:pt x="2824" y="1177"/>
                    <a:pt x="2332" y="1177"/>
                  </a:cubicBezTo>
                  <a:cubicBezTo>
                    <a:pt x="2317" y="1177"/>
                    <a:pt x="2303" y="1177"/>
                    <a:pt x="2289" y="1176"/>
                  </a:cubicBezTo>
                  <a:cubicBezTo>
                    <a:pt x="1285" y="1176"/>
                    <a:pt x="721" y="1929"/>
                    <a:pt x="63" y="2524"/>
                  </a:cubicBezTo>
                  <a:cubicBezTo>
                    <a:pt x="0" y="2571"/>
                    <a:pt x="16" y="2744"/>
                    <a:pt x="47" y="2822"/>
                  </a:cubicBezTo>
                  <a:cubicBezTo>
                    <a:pt x="75" y="2893"/>
                    <a:pt x="120" y="2919"/>
                    <a:pt x="167" y="2919"/>
                  </a:cubicBezTo>
                  <a:cubicBezTo>
                    <a:pt x="225" y="2919"/>
                    <a:pt x="286" y="2881"/>
                    <a:pt x="329" y="2838"/>
                  </a:cubicBezTo>
                  <a:cubicBezTo>
                    <a:pt x="564" y="2603"/>
                    <a:pt x="768" y="2336"/>
                    <a:pt x="1019" y="2101"/>
                  </a:cubicBezTo>
                  <a:cubicBezTo>
                    <a:pt x="1279" y="1854"/>
                    <a:pt x="1558" y="1626"/>
                    <a:pt x="1911" y="1626"/>
                  </a:cubicBezTo>
                  <a:cubicBezTo>
                    <a:pt x="2005" y="1626"/>
                    <a:pt x="2105" y="1642"/>
                    <a:pt x="2210" y="1678"/>
                  </a:cubicBezTo>
                  <a:cubicBezTo>
                    <a:pt x="2266" y="1697"/>
                    <a:pt x="2319" y="1705"/>
                    <a:pt x="2372" y="1705"/>
                  </a:cubicBezTo>
                  <a:cubicBezTo>
                    <a:pt x="2542" y="1705"/>
                    <a:pt x="2697" y="1621"/>
                    <a:pt x="2853" y="1537"/>
                  </a:cubicBezTo>
                  <a:cubicBezTo>
                    <a:pt x="3104" y="1380"/>
                    <a:pt x="3370" y="1239"/>
                    <a:pt x="3637" y="1098"/>
                  </a:cubicBezTo>
                  <a:cubicBezTo>
                    <a:pt x="3807" y="1006"/>
                    <a:pt x="3879" y="717"/>
                    <a:pt x="4100" y="717"/>
                  </a:cubicBezTo>
                  <a:cubicBezTo>
                    <a:pt x="4143" y="717"/>
                    <a:pt x="4192" y="728"/>
                    <a:pt x="4248" y="753"/>
                  </a:cubicBezTo>
                  <a:cubicBezTo>
                    <a:pt x="4530" y="879"/>
                    <a:pt x="4530" y="1176"/>
                    <a:pt x="4640" y="1412"/>
                  </a:cubicBezTo>
                  <a:cubicBezTo>
                    <a:pt x="4796" y="1694"/>
                    <a:pt x="4859" y="2039"/>
                    <a:pt x="4969" y="2352"/>
                  </a:cubicBezTo>
                  <a:cubicBezTo>
                    <a:pt x="4985" y="2509"/>
                    <a:pt x="4985" y="2681"/>
                    <a:pt x="4875" y="2791"/>
                  </a:cubicBezTo>
                  <a:cubicBezTo>
                    <a:pt x="4514" y="3104"/>
                    <a:pt x="4154" y="3434"/>
                    <a:pt x="3762" y="3716"/>
                  </a:cubicBezTo>
                  <a:cubicBezTo>
                    <a:pt x="3658" y="3792"/>
                    <a:pt x="3548" y="3831"/>
                    <a:pt x="3439" y="3831"/>
                  </a:cubicBezTo>
                  <a:cubicBezTo>
                    <a:pt x="3300" y="3831"/>
                    <a:pt x="3163" y="3768"/>
                    <a:pt x="3041" y="3637"/>
                  </a:cubicBezTo>
                  <a:cubicBezTo>
                    <a:pt x="2963" y="3559"/>
                    <a:pt x="2900" y="3481"/>
                    <a:pt x="2806" y="3402"/>
                  </a:cubicBezTo>
                  <a:cubicBezTo>
                    <a:pt x="2757" y="3364"/>
                    <a:pt x="2703" y="3313"/>
                    <a:pt x="2647" y="3313"/>
                  </a:cubicBezTo>
                  <a:cubicBezTo>
                    <a:pt x="2611" y="3313"/>
                    <a:pt x="2575" y="3332"/>
                    <a:pt x="2539" y="3387"/>
                  </a:cubicBezTo>
                  <a:cubicBezTo>
                    <a:pt x="2508" y="3434"/>
                    <a:pt x="2492" y="3543"/>
                    <a:pt x="2524" y="3590"/>
                  </a:cubicBezTo>
                  <a:cubicBezTo>
                    <a:pt x="2680" y="3888"/>
                    <a:pt x="2821" y="4186"/>
                    <a:pt x="3010" y="4468"/>
                  </a:cubicBezTo>
                  <a:cubicBezTo>
                    <a:pt x="3111" y="4612"/>
                    <a:pt x="3222" y="4683"/>
                    <a:pt x="3342" y="4683"/>
                  </a:cubicBezTo>
                  <a:cubicBezTo>
                    <a:pt x="3444" y="4683"/>
                    <a:pt x="3553" y="4632"/>
                    <a:pt x="3668" y="4531"/>
                  </a:cubicBezTo>
                  <a:cubicBezTo>
                    <a:pt x="4201" y="4029"/>
                    <a:pt x="4608" y="3355"/>
                    <a:pt x="5329" y="3073"/>
                  </a:cubicBezTo>
                  <a:cubicBezTo>
                    <a:pt x="5392" y="3057"/>
                    <a:pt x="5439" y="2979"/>
                    <a:pt x="5486" y="2916"/>
                  </a:cubicBezTo>
                  <a:cubicBezTo>
                    <a:pt x="5721" y="2665"/>
                    <a:pt x="5768" y="2415"/>
                    <a:pt x="5549" y="2117"/>
                  </a:cubicBezTo>
                  <a:cubicBezTo>
                    <a:pt x="5329" y="1788"/>
                    <a:pt x="5188" y="1459"/>
                    <a:pt x="5157" y="1082"/>
                  </a:cubicBezTo>
                  <a:cubicBezTo>
                    <a:pt x="5141" y="973"/>
                    <a:pt x="5110" y="863"/>
                    <a:pt x="5063" y="753"/>
                  </a:cubicBezTo>
                  <a:cubicBezTo>
                    <a:pt x="4890" y="361"/>
                    <a:pt x="4577" y="111"/>
                    <a:pt x="4154" y="17"/>
                  </a:cubicBezTo>
                  <a:cubicBezTo>
                    <a:pt x="4104" y="5"/>
                    <a:pt x="4057" y="0"/>
                    <a:pt x="40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445;p17">
              <a:extLst>
                <a:ext uri="{FF2B5EF4-FFF2-40B4-BE49-F238E27FC236}">
                  <a16:creationId xmlns:a16="http://schemas.microsoft.com/office/drawing/2014/main" id="{12FCAF15-084E-4B9B-B824-BF057DA2814B}"/>
                </a:ext>
              </a:extLst>
            </p:cNvPr>
            <p:cNvSpPr/>
            <p:nvPr/>
          </p:nvSpPr>
          <p:spPr>
            <a:xfrm>
              <a:off x="9731175" y="2566075"/>
              <a:ext cx="128150" cy="106425"/>
            </a:xfrm>
            <a:custGeom>
              <a:avLst/>
              <a:gdLst/>
              <a:ahLst/>
              <a:cxnLst/>
              <a:rect l="l" t="t" r="r" b="b"/>
              <a:pathLst>
                <a:path w="5126" h="4257" extrusionOk="0">
                  <a:moveTo>
                    <a:pt x="3492" y="0"/>
                  </a:moveTo>
                  <a:cubicBezTo>
                    <a:pt x="3427" y="0"/>
                    <a:pt x="3360" y="8"/>
                    <a:pt x="3292" y="25"/>
                  </a:cubicBezTo>
                  <a:cubicBezTo>
                    <a:pt x="2853" y="134"/>
                    <a:pt x="2477" y="338"/>
                    <a:pt x="2132" y="652"/>
                  </a:cubicBezTo>
                  <a:cubicBezTo>
                    <a:pt x="1520" y="1153"/>
                    <a:pt x="1066" y="1921"/>
                    <a:pt x="157" y="2015"/>
                  </a:cubicBezTo>
                  <a:cubicBezTo>
                    <a:pt x="47" y="2031"/>
                    <a:pt x="0" y="2172"/>
                    <a:pt x="31" y="2297"/>
                  </a:cubicBezTo>
                  <a:cubicBezTo>
                    <a:pt x="63" y="2407"/>
                    <a:pt x="125" y="2501"/>
                    <a:pt x="251" y="2501"/>
                  </a:cubicBezTo>
                  <a:cubicBezTo>
                    <a:pt x="286" y="2505"/>
                    <a:pt x="323" y="2507"/>
                    <a:pt x="361" y="2507"/>
                  </a:cubicBezTo>
                  <a:cubicBezTo>
                    <a:pt x="475" y="2507"/>
                    <a:pt x="596" y="2489"/>
                    <a:pt x="690" y="2454"/>
                  </a:cubicBezTo>
                  <a:cubicBezTo>
                    <a:pt x="1035" y="2297"/>
                    <a:pt x="1317" y="2047"/>
                    <a:pt x="1567" y="1780"/>
                  </a:cubicBezTo>
                  <a:cubicBezTo>
                    <a:pt x="1818" y="1498"/>
                    <a:pt x="2069" y="1216"/>
                    <a:pt x="2351" y="965"/>
                  </a:cubicBezTo>
                  <a:cubicBezTo>
                    <a:pt x="2596" y="734"/>
                    <a:pt x="2924" y="680"/>
                    <a:pt x="3252" y="680"/>
                  </a:cubicBezTo>
                  <a:cubicBezTo>
                    <a:pt x="3302" y="680"/>
                    <a:pt x="3352" y="681"/>
                    <a:pt x="3401" y="683"/>
                  </a:cubicBezTo>
                  <a:cubicBezTo>
                    <a:pt x="3668" y="714"/>
                    <a:pt x="3684" y="996"/>
                    <a:pt x="3809" y="1169"/>
                  </a:cubicBezTo>
                  <a:cubicBezTo>
                    <a:pt x="3934" y="1357"/>
                    <a:pt x="4107" y="1514"/>
                    <a:pt x="4232" y="1702"/>
                  </a:cubicBezTo>
                  <a:cubicBezTo>
                    <a:pt x="4796" y="2517"/>
                    <a:pt x="4593" y="3112"/>
                    <a:pt x="3652" y="3410"/>
                  </a:cubicBezTo>
                  <a:cubicBezTo>
                    <a:pt x="3527" y="3442"/>
                    <a:pt x="3370" y="3442"/>
                    <a:pt x="3213" y="3473"/>
                  </a:cubicBezTo>
                  <a:cubicBezTo>
                    <a:pt x="2931" y="3536"/>
                    <a:pt x="2618" y="3583"/>
                    <a:pt x="2351" y="3692"/>
                  </a:cubicBezTo>
                  <a:cubicBezTo>
                    <a:pt x="2178" y="3759"/>
                    <a:pt x="2008" y="3799"/>
                    <a:pt x="1839" y="3799"/>
                  </a:cubicBezTo>
                  <a:cubicBezTo>
                    <a:pt x="1687" y="3799"/>
                    <a:pt x="1535" y="3766"/>
                    <a:pt x="1379" y="3692"/>
                  </a:cubicBezTo>
                  <a:cubicBezTo>
                    <a:pt x="1223" y="3630"/>
                    <a:pt x="1035" y="3598"/>
                    <a:pt x="862" y="3551"/>
                  </a:cubicBezTo>
                  <a:lnTo>
                    <a:pt x="862" y="3551"/>
                  </a:lnTo>
                  <a:cubicBezTo>
                    <a:pt x="1231" y="3964"/>
                    <a:pt x="1623" y="4256"/>
                    <a:pt x="2079" y="4256"/>
                  </a:cubicBezTo>
                  <a:cubicBezTo>
                    <a:pt x="2281" y="4256"/>
                    <a:pt x="2496" y="4199"/>
                    <a:pt x="2727" y="4069"/>
                  </a:cubicBezTo>
                  <a:cubicBezTo>
                    <a:pt x="2884" y="3975"/>
                    <a:pt x="3088" y="3943"/>
                    <a:pt x="3276" y="3943"/>
                  </a:cubicBezTo>
                  <a:cubicBezTo>
                    <a:pt x="3746" y="3943"/>
                    <a:pt x="4122" y="3692"/>
                    <a:pt x="4546" y="3551"/>
                  </a:cubicBezTo>
                  <a:cubicBezTo>
                    <a:pt x="4969" y="3410"/>
                    <a:pt x="5094" y="3081"/>
                    <a:pt x="5110" y="2674"/>
                  </a:cubicBezTo>
                  <a:cubicBezTo>
                    <a:pt x="5126" y="2329"/>
                    <a:pt x="5000" y="2000"/>
                    <a:pt x="4812" y="1733"/>
                  </a:cubicBezTo>
                  <a:cubicBezTo>
                    <a:pt x="4499" y="1310"/>
                    <a:pt x="4201" y="887"/>
                    <a:pt x="4028" y="369"/>
                  </a:cubicBezTo>
                  <a:cubicBezTo>
                    <a:pt x="3954" y="121"/>
                    <a:pt x="3741" y="0"/>
                    <a:pt x="34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446;p17">
              <a:extLst>
                <a:ext uri="{FF2B5EF4-FFF2-40B4-BE49-F238E27FC236}">
                  <a16:creationId xmlns:a16="http://schemas.microsoft.com/office/drawing/2014/main" id="{D243DDA9-E0D7-416B-A1DD-6629A636E8E5}"/>
                </a:ext>
              </a:extLst>
            </p:cNvPr>
            <p:cNvSpPr/>
            <p:nvPr/>
          </p:nvSpPr>
          <p:spPr>
            <a:xfrm>
              <a:off x="9760150" y="2401650"/>
              <a:ext cx="129350" cy="62075"/>
            </a:xfrm>
            <a:custGeom>
              <a:avLst/>
              <a:gdLst/>
              <a:ahLst/>
              <a:cxnLst/>
              <a:rect l="l" t="t" r="r" b="b"/>
              <a:pathLst>
                <a:path w="5174" h="2483" extrusionOk="0">
                  <a:moveTo>
                    <a:pt x="3391" y="1"/>
                  </a:moveTo>
                  <a:cubicBezTo>
                    <a:pt x="3291" y="1"/>
                    <a:pt x="3190" y="24"/>
                    <a:pt x="3089" y="81"/>
                  </a:cubicBezTo>
                  <a:cubicBezTo>
                    <a:pt x="2913" y="178"/>
                    <a:pt x="2731" y="206"/>
                    <a:pt x="2545" y="206"/>
                  </a:cubicBezTo>
                  <a:cubicBezTo>
                    <a:pt x="2400" y="206"/>
                    <a:pt x="2252" y="189"/>
                    <a:pt x="2101" y="175"/>
                  </a:cubicBezTo>
                  <a:cubicBezTo>
                    <a:pt x="1957" y="166"/>
                    <a:pt x="1807" y="157"/>
                    <a:pt x="1654" y="157"/>
                  </a:cubicBezTo>
                  <a:cubicBezTo>
                    <a:pt x="1543" y="157"/>
                    <a:pt x="1430" y="162"/>
                    <a:pt x="1318" y="175"/>
                  </a:cubicBezTo>
                  <a:cubicBezTo>
                    <a:pt x="1192" y="191"/>
                    <a:pt x="1004" y="254"/>
                    <a:pt x="926" y="348"/>
                  </a:cubicBezTo>
                  <a:cubicBezTo>
                    <a:pt x="487" y="896"/>
                    <a:pt x="1" y="1429"/>
                    <a:pt x="32" y="2260"/>
                  </a:cubicBezTo>
                  <a:cubicBezTo>
                    <a:pt x="32" y="2258"/>
                    <a:pt x="32" y="2257"/>
                    <a:pt x="32" y="2257"/>
                  </a:cubicBezTo>
                  <a:cubicBezTo>
                    <a:pt x="33" y="2257"/>
                    <a:pt x="34" y="2295"/>
                    <a:pt x="48" y="2323"/>
                  </a:cubicBezTo>
                  <a:cubicBezTo>
                    <a:pt x="64" y="2385"/>
                    <a:pt x="111" y="2479"/>
                    <a:pt x="158" y="2479"/>
                  </a:cubicBezTo>
                  <a:cubicBezTo>
                    <a:pt x="164" y="2481"/>
                    <a:pt x="171" y="2482"/>
                    <a:pt x="178" y="2482"/>
                  </a:cubicBezTo>
                  <a:cubicBezTo>
                    <a:pt x="225" y="2482"/>
                    <a:pt x="291" y="2442"/>
                    <a:pt x="346" y="2401"/>
                  </a:cubicBezTo>
                  <a:cubicBezTo>
                    <a:pt x="487" y="2260"/>
                    <a:pt x="471" y="2056"/>
                    <a:pt x="518" y="1884"/>
                  </a:cubicBezTo>
                  <a:cubicBezTo>
                    <a:pt x="785" y="1069"/>
                    <a:pt x="1130" y="818"/>
                    <a:pt x="1992" y="786"/>
                  </a:cubicBezTo>
                  <a:cubicBezTo>
                    <a:pt x="2242" y="786"/>
                    <a:pt x="2509" y="786"/>
                    <a:pt x="2760" y="739"/>
                  </a:cubicBezTo>
                  <a:cubicBezTo>
                    <a:pt x="2941" y="714"/>
                    <a:pt x="3118" y="689"/>
                    <a:pt x="3291" y="689"/>
                  </a:cubicBezTo>
                  <a:cubicBezTo>
                    <a:pt x="3550" y="689"/>
                    <a:pt x="3800" y="746"/>
                    <a:pt x="4045" y="943"/>
                  </a:cubicBezTo>
                  <a:cubicBezTo>
                    <a:pt x="4144" y="1020"/>
                    <a:pt x="4265" y="1058"/>
                    <a:pt x="4394" y="1058"/>
                  </a:cubicBezTo>
                  <a:cubicBezTo>
                    <a:pt x="4449" y="1058"/>
                    <a:pt x="4506" y="1051"/>
                    <a:pt x="4562" y="1037"/>
                  </a:cubicBezTo>
                  <a:cubicBezTo>
                    <a:pt x="4782" y="990"/>
                    <a:pt x="5079" y="1006"/>
                    <a:pt x="5126" y="739"/>
                  </a:cubicBezTo>
                  <a:cubicBezTo>
                    <a:pt x="5173" y="410"/>
                    <a:pt x="4860" y="457"/>
                    <a:pt x="4656" y="442"/>
                  </a:cubicBezTo>
                  <a:cubicBezTo>
                    <a:pt x="4358" y="410"/>
                    <a:pt x="4108" y="238"/>
                    <a:pt x="3841" y="128"/>
                  </a:cubicBezTo>
                  <a:cubicBezTo>
                    <a:pt x="3691" y="53"/>
                    <a:pt x="3541" y="1"/>
                    <a:pt x="339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447;p17">
              <a:extLst>
                <a:ext uri="{FF2B5EF4-FFF2-40B4-BE49-F238E27FC236}">
                  <a16:creationId xmlns:a16="http://schemas.microsoft.com/office/drawing/2014/main" id="{90B4ED22-C071-4340-8EC5-9FEBAF726FA5}"/>
                </a:ext>
              </a:extLst>
            </p:cNvPr>
            <p:cNvSpPr/>
            <p:nvPr/>
          </p:nvSpPr>
          <p:spPr>
            <a:xfrm>
              <a:off x="9628100" y="2462200"/>
              <a:ext cx="61550" cy="25800"/>
            </a:xfrm>
            <a:custGeom>
              <a:avLst/>
              <a:gdLst/>
              <a:ahLst/>
              <a:cxnLst/>
              <a:rect l="l" t="t" r="r" b="b"/>
              <a:pathLst>
                <a:path w="2462" h="1032" extrusionOk="0">
                  <a:moveTo>
                    <a:pt x="262" y="1"/>
                  </a:moveTo>
                  <a:cubicBezTo>
                    <a:pt x="173" y="1"/>
                    <a:pt x="88" y="48"/>
                    <a:pt x="63" y="136"/>
                  </a:cubicBezTo>
                  <a:cubicBezTo>
                    <a:pt x="1" y="292"/>
                    <a:pt x="79" y="480"/>
                    <a:pt x="220" y="496"/>
                  </a:cubicBezTo>
                  <a:cubicBezTo>
                    <a:pt x="753" y="543"/>
                    <a:pt x="1208" y="825"/>
                    <a:pt x="1709" y="982"/>
                  </a:cubicBezTo>
                  <a:cubicBezTo>
                    <a:pt x="1814" y="1012"/>
                    <a:pt x="1919" y="1031"/>
                    <a:pt x="2022" y="1031"/>
                  </a:cubicBezTo>
                  <a:cubicBezTo>
                    <a:pt x="2134" y="1031"/>
                    <a:pt x="2245" y="1008"/>
                    <a:pt x="2352" y="951"/>
                  </a:cubicBezTo>
                  <a:cubicBezTo>
                    <a:pt x="2415" y="919"/>
                    <a:pt x="2430" y="825"/>
                    <a:pt x="2462" y="763"/>
                  </a:cubicBezTo>
                  <a:cubicBezTo>
                    <a:pt x="2430" y="716"/>
                    <a:pt x="2368" y="637"/>
                    <a:pt x="2336" y="637"/>
                  </a:cubicBezTo>
                  <a:cubicBezTo>
                    <a:pt x="2283" y="643"/>
                    <a:pt x="2232" y="646"/>
                    <a:pt x="2181" y="646"/>
                  </a:cubicBezTo>
                  <a:cubicBezTo>
                    <a:pt x="1810" y="646"/>
                    <a:pt x="1493" y="501"/>
                    <a:pt x="1176" y="308"/>
                  </a:cubicBezTo>
                  <a:cubicBezTo>
                    <a:pt x="925" y="167"/>
                    <a:pt x="628" y="104"/>
                    <a:pt x="330" y="10"/>
                  </a:cubicBezTo>
                  <a:cubicBezTo>
                    <a:pt x="307" y="4"/>
                    <a:pt x="284" y="1"/>
                    <a:pt x="2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448;p17">
              <a:extLst>
                <a:ext uri="{FF2B5EF4-FFF2-40B4-BE49-F238E27FC236}">
                  <a16:creationId xmlns:a16="http://schemas.microsoft.com/office/drawing/2014/main" id="{994C543F-D782-401E-A32A-F2BED3BEDFE2}"/>
                </a:ext>
              </a:extLst>
            </p:cNvPr>
            <p:cNvSpPr/>
            <p:nvPr/>
          </p:nvSpPr>
          <p:spPr>
            <a:xfrm>
              <a:off x="9555600" y="2375200"/>
              <a:ext cx="39625" cy="22825"/>
            </a:xfrm>
            <a:custGeom>
              <a:avLst/>
              <a:gdLst/>
              <a:ahLst/>
              <a:cxnLst/>
              <a:rect l="l" t="t" r="r" b="b"/>
              <a:pathLst>
                <a:path w="1585" h="913" extrusionOk="0">
                  <a:moveTo>
                    <a:pt x="924" y="1"/>
                  </a:moveTo>
                  <a:cubicBezTo>
                    <a:pt x="779" y="1"/>
                    <a:pt x="632" y="32"/>
                    <a:pt x="487" y="89"/>
                  </a:cubicBezTo>
                  <a:cubicBezTo>
                    <a:pt x="142" y="230"/>
                    <a:pt x="64" y="559"/>
                    <a:pt x="1" y="904"/>
                  </a:cubicBezTo>
                  <a:cubicBezTo>
                    <a:pt x="36" y="910"/>
                    <a:pt x="69" y="913"/>
                    <a:pt x="101" y="913"/>
                  </a:cubicBezTo>
                  <a:cubicBezTo>
                    <a:pt x="390" y="913"/>
                    <a:pt x="524" y="672"/>
                    <a:pt x="722" y="559"/>
                  </a:cubicBezTo>
                  <a:cubicBezTo>
                    <a:pt x="831" y="498"/>
                    <a:pt x="940" y="484"/>
                    <a:pt x="1051" y="484"/>
                  </a:cubicBezTo>
                  <a:cubicBezTo>
                    <a:pt x="1142" y="484"/>
                    <a:pt x="1235" y="493"/>
                    <a:pt x="1329" y="493"/>
                  </a:cubicBezTo>
                  <a:cubicBezTo>
                    <a:pt x="1382" y="493"/>
                    <a:pt x="1436" y="490"/>
                    <a:pt x="1490" y="481"/>
                  </a:cubicBezTo>
                  <a:cubicBezTo>
                    <a:pt x="1521" y="465"/>
                    <a:pt x="1553" y="387"/>
                    <a:pt x="1584" y="324"/>
                  </a:cubicBezTo>
                  <a:cubicBezTo>
                    <a:pt x="1584" y="293"/>
                    <a:pt x="1568" y="246"/>
                    <a:pt x="1537" y="230"/>
                  </a:cubicBezTo>
                  <a:cubicBezTo>
                    <a:pt x="1349" y="71"/>
                    <a:pt x="1139" y="1"/>
                    <a:pt x="9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449;p17">
              <a:extLst>
                <a:ext uri="{FF2B5EF4-FFF2-40B4-BE49-F238E27FC236}">
                  <a16:creationId xmlns:a16="http://schemas.microsoft.com/office/drawing/2014/main" id="{5D1C2978-D33D-47BA-93E8-E96A50FAC218}"/>
                </a:ext>
              </a:extLst>
            </p:cNvPr>
            <p:cNvSpPr/>
            <p:nvPr/>
          </p:nvSpPr>
          <p:spPr>
            <a:xfrm>
              <a:off x="9614400" y="2396050"/>
              <a:ext cx="25475" cy="38150"/>
            </a:xfrm>
            <a:custGeom>
              <a:avLst/>
              <a:gdLst/>
              <a:ahLst/>
              <a:cxnLst/>
              <a:rect l="l" t="t" r="r" b="b"/>
              <a:pathLst>
                <a:path w="1019" h="1526" extrusionOk="0">
                  <a:moveTo>
                    <a:pt x="127" y="0"/>
                  </a:moveTo>
                  <a:cubicBezTo>
                    <a:pt x="117" y="0"/>
                    <a:pt x="110" y="2"/>
                    <a:pt x="110" y="7"/>
                  </a:cubicBezTo>
                  <a:cubicBezTo>
                    <a:pt x="63" y="54"/>
                    <a:pt x="0" y="148"/>
                    <a:pt x="16" y="180"/>
                  </a:cubicBezTo>
                  <a:cubicBezTo>
                    <a:pt x="329" y="587"/>
                    <a:pt x="361" y="1152"/>
                    <a:pt x="768" y="1512"/>
                  </a:cubicBezTo>
                  <a:cubicBezTo>
                    <a:pt x="778" y="1522"/>
                    <a:pt x="794" y="1525"/>
                    <a:pt x="813" y="1525"/>
                  </a:cubicBezTo>
                  <a:cubicBezTo>
                    <a:pt x="855" y="1525"/>
                    <a:pt x="913" y="1507"/>
                    <a:pt x="956" y="1496"/>
                  </a:cubicBezTo>
                  <a:cubicBezTo>
                    <a:pt x="972" y="1496"/>
                    <a:pt x="988" y="1434"/>
                    <a:pt x="1019" y="1371"/>
                  </a:cubicBezTo>
                  <a:cubicBezTo>
                    <a:pt x="831" y="916"/>
                    <a:pt x="737" y="415"/>
                    <a:pt x="314" y="70"/>
                  </a:cubicBezTo>
                  <a:cubicBezTo>
                    <a:pt x="282" y="39"/>
                    <a:pt x="235" y="23"/>
                    <a:pt x="204" y="7"/>
                  </a:cubicBezTo>
                  <a:cubicBezTo>
                    <a:pt x="183" y="7"/>
                    <a:pt x="148" y="0"/>
                    <a:pt x="1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450;p17">
              <a:extLst>
                <a:ext uri="{FF2B5EF4-FFF2-40B4-BE49-F238E27FC236}">
                  <a16:creationId xmlns:a16="http://schemas.microsoft.com/office/drawing/2014/main" id="{64D8502D-9503-49E7-B4AF-0A26CCEB4E4A}"/>
                </a:ext>
              </a:extLst>
            </p:cNvPr>
            <p:cNvSpPr/>
            <p:nvPr/>
          </p:nvSpPr>
          <p:spPr>
            <a:xfrm>
              <a:off x="10159850" y="2401375"/>
              <a:ext cx="16875" cy="13675"/>
            </a:xfrm>
            <a:custGeom>
              <a:avLst/>
              <a:gdLst/>
              <a:ahLst/>
              <a:cxnLst/>
              <a:rect l="l" t="t" r="r" b="b"/>
              <a:pathLst>
                <a:path w="675" h="547" extrusionOk="0">
                  <a:moveTo>
                    <a:pt x="543" y="0"/>
                  </a:moveTo>
                  <a:cubicBezTo>
                    <a:pt x="526" y="0"/>
                    <a:pt x="512" y="4"/>
                    <a:pt x="502" y="14"/>
                  </a:cubicBezTo>
                  <a:cubicBezTo>
                    <a:pt x="302" y="153"/>
                    <a:pt x="86" y="276"/>
                    <a:pt x="35" y="534"/>
                  </a:cubicBezTo>
                  <a:lnTo>
                    <a:pt x="35" y="534"/>
                  </a:lnTo>
                  <a:cubicBezTo>
                    <a:pt x="23" y="533"/>
                    <a:pt x="12" y="532"/>
                    <a:pt x="1" y="531"/>
                  </a:cubicBezTo>
                  <a:lnTo>
                    <a:pt x="1" y="531"/>
                  </a:lnTo>
                  <a:lnTo>
                    <a:pt x="32" y="547"/>
                  </a:lnTo>
                  <a:cubicBezTo>
                    <a:pt x="33" y="542"/>
                    <a:pt x="34" y="538"/>
                    <a:pt x="35" y="534"/>
                  </a:cubicBezTo>
                  <a:lnTo>
                    <a:pt x="35" y="534"/>
                  </a:lnTo>
                  <a:cubicBezTo>
                    <a:pt x="47" y="535"/>
                    <a:pt x="59" y="535"/>
                    <a:pt x="72" y="535"/>
                  </a:cubicBezTo>
                  <a:cubicBezTo>
                    <a:pt x="315" y="535"/>
                    <a:pt x="486" y="388"/>
                    <a:pt x="643" y="202"/>
                  </a:cubicBezTo>
                  <a:cubicBezTo>
                    <a:pt x="675" y="170"/>
                    <a:pt x="659" y="92"/>
                    <a:pt x="675" y="29"/>
                  </a:cubicBezTo>
                  <a:cubicBezTo>
                    <a:pt x="632" y="19"/>
                    <a:pt x="581" y="0"/>
                    <a:pt x="5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451;p17">
              <a:extLst>
                <a:ext uri="{FF2B5EF4-FFF2-40B4-BE49-F238E27FC236}">
                  <a16:creationId xmlns:a16="http://schemas.microsoft.com/office/drawing/2014/main" id="{FBAFE643-256C-4E38-9C74-D1459E20F2C9}"/>
                </a:ext>
              </a:extLst>
            </p:cNvPr>
            <p:cNvSpPr/>
            <p:nvPr/>
          </p:nvSpPr>
          <p:spPr>
            <a:xfrm>
              <a:off x="9794650" y="2005925"/>
              <a:ext cx="105825" cy="70675"/>
            </a:xfrm>
            <a:custGeom>
              <a:avLst/>
              <a:gdLst/>
              <a:ahLst/>
              <a:cxnLst/>
              <a:rect l="l" t="t" r="r" b="b"/>
              <a:pathLst>
                <a:path w="4233" h="2827" extrusionOk="0">
                  <a:moveTo>
                    <a:pt x="3935" y="1"/>
                  </a:moveTo>
                  <a:cubicBezTo>
                    <a:pt x="3841" y="1"/>
                    <a:pt x="3668" y="16"/>
                    <a:pt x="3637" y="79"/>
                  </a:cubicBezTo>
                  <a:cubicBezTo>
                    <a:pt x="3496" y="298"/>
                    <a:pt x="3417" y="549"/>
                    <a:pt x="3292" y="784"/>
                  </a:cubicBezTo>
                  <a:cubicBezTo>
                    <a:pt x="3041" y="1270"/>
                    <a:pt x="2618" y="1568"/>
                    <a:pt x="2148" y="1803"/>
                  </a:cubicBezTo>
                  <a:cubicBezTo>
                    <a:pt x="2029" y="1865"/>
                    <a:pt x="1912" y="1890"/>
                    <a:pt x="1795" y="1890"/>
                  </a:cubicBezTo>
                  <a:cubicBezTo>
                    <a:pt x="1558" y="1890"/>
                    <a:pt x="1324" y="1788"/>
                    <a:pt x="1082" y="1693"/>
                  </a:cubicBezTo>
                  <a:cubicBezTo>
                    <a:pt x="957" y="1634"/>
                    <a:pt x="854" y="1604"/>
                    <a:pt x="764" y="1604"/>
                  </a:cubicBezTo>
                  <a:cubicBezTo>
                    <a:pt x="596" y="1604"/>
                    <a:pt x="473" y="1708"/>
                    <a:pt x="329" y="1913"/>
                  </a:cubicBezTo>
                  <a:cubicBezTo>
                    <a:pt x="220" y="2101"/>
                    <a:pt x="110" y="2289"/>
                    <a:pt x="16" y="2493"/>
                  </a:cubicBezTo>
                  <a:cubicBezTo>
                    <a:pt x="0" y="2556"/>
                    <a:pt x="16" y="2665"/>
                    <a:pt x="47" y="2697"/>
                  </a:cubicBezTo>
                  <a:cubicBezTo>
                    <a:pt x="141" y="2759"/>
                    <a:pt x="235" y="2806"/>
                    <a:pt x="345" y="2822"/>
                  </a:cubicBezTo>
                  <a:cubicBezTo>
                    <a:pt x="356" y="2825"/>
                    <a:pt x="369" y="2826"/>
                    <a:pt x="382" y="2826"/>
                  </a:cubicBezTo>
                  <a:cubicBezTo>
                    <a:pt x="444" y="2826"/>
                    <a:pt x="523" y="2798"/>
                    <a:pt x="549" y="2759"/>
                  </a:cubicBezTo>
                  <a:cubicBezTo>
                    <a:pt x="735" y="2480"/>
                    <a:pt x="983" y="2419"/>
                    <a:pt x="1247" y="2419"/>
                  </a:cubicBezTo>
                  <a:cubicBezTo>
                    <a:pt x="1383" y="2419"/>
                    <a:pt x="1523" y="2435"/>
                    <a:pt x="1662" y="2446"/>
                  </a:cubicBezTo>
                  <a:cubicBezTo>
                    <a:pt x="1735" y="2451"/>
                    <a:pt x="1810" y="2456"/>
                    <a:pt x="1884" y="2456"/>
                  </a:cubicBezTo>
                  <a:cubicBezTo>
                    <a:pt x="2033" y="2456"/>
                    <a:pt x="2179" y="2435"/>
                    <a:pt x="2304" y="2352"/>
                  </a:cubicBezTo>
                  <a:cubicBezTo>
                    <a:pt x="3010" y="1882"/>
                    <a:pt x="3731" y="1411"/>
                    <a:pt x="4154" y="612"/>
                  </a:cubicBezTo>
                  <a:cubicBezTo>
                    <a:pt x="4201" y="518"/>
                    <a:pt x="4217" y="408"/>
                    <a:pt x="4232" y="330"/>
                  </a:cubicBezTo>
                  <a:cubicBezTo>
                    <a:pt x="4185" y="142"/>
                    <a:pt x="4091" y="16"/>
                    <a:pt x="39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452;p17">
              <a:extLst>
                <a:ext uri="{FF2B5EF4-FFF2-40B4-BE49-F238E27FC236}">
                  <a16:creationId xmlns:a16="http://schemas.microsoft.com/office/drawing/2014/main" id="{452BAAD9-2634-47E3-8B08-CC19995F6481}"/>
                </a:ext>
              </a:extLst>
            </p:cNvPr>
            <p:cNvSpPr/>
            <p:nvPr/>
          </p:nvSpPr>
          <p:spPr>
            <a:xfrm>
              <a:off x="9889475" y="2226100"/>
              <a:ext cx="9425" cy="8375"/>
            </a:xfrm>
            <a:custGeom>
              <a:avLst/>
              <a:gdLst/>
              <a:ahLst/>
              <a:cxnLst/>
              <a:rect l="l" t="t" r="r" b="b"/>
              <a:pathLst>
                <a:path w="377" h="335" extrusionOk="0">
                  <a:moveTo>
                    <a:pt x="221" y="0"/>
                  </a:moveTo>
                  <a:cubicBezTo>
                    <a:pt x="210" y="0"/>
                    <a:pt x="200" y="1"/>
                    <a:pt x="189" y="3"/>
                  </a:cubicBezTo>
                  <a:cubicBezTo>
                    <a:pt x="142" y="3"/>
                    <a:pt x="63" y="65"/>
                    <a:pt x="48" y="128"/>
                  </a:cubicBezTo>
                  <a:cubicBezTo>
                    <a:pt x="0" y="238"/>
                    <a:pt x="63" y="332"/>
                    <a:pt x="173" y="332"/>
                  </a:cubicBezTo>
                  <a:cubicBezTo>
                    <a:pt x="184" y="333"/>
                    <a:pt x="195" y="334"/>
                    <a:pt x="205" y="334"/>
                  </a:cubicBezTo>
                  <a:cubicBezTo>
                    <a:pt x="298" y="334"/>
                    <a:pt x="363" y="274"/>
                    <a:pt x="377" y="175"/>
                  </a:cubicBezTo>
                  <a:cubicBezTo>
                    <a:pt x="377" y="62"/>
                    <a:pt x="313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" name="Google Shape;932;p33">
            <a:extLst>
              <a:ext uri="{FF2B5EF4-FFF2-40B4-BE49-F238E27FC236}">
                <a16:creationId xmlns:a16="http://schemas.microsoft.com/office/drawing/2014/main" id="{D12CDFB5-BC20-4136-9574-E778176F6B24}"/>
              </a:ext>
            </a:extLst>
          </p:cNvPr>
          <p:cNvSpPr txBox="1">
            <a:spLocks/>
          </p:cNvSpPr>
          <p:nvPr/>
        </p:nvSpPr>
        <p:spPr>
          <a:xfrm>
            <a:off x="622398" y="506953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 b="0" i="0" u="none" strike="noStrike" cap="none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9pPr>
          </a:lstStyle>
          <a:p>
            <a:r>
              <a:rPr lang="en-US" dirty="0"/>
              <a:t>Our Team</a:t>
            </a:r>
          </a:p>
        </p:txBody>
      </p:sp>
      <p:sp>
        <p:nvSpPr>
          <p:cNvPr id="2" name="AutoShape 2" descr="Ивайло Руменов Гюров">
            <a:extLst>
              <a:ext uri="{FF2B5EF4-FFF2-40B4-BE49-F238E27FC236}">
                <a16:creationId xmlns:a16="http://schemas.microsoft.com/office/drawing/2014/main" id="{3BCDB6F8-B1B6-45A4-B3F9-87B19CD2FE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Ивайло Руменов Гюров">
            <a:extLst>
              <a:ext uri="{FF2B5EF4-FFF2-40B4-BE49-F238E27FC236}">
                <a16:creationId xmlns:a16="http://schemas.microsoft.com/office/drawing/2014/main" id="{5C210B61-676E-43ED-BFA2-31D9F86C1EB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1999" y="2571749"/>
            <a:ext cx="1977483" cy="1977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23A7DF-130D-4CBA-9E6F-2F247B54506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555"/>
          <a:stretch/>
        </p:blipFill>
        <p:spPr>
          <a:xfrm>
            <a:off x="786592" y="1911641"/>
            <a:ext cx="1531380" cy="15075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12FCB8-A34F-4A5F-98AC-15991EFA86F3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78" t="23341" r="-1878" b="-19281"/>
          <a:stretch/>
        </p:blipFill>
        <p:spPr>
          <a:xfrm>
            <a:off x="2651793" y="1889188"/>
            <a:ext cx="1490163" cy="19066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C1906A-41DE-404D-AB36-E2DDBE32F59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7689" b="12538"/>
          <a:stretch/>
        </p:blipFill>
        <p:spPr>
          <a:xfrm>
            <a:off x="4475777" y="1827512"/>
            <a:ext cx="1563866" cy="15916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2B3BE78-F9FF-4829-9085-27D84BE6C437}"/>
              </a:ext>
            </a:extLst>
          </p:cNvPr>
          <p:cNvSpPr txBox="1"/>
          <p:nvPr/>
        </p:nvSpPr>
        <p:spPr>
          <a:xfrm>
            <a:off x="729002" y="3727439"/>
            <a:ext cx="18497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Playfair Display SemiBold"/>
              </a:rPr>
              <a:t>Back-end Developer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D0C425F-CDCC-4731-96DD-D2CA49807723}"/>
              </a:ext>
            </a:extLst>
          </p:cNvPr>
          <p:cNvSpPr txBox="1"/>
          <p:nvPr/>
        </p:nvSpPr>
        <p:spPr>
          <a:xfrm>
            <a:off x="2514755" y="3725373"/>
            <a:ext cx="19048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Playfair Display SemiBold"/>
              </a:rPr>
              <a:t>Back-end Developer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435EF2F-E659-4DAE-8B63-404FD436A718}"/>
              </a:ext>
            </a:extLst>
          </p:cNvPr>
          <p:cNvSpPr txBox="1"/>
          <p:nvPr/>
        </p:nvSpPr>
        <p:spPr>
          <a:xfrm>
            <a:off x="4327262" y="3725373"/>
            <a:ext cx="19877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Playfair Display SemiBold"/>
              </a:rPr>
              <a:t>Front-end Developer</a:t>
            </a:r>
          </a:p>
        </p:txBody>
      </p:sp>
      <p:sp>
        <p:nvSpPr>
          <p:cNvPr id="13" name="AutoShape 12" descr="Татиана Димитрова Ковачева">
            <a:extLst>
              <a:ext uri="{FF2B5EF4-FFF2-40B4-BE49-F238E27FC236}">
                <a16:creationId xmlns:a16="http://schemas.microsoft.com/office/drawing/2014/main" id="{5B811870-0E96-4C92-A809-E9FFC2358FB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2404208" cy="2404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AutoShape 14" descr="View TatianaKovacheva's full-sized avatar">
            <a:extLst>
              <a:ext uri="{FF2B5EF4-FFF2-40B4-BE49-F238E27FC236}">
                <a16:creationId xmlns:a16="http://schemas.microsoft.com/office/drawing/2014/main" id="{C17F1368-B96F-4811-8ECB-D049E65A86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F5DAA27-485B-4557-AC60-6077D7BE99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5726" y="1841429"/>
            <a:ext cx="1563866" cy="1563866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0A3205EF-E102-436A-9EBA-4C468C1F763D}"/>
              </a:ext>
            </a:extLst>
          </p:cNvPr>
          <p:cNvSpPr txBox="1"/>
          <p:nvPr/>
        </p:nvSpPr>
        <p:spPr>
          <a:xfrm>
            <a:off x="6335552" y="3726237"/>
            <a:ext cx="2097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Playfair Display SemiBold"/>
              </a:rPr>
              <a:t>Researcher / Designer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700C03-5728-4410-AD93-0AA6C84F749E}"/>
              </a:ext>
            </a:extLst>
          </p:cNvPr>
          <p:cNvSpPr txBox="1"/>
          <p:nvPr/>
        </p:nvSpPr>
        <p:spPr>
          <a:xfrm>
            <a:off x="904610" y="3408423"/>
            <a:ext cx="18885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Stefan </a:t>
            </a:r>
            <a:r>
              <a:rPr lang="en-US" sz="1600" dirty="0" err="1"/>
              <a:t>Radev</a:t>
            </a:r>
            <a:endParaRPr 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2AEDBA-9546-422B-8081-C884E947977B}"/>
              </a:ext>
            </a:extLst>
          </p:cNvPr>
          <p:cNvSpPr txBox="1"/>
          <p:nvPr/>
        </p:nvSpPr>
        <p:spPr>
          <a:xfrm>
            <a:off x="2615168" y="3403246"/>
            <a:ext cx="14703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Zlatin</a:t>
            </a:r>
            <a:r>
              <a:rPr lang="en-US" sz="1600" dirty="0"/>
              <a:t> </a:t>
            </a:r>
            <a:r>
              <a:rPr lang="en-US" sz="1600" dirty="0" err="1"/>
              <a:t>Lazarov</a:t>
            </a:r>
            <a:endParaRPr 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893674-ABF8-48A9-B556-37C0342FC643}"/>
              </a:ext>
            </a:extLst>
          </p:cNvPr>
          <p:cNvSpPr txBox="1"/>
          <p:nvPr/>
        </p:nvSpPr>
        <p:spPr>
          <a:xfrm>
            <a:off x="4355433" y="3450413"/>
            <a:ext cx="18372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Nikolay </a:t>
            </a:r>
            <a:r>
              <a:rPr lang="en-US" dirty="0" err="1"/>
              <a:t>Zhelyazkov</a:t>
            </a:r>
            <a:endParaRPr 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B5945EA-A798-42F8-BAF9-47C6996137BB}"/>
              </a:ext>
            </a:extLst>
          </p:cNvPr>
          <p:cNvSpPr txBox="1"/>
          <p:nvPr/>
        </p:nvSpPr>
        <p:spPr>
          <a:xfrm>
            <a:off x="6383033" y="3443278"/>
            <a:ext cx="20192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Taiana</a:t>
            </a:r>
            <a:r>
              <a:rPr lang="en-US" dirty="0"/>
              <a:t> </a:t>
            </a:r>
            <a:r>
              <a:rPr lang="en-US" dirty="0" err="1"/>
              <a:t>Kovacheva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48160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kin Care Brand Pitch Deck by Slidesgo">
  <a:themeElements>
    <a:clrScheme name="Simple Light">
      <a:dk1>
        <a:srgbClr val="2E2E56"/>
      </a:dk1>
      <a:lt1>
        <a:srgbClr val="F8EDE9"/>
      </a:lt1>
      <a:dk2>
        <a:srgbClr val="6865C1"/>
      </a:dk2>
      <a:lt2>
        <a:srgbClr val="9A98D7"/>
      </a:lt2>
      <a:accent1>
        <a:srgbClr val="7F6070"/>
      </a:accent1>
      <a:accent2>
        <a:srgbClr val="DBD2E4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2E2E5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164</Words>
  <Application>Microsoft Office PowerPoint</Application>
  <PresentationFormat>On-screen Show (16:9)</PresentationFormat>
  <Paragraphs>51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Playfair Display SemiBold</vt:lpstr>
      <vt:lpstr>Bebas Neue</vt:lpstr>
      <vt:lpstr>Anaheim</vt:lpstr>
      <vt:lpstr>Playfair Display</vt:lpstr>
      <vt:lpstr>Arial</vt:lpstr>
      <vt:lpstr>Noto Sans</vt:lpstr>
      <vt:lpstr>Skin Care Brand Pitch Deck by Slidesgo</vt:lpstr>
      <vt:lpstr>Cognitive Works</vt:lpstr>
      <vt:lpstr>01</vt:lpstr>
      <vt:lpstr>Problem and idea</vt:lpstr>
      <vt:lpstr>Solution</vt:lpstr>
      <vt:lpstr>Metrics</vt:lpstr>
      <vt:lpstr>Ethics</vt:lpstr>
      <vt:lpstr>Used Technologies</vt:lpstr>
      <vt:lpstr>01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Skin Care Brand Pitch Deck</dc:title>
  <dc:creator>Ивайло Руменов Гюров</dc:creator>
  <cp:lastModifiedBy>Златин Радославов Лазаров</cp:lastModifiedBy>
  <cp:revision>28</cp:revision>
  <dcterms:modified xsi:type="dcterms:W3CDTF">2026-03-20T20:10:57Z</dcterms:modified>
</cp:coreProperties>
</file>